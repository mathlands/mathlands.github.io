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0" r:id="rId4"/>
  </p:sldMasterIdLst>
  <p:notesMasterIdLst>
    <p:notesMasterId r:id="rId6"/>
  </p:notesMasterIdLst>
  <p:sldIdLst>
    <p:sldId id="256" r:id="rId5"/>
    <p:sldId id="1060" r:id="rId7"/>
    <p:sldId id="1085" r:id="rId8"/>
    <p:sldId id="1213" r:id="rId9"/>
    <p:sldId id="1263" r:id="rId10"/>
    <p:sldId id="1266" r:id="rId11"/>
    <p:sldId id="1379" r:id="rId12"/>
    <p:sldId id="1380" r:id="rId13"/>
  </p:sldIdLst>
  <p:sldSz cx="12192000" cy="6858000"/>
  <p:notesSz cx="6858000" cy="9144000"/>
  <p:custDataLst>
    <p:tags r:id="rId18"/>
  </p:custDataLst>
  <p:defaultTextStyle>
    <a:defPPr>
      <a:defRPr lang="zh-CN"/>
    </a:defPPr>
    <a:lvl1pPr marL="0" indent="0" algn="l" defTabSz="914400" rtl="0" eaLnBrk="1" fontAlgn="base" hangingPunct="1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sz="1800" b="0" i="0" u="none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indent="0" algn="l" defTabSz="914400" rtl="0" eaLnBrk="1" fontAlgn="base" hangingPunct="1">
      <a:lnSpc>
        <a:spcPct val="100000"/>
      </a:lnSpc>
      <a:spcBef>
        <a:spcPct val="0"/>
      </a:spcBef>
      <a:spcAft>
        <a:spcPct val="0"/>
      </a:spcAft>
      <a:buClrTx/>
      <a:buSzTx/>
      <a:buFont typeface="Arial" panose="020B0604020202020204" pitchFamily="34" charset="0"/>
      <a:buNone/>
      <a:defRPr sz="1800" b="0" i="0" u="none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indent="0" algn="l" defTabSz="914400" rtl="0" eaLnBrk="1" fontAlgn="base" hangingPunct="1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sz="1800" b="0" i="0" u="none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indent="0" algn="l" defTabSz="914400" rtl="0" eaLnBrk="1" fontAlgn="base" hangingPunct="1">
      <a:lnSpc>
        <a:spcPct val="100000"/>
      </a:lnSpc>
      <a:spcBef>
        <a:spcPct val="0"/>
      </a:spcBef>
      <a:spcAft>
        <a:spcPct val="0"/>
      </a:spcAft>
      <a:buClrTx/>
      <a:buSzTx/>
      <a:buFont typeface="Arial" panose="020B0604020202020204" pitchFamily="34" charset="0"/>
      <a:buNone/>
      <a:defRPr sz="1800" b="0" i="0" u="none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indent="0" algn="l" defTabSz="914400" rtl="0" eaLnBrk="1" fontAlgn="base" hangingPunct="1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sz="1800" b="0" i="0" u="none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新课标第一网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3592" autoAdjust="0"/>
  </p:normalViewPr>
  <p:slideViewPr>
    <p:cSldViewPr>
      <p:cViewPr varScale="1">
        <p:scale>
          <a:sx n="66" d="100"/>
          <a:sy n="66" d="100"/>
        </p:scale>
        <p:origin x="0" y="0"/>
      </p:cViewPr>
      <p:guideLst/>
    </p:cSldViewPr>
  </p:slideViewPr>
  <p:notesViewPr>
    <p:cSldViewPr>
      <p:cViewPr varScale="1"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22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.wmf"/><Relationship Id="rId8" Type="http://schemas.openxmlformats.org/officeDocument/2006/relationships/image" Target="../media/image16.wmf"/><Relationship Id="rId7" Type="http://schemas.openxmlformats.org/officeDocument/2006/relationships/image" Target="../media/image15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0" Type="http://schemas.openxmlformats.org/officeDocument/2006/relationships/image" Target="../media/image18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530" name="页眉占位符 1"/>
          <p:cNvSpPr>
            <a:spLocks noGrp="1"/>
          </p:cNvSpPr>
          <p:nvPr>
            <p:ph type="hdr" sz="quarter" idx="4294967295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zh-CN"/>
            </a:defPPr>
            <a:lvl1pPr mar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lang="zh-CN" alt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lang="zh-CN" alt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lang="zh-CN" alt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lang="zh-CN" alt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  <a:buClrTx/>
              <a:buFontTx/>
            </a:pPr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22531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zh-CN"/>
            </a:defPPr>
            <a:lvl1pPr marL="0" indent="0" algn="r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 b="0" i="0" u="none" baseline="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fontAlgn="base">
              <a:spcBef>
                <a:spcPct val="0"/>
              </a:spcBef>
              <a:spcAft>
                <a:spcPct val="0"/>
              </a:spcAft>
              <a:buClrTx/>
              <a:buFontTx/>
            </a:pPr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22532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22533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defTabSz="914400"/>
            <a:r>
              <a:t>单击此处编辑母版文本样式</a:t>
            </a:r>
          </a:p>
          <a:p>
            <a:pPr marL="457200" lvl="1" indent="0" defTabSz="914400"/>
            <a:r>
              <a:t>第二级</a:t>
            </a:r>
          </a:p>
          <a:p>
            <a:pPr marL="914400" lvl="2" indent="0" defTabSz="914400"/>
            <a:r>
              <a:t>第三级</a:t>
            </a:r>
          </a:p>
          <a:p>
            <a:pPr marL="1371600" lvl="3" indent="0" defTabSz="914400"/>
            <a:r>
              <a:t>第四级</a:t>
            </a:r>
          </a:p>
          <a:p>
            <a:pPr marL="1828800" lvl="4" indent="0" defTabSz="914400"/>
            <a:r>
              <a:t>第五级</a:t>
            </a:r>
          </a:p>
        </p:txBody>
      </p:sp>
      <p:sp>
        <p:nvSpPr>
          <p:cNvPr id="22534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zh-CN"/>
            </a:defPPr>
            <a:lvl1pPr marL="0" indent="0" algn="l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 b="0" i="0" u="none" baseline="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fontAlgn="base">
              <a:spcBef>
                <a:spcPct val="0"/>
              </a:spcBef>
              <a:spcAft>
                <a:spcPct val="0"/>
              </a:spcAft>
              <a:buClrTx/>
              <a:buFontTx/>
            </a:pPr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22535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C2B37AE6-FE4B-4606-AF1D-732F10203A2B}" type="slidenum">
              <a:rPr lang="zh-CN" altLang="en-US" sz="1200">
                <a:latin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wrap="square" lIns="91440" tIns="45720" rIns="91440" bIns="45720" anchor="t" anchorCtr="0"/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lvl="0"/>
            <a:endParaRPr lang="zh-CN" altLang="en-US"/>
          </a:p>
        </p:txBody>
      </p:sp>
      <p:sp>
        <p:nvSpPr>
          <p:cNvPr id="24579" name="灯片编号占位符 3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lIns="91440" tIns="45720" rIns="91440" bIns="45720" anchor="b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DCAD43E2-0900-4EDD-BE3C-9B9075C56E4D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幻灯片图像占位符 1"/>
          <p:cNvSpPr/>
          <p:nvPr>
            <p:ph type="sldImg" idx="4294967295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  <a:round/>
          </a:ln>
        </p:spPr>
      </p:sp>
      <p:sp>
        <p:nvSpPr>
          <p:cNvPr id="26626" name="文本占位符 2"/>
          <p:cNvSpPr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lIns="91440" tIns="45720" rIns="91440" bIns="45720" anchor="t" anchorCtr="0"/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幻灯片图像占位符 1"/>
          <p:cNvSpPr/>
          <p:nvPr>
            <p:ph type="sldImg" idx="4294967295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  <a:round/>
          </a:ln>
        </p:spPr>
      </p:sp>
      <p:sp>
        <p:nvSpPr>
          <p:cNvPr id="28674" name="文本占位符 2"/>
          <p:cNvSpPr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lIns="91440" tIns="45720" rIns="91440" bIns="45720" anchor="t" anchorCtr="0"/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 命题的分类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幻灯片图像占位符 1"/>
          <p:cNvSpPr/>
          <p:nvPr>
            <p:ph type="sldImg" idx="4294967295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  <a:round/>
          </a:ln>
        </p:spPr>
      </p:sp>
      <p:sp>
        <p:nvSpPr>
          <p:cNvPr id="30722" name="文本占位符 2"/>
          <p:cNvSpPr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lIns="91440" tIns="45720" rIns="91440" bIns="45720" anchor="t" anchorCtr="0"/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 命题的分类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幻灯片图像占位符 1"/>
          <p:cNvSpPr/>
          <p:nvPr>
            <p:ph type="sldImg" idx="4294967295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  <a:round/>
          </a:ln>
        </p:spPr>
      </p:sp>
      <p:sp>
        <p:nvSpPr>
          <p:cNvPr id="32770" name="文本占位符 2"/>
          <p:cNvSpPr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lIns="91440" tIns="45720" rIns="91440" bIns="45720" anchor="t" anchorCtr="0"/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 命题的分类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幻灯片图像占位符 1"/>
          <p:cNvSpPr/>
          <p:nvPr>
            <p:ph type="sldImg" idx="4294967295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  <a:round/>
          </a:ln>
        </p:spPr>
      </p:sp>
      <p:sp>
        <p:nvSpPr>
          <p:cNvPr id="34818" name="文本占位符 2"/>
          <p:cNvSpPr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lIns="91440" tIns="45720" rIns="91440" bIns="45720" anchor="t" anchorCtr="0"/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 命题的分类</a:t>
            </a:r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幻灯片图像占位符 1"/>
          <p:cNvSpPr/>
          <p:nvPr>
            <p:ph type="sldImg" idx="4294967295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  <a:round/>
          </a:ln>
        </p:spPr>
      </p:sp>
      <p:sp>
        <p:nvSpPr>
          <p:cNvPr id="36866" name="文本占位符 2"/>
          <p:cNvSpPr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lIns="91440" tIns="45720" rIns="91440" bIns="45720" anchor="t" anchorCtr="0"/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 命题的分类</a:t>
            </a:r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/>
          <p:cNvSpPr/>
          <p:nvPr>
            <p:ph type="sldImg" idx="4294967295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  <a:round/>
          </a:ln>
        </p:spPr>
      </p:sp>
      <p:sp>
        <p:nvSpPr>
          <p:cNvPr id="38914" name="文本占位符 2"/>
          <p:cNvSpPr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lIns="91440" tIns="45720" rIns="91440" bIns="45720" anchor="t" anchorCtr="0"/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 命题的分类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83977" y="2149475"/>
            <a:ext cx="9424047" cy="1881188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83976" y="4054651"/>
            <a:ext cx="9424048" cy="10033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trike="noStrike" noProof="1" smtClean="0"/>
              <a:t>编辑副标题</a:t>
            </a:r>
            <a:endParaRPr lang="zh-CN" altLang="en-US" strike="noStrike" noProof="1"/>
          </a:p>
        </p:txBody>
      </p:sp>
      <p:sp>
        <p:nvSpPr>
          <p:cNvPr id="4100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E1F541AC-617E-4756-9AD5-228F071CE07F}" type="datetime1">
              <a:rPr lang="zh-CN" altLang="en-US" sz="1800">
                <a:solidFill>
                  <a:srgbClr val="898989"/>
                </a:solidFill>
              </a:rPr>
            </a:fld>
            <a:endParaRPr lang="zh-CN" altLang="en-US" sz="1800">
              <a:solidFill>
                <a:srgbClr val="898989"/>
              </a:solidFill>
            </a:endParaRPr>
          </a:p>
        </p:txBody>
      </p:sp>
      <p:sp>
        <p:nvSpPr>
          <p:cNvPr id="410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</a:endParaRPr>
          </a:p>
        </p:txBody>
      </p:sp>
      <p:sp>
        <p:nvSpPr>
          <p:cNvPr id="410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ABCB1BA3-DF0D-40F5-9056-696524AF331A}" type="slidenum">
              <a:rPr lang="zh-CN" altLang="en-US" sz="1800">
                <a:solidFill>
                  <a:srgbClr val="898989"/>
                </a:solidFill>
              </a:rPr>
            </a:fld>
            <a:endParaRPr lang="zh-CN" altLang="en-US" sz="18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77243"/>
            <a:ext cx="10515599" cy="4673600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DD2C93E5-3BCB-4610-88BE-FACCD015A7C2}" type="datetime1">
              <a:rPr lang="zh-CN" altLang="en-US" sz="1800">
                <a:solidFill>
                  <a:srgbClr val="898989"/>
                </a:solidFill>
              </a:rPr>
            </a:fld>
            <a:endParaRPr lang="zh-CN" altLang="en-US" sz="1800">
              <a:solidFill>
                <a:srgbClr val="898989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75E2407B-7609-4FF1-B8C4-7CB009962150}" type="slidenum">
              <a:rPr lang="zh-CN" altLang="en-US" sz="1800">
                <a:solidFill>
                  <a:srgbClr val="898989"/>
                </a:solidFill>
              </a:rPr>
            </a:fld>
            <a:endParaRPr lang="zh-CN" altLang="en-US" sz="1800">
              <a:solidFill>
                <a:srgbClr val="89898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122" name="矩形 7"/>
          <p:cNvSpPr/>
          <p:nvPr>
            <p:custDataLst>
              <p:tags r:id="rId3"/>
            </p:custDataLst>
          </p:nvPr>
        </p:nvSpPr>
        <p:spPr bwMode="auto">
          <a:xfrm>
            <a:off x="10025063" y="0"/>
            <a:ext cx="617538" cy="3775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5123" name="矩形 9"/>
          <p:cNvSpPr/>
          <p:nvPr>
            <p:custDataLst>
              <p:tags r:id="rId4"/>
            </p:custDataLst>
          </p:nvPr>
        </p:nvSpPr>
        <p:spPr bwMode="auto">
          <a:xfrm>
            <a:off x="10025063" y="5211763"/>
            <a:ext cx="617538" cy="1646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721629"/>
            <a:ext cx="8473481" cy="1572859"/>
          </a:xfrm>
          <a:solidFill>
            <a:schemeClr val="accent1"/>
          </a:solidFill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5126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40FFC7FE-4648-4060-A8A1-FB602832BA48}" type="datetime1">
              <a:rPr lang="zh-CN" altLang="en-US" sz="1800">
                <a:solidFill>
                  <a:srgbClr val="898989"/>
                </a:solidFill>
              </a:rPr>
            </a:fld>
            <a:endParaRPr lang="zh-CN" altLang="en-US" sz="1800">
              <a:solidFill>
                <a:srgbClr val="898989"/>
              </a:solidFill>
            </a:endParaRPr>
          </a:p>
        </p:txBody>
      </p:sp>
      <p:sp>
        <p:nvSpPr>
          <p:cNvPr id="512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</a:endParaRPr>
          </a:p>
        </p:txBody>
      </p:sp>
      <p:sp>
        <p:nvSpPr>
          <p:cNvPr id="512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6F8C1FE9-4681-4396-BD72-ED2A0694BE4C}" type="slidenum">
              <a:rPr lang="zh-CN" altLang="en-US" sz="1800">
                <a:solidFill>
                  <a:srgbClr val="898989"/>
                </a:solidFill>
              </a:rPr>
            </a:fld>
            <a:endParaRPr lang="zh-CN" altLang="en-US" sz="18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2612" y="1273445"/>
            <a:ext cx="10531188" cy="2323253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200" y="3894667"/>
            <a:ext cx="10531188" cy="2323253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DD2C93E5-3BCB-4610-88BE-FACCD015A7C2}" type="datetime1">
              <a:rPr lang="zh-CN" altLang="en-US" sz="1800">
                <a:solidFill>
                  <a:srgbClr val="898989"/>
                </a:solidFill>
              </a:rPr>
            </a:fld>
            <a:endParaRPr lang="zh-CN" altLang="en-US" sz="1800">
              <a:solidFill>
                <a:srgbClr val="898989"/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75E2407B-7609-4FF1-B8C4-7CB009962150}" type="slidenum">
              <a:rPr lang="zh-CN" altLang="en-US" sz="1800">
                <a:solidFill>
                  <a:srgbClr val="898989"/>
                </a:solidFill>
              </a:rPr>
            </a:fld>
            <a:endParaRPr lang="zh-CN" altLang="en-US" sz="1800">
              <a:solidFill>
                <a:srgbClr val="89898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28215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106067"/>
            <a:ext cx="5157787" cy="4028726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28215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106067"/>
            <a:ext cx="5183188" cy="4028726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DD2C93E5-3BCB-4610-88BE-FACCD015A7C2}" type="datetime1">
              <a:rPr lang="zh-CN" altLang="en-US" sz="1800">
                <a:solidFill>
                  <a:srgbClr val="898989"/>
                </a:solidFill>
              </a:rPr>
            </a:fld>
            <a:endParaRPr lang="zh-CN" altLang="en-US" sz="1800">
              <a:solidFill>
                <a:srgbClr val="898989"/>
              </a:solidFill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75E2407B-7609-4FF1-B8C4-7CB009962150}" type="slidenum">
              <a:rPr lang="zh-CN" altLang="en-US" sz="1800">
                <a:solidFill>
                  <a:srgbClr val="898989"/>
                </a:solidFill>
              </a:rPr>
            </a:fld>
            <a:endParaRPr lang="zh-CN" altLang="en-US" sz="1800">
              <a:solidFill>
                <a:srgbClr val="89898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矩形 6"/>
          <p:cNvSpPr/>
          <p:nvPr/>
        </p:nvSpPr>
        <p:spPr>
          <a:xfrm>
            <a:off x="-23812" y="3238500"/>
            <a:ext cx="12239625" cy="3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wrap="square" lIns="91440" tIns="45720" rIns="91440" bIns="45720" numCol="1" spcCol="0" rtlCol="0" fromWordArt="0" anchor="ctr" anchorCtr="0" forceAA="0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>
              <a:lnSpc>
                <a:spcPct val="80000"/>
              </a:lnSpc>
            </a:pPr>
            <a:endParaRPr lang="zh-CN" altLang="en-US" sz="1700" b="1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01808" y="2400300"/>
            <a:ext cx="6788385" cy="2057400"/>
          </a:xfrm>
          <a:solidFill>
            <a:schemeClr val="accent1"/>
          </a:solidFill>
        </p:spPr>
        <p:txBody>
          <a:bodyPr wrap="square">
            <a:normAutofit/>
          </a:bodyPr>
          <a:lstStyle>
            <a:lvl1pPr algn="ctr">
              <a:defRPr sz="6600"/>
            </a:lvl1pPr>
          </a:lstStyle>
          <a:p>
            <a:pPr fontAlgn="auto"/>
            <a:r>
              <a:rPr lang="zh-CN" altLang="en-US" strike="noStrike" noProof="1" smtClean="0"/>
              <a:t>编辑标题</a:t>
            </a:r>
            <a:endParaRPr lang="zh-CN" altLang="en-US" strike="noStrike" noProof="1"/>
          </a:p>
        </p:txBody>
      </p:sp>
      <p:sp>
        <p:nvSpPr>
          <p:cNvPr id="6149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8DD52339-ABC9-4030-B3F2-208AB6592EAC}" type="datetime1">
              <a:rPr lang="zh-CN" altLang="en-US" sz="1800">
                <a:solidFill>
                  <a:srgbClr val="898989"/>
                </a:solidFill>
              </a:rPr>
            </a:fld>
            <a:endParaRPr lang="zh-CN" altLang="en-US" sz="1800">
              <a:solidFill>
                <a:srgbClr val="898989"/>
              </a:solidFill>
            </a:endParaRPr>
          </a:p>
        </p:txBody>
      </p:sp>
      <p:sp>
        <p:nvSpPr>
          <p:cNvPr id="6150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</a:endParaRPr>
          </a:p>
        </p:txBody>
      </p:sp>
      <p:sp>
        <p:nvSpPr>
          <p:cNvPr id="615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577AD6DC-56D5-4D4F-BE4E-25281F433AE2}" type="slidenum">
              <a:rPr lang="zh-CN" altLang="en-US" sz="1800">
                <a:solidFill>
                  <a:srgbClr val="898989"/>
                </a:solidFill>
              </a:rPr>
            </a:fld>
            <a:endParaRPr lang="zh-CN" altLang="en-US" sz="18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A40F4DDB-9C10-461C-A24A-1513A66447C6}" type="datetime1">
              <a:rPr lang="zh-CN" altLang="en-US" sz="1800">
                <a:solidFill>
                  <a:srgbClr val="898989"/>
                </a:solidFill>
              </a:rPr>
            </a:fld>
            <a:endParaRPr lang="zh-CN" altLang="en-US" sz="1800">
              <a:solidFill>
                <a:srgbClr val="898989"/>
              </a:solidFill>
            </a:endParaRPr>
          </a:p>
        </p:txBody>
      </p:sp>
      <p:sp>
        <p:nvSpPr>
          <p:cNvPr id="717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</a:endParaRPr>
          </a:p>
        </p:txBody>
      </p:sp>
      <p:sp>
        <p:nvSpPr>
          <p:cNvPr id="717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71A2E91F-B84E-4746-A825-9B1FEFE09B7C}" type="slidenum">
              <a:rPr lang="zh-CN" altLang="en-US" sz="1800">
                <a:solidFill>
                  <a:srgbClr val="898989"/>
                </a:solidFill>
              </a:rPr>
            </a:fld>
            <a:endParaRPr lang="zh-CN" altLang="en-US" sz="18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936980"/>
            <a:ext cx="4262400" cy="1600200"/>
          </a:xfrm>
        </p:spPr>
        <p:txBody>
          <a:bodyPr anchor="t" anchorCtr="0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352521" y="959205"/>
            <a:ext cx="59712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537180"/>
            <a:ext cx="42624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DD2C93E5-3BCB-4610-88BE-FACCD015A7C2}" type="datetime1">
              <a:rPr lang="zh-CN" altLang="en-US" sz="1800">
                <a:solidFill>
                  <a:srgbClr val="898989"/>
                </a:solidFill>
              </a:rPr>
            </a:fld>
            <a:endParaRPr lang="zh-CN" altLang="en-US" sz="1800">
              <a:solidFill>
                <a:srgbClr val="898989"/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75E2407B-7609-4FF1-B8C4-7CB009962150}" type="slidenum">
              <a:rPr lang="zh-CN" altLang="en-US" sz="1800">
                <a:solidFill>
                  <a:srgbClr val="898989"/>
                </a:solidFill>
              </a:rPr>
            </a:fld>
            <a:endParaRPr lang="zh-CN" altLang="en-US" sz="1800">
              <a:solidFill>
                <a:srgbClr val="89898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649325" y="365125"/>
            <a:ext cx="1704475" cy="58118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570495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8196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16562C3D-4244-4665-8035-26ACC487FC8E}" type="datetime1">
              <a:rPr lang="zh-CN" altLang="en-US" sz="1800">
                <a:solidFill>
                  <a:srgbClr val="898989"/>
                </a:solidFill>
              </a:rPr>
            </a:fld>
            <a:endParaRPr lang="zh-CN" altLang="en-US" sz="1800">
              <a:solidFill>
                <a:srgbClr val="898989"/>
              </a:solidFill>
            </a:endParaRPr>
          </a:p>
        </p:txBody>
      </p:sp>
      <p:sp>
        <p:nvSpPr>
          <p:cNvPr id="819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</a:endParaRPr>
          </a:p>
        </p:txBody>
      </p:sp>
      <p:sp>
        <p:nvSpPr>
          <p:cNvPr id="819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C7017329-99D0-4AEC-B2E1-602531653195}" type="slidenum">
              <a:rPr lang="zh-CN" altLang="en-US" sz="1800">
                <a:solidFill>
                  <a:srgbClr val="898989"/>
                </a:solidFill>
              </a:rPr>
            </a:fld>
            <a:endParaRPr lang="zh-CN" altLang="en-US" sz="18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29068"/>
            <a:ext cx="10515600" cy="5575095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9220" name="日期占位符 2"/>
          <p:cNvSpPr>
            <a:spLocks noGrp="1"/>
          </p:cNvSpPr>
          <p:nvPr>
            <p:ph type="dt" sz="half" idx="1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8110365A-24E0-4B03-B428-82A3F92B7801}" type="datetime1">
              <a:rPr lang="zh-CN" altLang="en-US" sz="1800">
                <a:solidFill>
                  <a:srgbClr val="898989"/>
                </a:solidFill>
              </a:rPr>
            </a:fld>
            <a:endParaRPr lang="zh-CN" altLang="en-US" sz="1800">
              <a:solidFill>
                <a:srgbClr val="898989"/>
              </a:solidFill>
            </a:endParaRPr>
          </a:p>
        </p:txBody>
      </p:sp>
      <p:sp>
        <p:nvSpPr>
          <p:cNvPr id="9221" name="页脚占位符 3"/>
          <p:cNvSpPr>
            <a:spLocks noGrp="1"/>
          </p:cNvSpPr>
          <p:nvPr>
            <p:ph type="ftr" sz="quarter" idx="1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</a:endParaRPr>
          </a:p>
        </p:txBody>
      </p:sp>
      <p:sp>
        <p:nvSpPr>
          <p:cNvPr id="9222" name="灯片编号占位符 4"/>
          <p:cNvSpPr>
            <a:spLocks noGrp="1"/>
          </p:cNvSpPr>
          <p:nvPr>
            <p:ph type="sldNum" sz="quarter" idx="16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E82C05A1-3545-48B2-A95B-B9C8A0CE01A6}" type="slidenum">
              <a:rPr lang="zh-CN" altLang="en-US" sz="1800">
                <a:solidFill>
                  <a:srgbClr val="898989"/>
                </a:solidFill>
              </a:rPr>
            </a:fld>
            <a:endParaRPr lang="zh-CN" altLang="en-US" sz="18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83977" y="2149475"/>
            <a:ext cx="9424047" cy="1881188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83976" y="4054651"/>
            <a:ext cx="9424048" cy="10033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trike="noStrike" noProof="1" smtClean="0"/>
              <a:t>编辑副标题</a:t>
            </a:r>
            <a:endParaRPr lang="zh-CN" altLang="en-US" strike="noStrike" noProof="1"/>
          </a:p>
        </p:txBody>
      </p:sp>
      <p:sp>
        <p:nvSpPr>
          <p:cNvPr id="1024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43957515-84F2-4957-B02F-D350AFFB5E4A}" type="datetime1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DB1D2321-69FD-401F-A1A6-DB785A20EA55}" type="slidenum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77243"/>
            <a:ext cx="10515599" cy="4673600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F3E12EAB-9BA3-42D6-9073-C3AD3E76FA2E}" type="datetime1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D1468F1D-26E8-484F-98EA-649FDF073730}" type="slidenum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1266" name="矩形 7"/>
          <p:cNvSpPr/>
          <p:nvPr>
            <p:custDataLst>
              <p:tags r:id="rId3"/>
            </p:custDataLst>
          </p:nvPr>
        </p:nvSpPr>
        <p:spPr bwMode="auto">
          <a:xfrm>
            <a:off x="10025063" y="0"/>
            <a:ext cx="617538" cy="3775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1267" name="矩形 9"/>
          <p:cNvSpPr/>
          <p:nvPr>
            <p:custDataLst>
              <p:tags r:id="rId4"/>
            </p:custDataLst>
          </p:nvPr>
        </p:nvSpPr>
        <p:spPr bwMode="auto">
          <a:xfrm>
            <a:off x="10025063" y="5211763"/>
            <a:ext cx="617538" cy="1646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721629"/>
            <a:ext cx="8473481" cy="1572859"/>
          </a:xfrm>
          <a:solidFill>
            <a:schemeClr val="accent1"/>
          </a:solidFill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1270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867CFAF2-03BC-4347-89D0-FA14593317E7}" type="datetime1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7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7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3CF577E6-AB3F-411D-BC60-E790D32510B4}" type="slidenum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2612" y="1273445"/>
            <a:ext cx="10531188" cy="2323253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200" y="3894667"/>
            <a:ext cx="10531188" cy="2323253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F3E12EAB-9BA3-42D6-9073-C3AD3E76FA2E}" type="datetime1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D1468F1D-26E8-484F-98EA-649FDF073730}" type="slidenum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28215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106067"/>
            <a:ext cx="5157787" cy="4028726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28215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106067"/>
            <a:ext cx="5183188" cy="4028726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F3E12EAB-9BA3-42D6-9073-C3AD3E76FA2E}" type="datetime1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D1468F1D-26E8-484F-98EA-649FDF073730}" type="slidenum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矩形 6"/>
          <p:cNvSpPr/>
          <p:nvPr/>
        </p:nvSpPr>
        <p:spPr>
          <a:xfrm>
            <a:off x="-23812" y="3238500"/>
            <a:ext cx="12239625" cy="3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wrap="square" lIns="91440" tIns="45720" rIns="91440" bIns="45720" numCol="1" spcCol="0" rtlCol="0" fromWordArt="0" anchor="ctr" anchorCtr="0" forceAA="0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>
              <a:lnSpc>
                <a:spcPct val="80000"/>
              </a:lnSpc>
            </a:pPr>
            <a:endParaRPr lang="zh-CN" altLang="en-US" sz="1700" b="1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01808" y="2400300"/>
            <a:ext cx="6788385" cy="2057400"/>
          </a:xfrm>
          <a:solidFill>
            <a:schemeClr val="accent1"/>
          </a:solidFill>
        </p:spPr>
        <p:txBody>
          <a:bodyPr wrap="square">
            <a:normAutofit/>
          </a:bodyPr>
          <a:lstStyle>
            <a:lvl1pPr algn="ctr">
              <a:defRPr sz="6600"/>
            </a:lvl1pPr>
          </a:lstStyle>
          <a:p>
            <a:pPr fontAlgn="auto"/>
            <a:r>
              <a:rPr lang="zh-CN" altLang="en-US" strike="noStrike" noProof="1" smtClean="0"/>
              <a:t>编辑标题</a:t>
            </a:r>
            <a:endParaRPr lang="zh-CN" altLang="en-US" strike="noStrike" noProof="1"/>
          </a:p>
        </p:txBody>
      </p:sp>
      <p:sp>
        <p:nvSpPr>
          <p:cNvPr id="1229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C754670A-90C3-4CD3-90D0-9BB33CA8A7EF}" type="datetime1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9F271836-153C-40CE-B863-DC76140BF022}" type="slidenum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6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C59AE986-281E-421B-BBEC-DE0B70BA4FC9}" type="datetime1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E76D3936-278D-4EE7-B1D4-A035BE63C627}" type="slidenum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936980"/>
            <a:ext cx="4262400" cy="1600200"/>
          </a:xfrm>
        </p:spPr>
        <p:txBody>
          <a:bodyPr anchor="t" anchorCtr="0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352521" y="959205"/>
            <a:ext cx="59712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537180"/>
            <a:ext cx="42624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F3E12EAB-9BA3-42D6-9073-C3AD3E76FA2E}" type="datetime1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D1468F1D-26E8-484F-98EA-649FDF073730}" type="slidenum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649325" y="365125"/>
            <a:ext cx="1704475" cy="58118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570495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4340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007C799B-8714-4D86-9418-659A02ECEB6D}" type="datetime1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E3B42EEB-B293-482F-BC90-6DD3F26D9868}" type="slidenum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29068"/>
            <a:ext cx="10515600" cy="5575095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5364" name="日期占位符 2"/>
          <p:cNvSpPr>
            <a:spLocks noGrp="1"/>
          </p:cNvSpPr>
          <p:nvPr>
            <p:ph type="dt" sz="half" idx="1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F17C3BD8-1B8A-4449-8CD1-37CE6194834B}" type="datetime1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5" name="页脚占位符 3"/>
          <p:cNvSpPr>
            <a:spLocks noGrp="1"/>
          </p:cNvSpPr>
          <p:nvPr>
            <p:ph type="ftr" sz="quarter" idx="1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6" name="灯片编号占位符 4"/>
          <p:cNvSpPr>
            <a:spLocks noGrp="1"/>
          </p:cNvSpPr>
          <p:nvPr>
            <p:ph type="sldNum" sz="quarter" idx="16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556A25C7-32AD-4828-B64E-F540E43C7967}" type="slidenum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83977" y="2149475"/>
            <a:ext cx="9424047" cy="1881188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83976" y="4054651"/>
            <a:ext cx="9424048" cy="10033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trike="noStrike" noProof="1" smtClean="0"/>
              <a:t>编辑副标题</a:t>
            </a:r>
            <a:endParaRPr lang="zh-CN" altLang="en-US" strike="noStrike" noProof="1"/>
          </a:p>
        </p:txBody>
      </p:sp>
      <p:sp>
        <p:nvSpPr>
          <p:cNvPr id="1638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9AC342BD-C70D-4551-AF24-8855DEA19FEC}" type="datetime1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9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288A02F4-EC7C-4E95-AFE1-89D33AB76EA3}" type="slidenum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77243"/>
            <a:ext cx="10515599" cy="4673600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B833E94A-5C61-4D6C-A13C-3FBFA2C78D1C}" type="datetime1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6936B856-807D-4EC7-ACA2-6ABFD170E37C}" type="slidenum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7410" name="矩形 7"/>
          <p:cNvSpPr/>
          <p:nvPr>
            <p:custDataLst>
              <p:tags r:id="rId3"/>
            </p:custDataLst>
          </p:nvPr>
        </p:nvSpPr>
        <p:spPr bwMode="auto">
          <a:xfrm>
            <a:off x="10025063" y="0"/>
            <a:ext cx="617538" cy="3775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7411" name="矩形 9"/>
          <p:cNvSpPr/>
          <p:nvPr>
            <p:custDataLst>
              <p:tags r:id="rId4"/>
            </p:custDataLst>
          </p:nvPr>
        </p:nvSpPr>
        <p:spPr bwMode="auto">
          <a:xfrm>
            <a:off x="10025063" y="5211763"/>
            <a:ext cx="617538" cy="1646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721629"/>
            <a:ext cx="8473481" cy="1572859"/>
          </a:xfrm>
          <a:solidFill>
            <a:schemeClr val="accent1"/>
          </a:solidFill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741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FEDD7996-465D-4847-9C54-4B7A4C38FC45}" type="datetime1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5D00A01E-4F1C-4443-8F35-304EA19EBF4F}" type="slidenum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2612" y="1273445"/>
            <a:ext cx="10531188" cy="2323253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200" y="3894667"/>
            <a:ext cx="10531188" cy="2323253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B833E94A-5C61-4D6C-A13C-3FBFA2C78D1C}" type="datetime1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6936B856-807D-4EC7-ACA2-6ABFD170E37C}" type="slidenum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28215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106067"/>
            <a:ext cx="5157787" cy="4028726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28215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106067"/>
            <a:ext cx="5183188" cy="4028726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B833E94A-5C61-4D6C-A13C-3FBFA2C78D1C}" type="datetime1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6936B856-807D-4EC7-ACA2-6ABFD170E37C}" type="slidenum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矩形 6"/>
          <p:cNvSpPr/>
          <p:nvPr/>
        </p:nvSpPr>
        <p:spPr>
          <a:xfrm>
            <a:off x="-23812" y="3238500"/>
            <a:ext cx="12239625" cy="3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wrap="square" lIns="91440" tIns="45720" rIns="91440" bIns="45720" numCol="1" spcCol="0" rtlCol="0" fromWordArt="0" anchor="ctr" anchorCtr="0" forceAA="0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>
              <a:lnSpc>
                <a:spcPct val="80000"/>
              </a:lnSpc>
            </a:pPr>
            <a:endParaRPr lang="zh-CN" altLang="en-US" sz="1700" b="1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01808" y="2400300"/>
            <a:ext cx="6788385" cy="2057400"/>
          </a:xfrm>
          <a:solidFill>
            <a:schemeClr val="accent1"/>
          </a:solidFill>
        </p:spPr>
        <p:txBody>
          <a:bodyPr wrap="square">
            <a:normAutofit/>
          </a:bodyPr>
          <a:lstStyle>
            <a:lvl1pPr algn="ctr">
              <a:defRPr sz="6600"/>
            </a:lvl1pPr>
          </a:lstStyle>
          <a:p>
            <a:pPr fontAlgn="auto"/>
            <a:r>
              <a:rPr lang="zh-CN" altLang="en-US" strike="noStrike" noProof="1" smtClean="0"/>
              <a:t>编辑标题</a:t>
            </a:r>
            <a:endParaRPr lang="zh-CN" altLang="en-US" strike="noStrike" noProof="1"/>
          </a:p>
        </p:txBody>
      </p:sp>
      <p:sp>
        <p:nvSpPr>
          <p:cNvPr id="18437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DD867782-3D9A-4AC1-AEA4-65DA82DAF8DA}" type="datetime1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8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9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05171EA9-57D7-4F26-81EA-BFF2DBBC46F9}" type="slidenum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460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9A79077D-438B-4405-9299-7038031A1AFD}" type="datetime1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1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89600194-AFA1-433B-B6DC-284FD56B85C6}" type="slidenum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936980"/>
            <a:ext cx="4262400" cy="1600200"/>
          </a:xfrm>
        </p:spPr>
        <p:txBody>
          <a:bodyPr anchor="t" anchorCtr="0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352521" y="959205"/>
            <a:ext cx="59712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537180"/>
            <a:ext cx="42624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B833E94A-5C61-4D6C-A13C-3FBFA2C78D1C}" type="datetime1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6936B856-807D-4EC7-ACA2-6ABFD170E37C}" type="slidenum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649325" y="365125"/>
            <a:ext cx="1704475" cy="58118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570495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2048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981E4FAC-4DB7-4C14-94E5-3184E3AF9E33}" type="datetime1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CC84BCB0-4E58-48A7-8C5E-FAAC308461C5}" type="slidenum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29068"/>
            <a:ext cx="10515600" cy="5575095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21508" name="日期占位符 2"/>
          <p:cNvSpPr>
            <a:spLocks noGrp="1"/>
          </p:cNvSpPr>
          <p:nvPr>
            <p:ph type="dt" sz="half" idx="1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C5C2EF2B-50FD-413F-A682-5FA31A4EDCB3}" type="datetime1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09" name="页脚占位符 3"/>
          <p:cNvSpPr>
            <a:spLocks noGrp="1"/>
          </p:cNvSpPr>
          <p:nvPr>
            <p:ph type="ftr" sz="quarter" idx="1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10" name="灯片编号占位符 4"/>
          <p:cNvSpPr>
            <a:spLocks noGrp="1"/>
          </p:cNvSpPr>
          <p:nvPr>
            <p:ph type="sldNum" sz="quarter" idx="16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E225D6D2-E84E-4D41-88F4-7742C201E4F1}" type="slidenum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edg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file:///D:\qq&#25991;&#20214;\712321467\Image\C2C\Image2\%7b75232B38-A165-1FB7-499C-2E1C792CACB5%7d.png" TargetMode="External"/><Relationship Id="rId14" Type="http://schemas.openxmlformats.org/officeDocument/2006/relationships/image" Target="../media/image4.png"/><Relationship Id="rId13" Type="http://schemas.openxmlformats.org/officeDocument/2006/relationships/tags" Target="../tags/tag4.xml"/><Relationship Id="rId12" Type="http://schemas.openxmlformats.org/officeDocument/2006/relationships/tags" Target="../tags/tag3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6" Type="http://schemas.openxmlformats.org/officeDocument/2006/relationships/theme" Target="../theme/theme2.xml"/><Relationship Id="rId15" Type="http://schemas.openxmlformats.org/officeDocument/2006/relationships/image" Target="file:///D:\qq&#25991;&#20214;\712321467\Image\C2C\Image2\%7b75232B38-A165-1FB7-499C-2E1C792CACB5%7d.png" TargetMode="External"/><Relationship Id="rId14" Type="http://schemas.openxmlformats.org/officeDocument/2006/relationships/image" Target="../media/image4.png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6" Type="http://schemas.openxmlformats.org/officeDocument/2006/relationships/theme" Target="../theme/theme3.xml"/><Relationship Id="rId15" Type="http://schemas.openxmlformats.org/officeDocument/2006/relationships/image" Target="file:///D:\qq&#25991;&#20214;\712321467\Image\C2C\Image2\%7b75232B38-A165-1FB7-499C-2E1C792CACB5%7d.png" TargetMode="External"/><Relationship Id="rId14" Type="http://schemas.openxmlformats.org/officeDocument/2006/relationships/image" Target="../media/image4.png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 idx="4294967295"/>
            <p:custDataLst>
              <p:tags r:id="rId12"/>
            </p:custDataLst>
          </p:nvPr>
        </p:nvSpPr>
        <p:spPr>
          <a:xfrm>
            <a:off x="0" y="0"/>
            <a:ext cx="6938963" cy="8239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lIns="91440" tIns="45720" rIns="91440" bIns="45720" anchor="ctr" anchorCtr="0"/>
          <a:lstStyle>
            <a:lvl1pPr mar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3200" kern="1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  <a:cs typeface="+mj-cs"/>
              </a:defRPr>
            </a:lvl1pPr>
          </a:lstStyle>
          <a:p>
            <a:pPr lvl="0"/>
            <a:r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095375"/>
            <a:ext cx="10515600" cy="51704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lIns="91440" tIns="45720" rIns="91440" bIns="45720" anchor="t" anchorCtr="0"/>
          <a:lstStyle>
            <a:lvl1pPr marL="171450" indent="-171450" algn="just" defTabSz="6858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lang="zh-CN" altLang="en-US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71450" algn="just" defTabSz="685800" rtl="0" eaLnBrk="1" fontAlgn="base" latinLnBrk="0" hangingPunct="1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lang="zh-CN" altLang="en-US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just" defTabSz="685800" rtl="0" eaLnBrk="1" fontAlgn="base" latinLnBrk="0" hangingPunct="1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just" defTabSz="685800" rtl="0" eaLnBrk="1" fontAlgn="base" latinLnBrk="0" hangingPunct="1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just" defTabSz="685800" rtl="0" eaLnBrk="1" fontAlgn="base" latinLnBrk="0" hangingPunct="1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t>单击此处编辑母版文本样式</a:t>
            </a:r>
          </a:p>
          <a:p>
            <a:pPr lvl="1"/>
            <a:r>
              <a:t>第二级</a:t>
            </a:r>
          </a:p>
          <a:p>
            <a:pPr lvl="2"/>
            <a:r>
              <a:t>第三级</a:t>
            </a:r>
          </a:p>
          <a:p>
            <a:pPr lvl="3"/>
            <a:r>
              <a:t>第四级</a:t>
            </a:r>
          </a:p>
          <a:p>
            <a:pPr lvl="4"/>
            <a:r>
              <a:t>第五级</a:t>
            </a:r>
          </a:p>
        </p:txBody>
      </p:sp>
      <p:sp>
        <p:nvSpPr>
          <p:cNvPr id="102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DD2C93E5-3BCB-4610-88BE-FACCD015A7C2}" type="datetime1">
              <a:rPr lang="zh-CN" altLang="en-US" sz="1800">
                <a:solidFill>
                  <a:srgbClr val="898989"/>
                </a:solidFill>
              </a:rPr>
            </a:fld>
            <a:endParaRPr lang="zh-CN" altLang="en-US" sz="1800">
              <a:solidFill>
                <a:srgbClr val="898989"/>
              </a:solidFill>
            </a:endParaRPr>
          </a:p>
        </p:txBody>
      </p:sp>
      <p:sp>
        <p:nvSpPr>
          <p:cNvPr id="102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</a:endParaRPr>
          </a:p>
        </p:txBody>
      </p:sp>
      <p:sp>
        <p:nvSpPr>
          <p:cNvPr id="103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75E2407B-7609-4FF1-B8C4-7CB009962150}" type="slidenum">
              <a:rPr lang="zh-CN" altLang="en-US" sz="1800">
                <a:solidFill>
                  <a:srgbClr val="898989"/>
                </a:solidFill>
              </a:rPr>
            </a:fld>
            <a:endParaRPr lang="zh-CN" altLang="en-US" sz="1800">
              <a:solidFill>
                <a:srgbClr val="898989"/>
              </a:solidFill>
            </a:endParaRPr>
          </a:p>
        </p:txBody>
      </p:sp>
      <p:pic>
        <p:nvPicPr>
          <p:cNvPr id="1031" name="图片 1073743875" descr="学科网 zxxk.com"/>
          <p:cNvPicPr>
            <a:picLocks noChangeAspect="1"/>
          </p:cNvPicPr>
          <p:nvPr/>
        </p:nvPicPr>
        <p:blipFill>
          <a:blip r:embed="rId14" r:link="rId15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>
    <p:wedge/>
  </p:transition>
  <p:txStyles>
    <p:titleStyle>
      <a:lvl1pPr marL="0" indent="0" algn="l" defTabSz="685800" rtl="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3200" kern="1200">
          <a:solidFill>
            <a:schemeClr val="bg1"/>
          </a:solidFill>
          <a:latin typeface="Arial" panose="020B0604020202020204" pitchFamily="34" charset="0"/>
          <a:ea typeface="黑体" panose="02010609060101010101" charset="-122"/>
          <a:cs typeface="+mj-cs"/>
        </a:defRPr>
      </a:lvl1pPr>
    </p:titleStyle>
    <p:bodyStyle>
      <a:lvl1pPr marL="171450" indent="-171450" algn="just" defTabSz="685800" rtl="0" eaLnBrk="1" fontAlgn="base" latinLnBrk="0" hangingPunct="1">
        <a:lnSpc>
          <a:spcPct val="120000"/>
        </a:lnSpc>
        <a:spcBef>
          <a:spcPts val="75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14350" indent="-171450" algn="just" defTabSz="685800" rtl="0" eaLnBrk="1" fontAlgn="base" latinLnBrk="0" hangingPunct="1">
        <a:lnSpc>
          <a:spcPct val="120000"/>
        </a:lnSpc>
        <a:spcBef>
          <a:spcPts val="375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just" defTabSz="685800" rtl="0" eaLnBrk="1" fontAlgn="base" latinLnBrk="0" hangingPunct="1">
        <a:lnSpc>
          <a:spcPct val="120000"/>
        </a:lnSpc>
        <a:spcBef>
          <a:spcPts val="375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just" defTabSz="685800" rtl="0" eaLnBrk="1" fontAlgn="base" latinLnBrk="0" hangingPunct="1">
        <a:lnSpc>
          <a:spcPct val="120000"/>
        </a:lnSpc>
        <a:spcBef>
          <a:spcPts val="375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just" defTabSz="685800" rtl="0" eaLnBrk="1" fontAlgn="base" latinLnBrk="0" hangingPunct="1">
        <a:lnSpc>
          <a:spcPct val="120000"/>
        </a:lnSpc>
        <a:spcBef>
          <a:spcPts val="375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indent="0" algn="l" defTabSz="6858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占位符 1"/>
          <p:cNvSpPr>
            <a:spLocks noGrp="1"/>
          </p:cNvSpPr>
          <p:nvPr>
            <p:ph type="title" idx="4294967295"/>
            <p:custDataLst>
              <p:tags r:id="rId12"/>
            </p:custDataLst>
          </p:nvPr>
        </p:nvSpPr>
        <p:spPr>
          <a:xfrm>
            <a:off x="0" y="0"/>
            <a:ext cx="6938963" cy="8239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lIns="91440" tIns="45720" rIns="91440" bIns="45720" anchor="ctr" anchorCtr="0"/>
          <a:lstStyle>
            <a:lvl1pPr mar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3200" kern="1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  <a:cs typeface="+mj-cs"/>
              </a:defRPr>
            </a:lvl1pPr>
          </a:lstStyle>
          <a:p>
            <a:pPr lvl="0"/>
            <a:r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095375"/>
            <a:ext cx="10515600" cy="51704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lIns="91440" tIns="45720" rIns="91440" bIns="45720" anchor="t" anchorCtr="0"/>
          <a:lstStyle>
            <a:lvl1pPr marL="171450" indent="-171450" algn="just" defTabSz="6858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lang="zh-CN" altLang="en-US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71450" algn="just" defTabSz="685800" rtl="0" eaLnBrk="1" fontAlgn="base" latinLnBrk="0" hangingPunct="1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lang="zh-CN" altLang="en-US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just" defTabSz="685800" rtl="0" eaLnBrk="1" fontAlgn="base" latinLnBrk="0" hangingPunct="1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just" defTabSz="685800" rtl="0" eaLnBrk="1" fontAlgn="base" latinLnBrk="0" hangingPunct="1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just" defTabSz="685800" rtl="0" eaLnBrk="1" fontAlgn="base" latinLnBrk="0" hangingPunct="1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t>单击此处编辑母版文本样式</a:t>
            </a:r>
          </a:p>
          <a:p>
            <a:pPr lvl="1"/>
            <a:r>
              <a:t>第二级</a:t>
            </a:r>
          </a:p>
          <a:p>
            <a:pPr lvl="2"/>
            <a:r>
              <a:t>第三级</a:t>
            </a:r>
          </a:p>
          <a:p>
            <a:pPr lvl="3"/>
            <a:r>
              <a:t>第四级</a:t>
            </a:r>
          </a:p>
          <a:p>
            <a:pPr lvl="4"/>
            <a:r>
              <a:t>第五级</a:t>
            </a:r>
          </a:p>
        </p:txBody>
      </p:sp>
      <p:sp>
        <p:nvSpPr>
          <p:cNvPr id="205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F3E12EAB-9BA3-42D6-9073-C3AD3E76FA2E}" type="datetime1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D1468F1D-26E8-484F-98EA-649FDF073730}" type="slidenum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055" name="图片 1073743875" descr="学科网 zxxk.com"/>
          <p:cNvPicPr>
            <a:picLocks noChangeAspect="1"/>
          </p:cNvPicPr>
          <p:nvPr/>
        </p:nvPicPr>
        <p:blipFill>
          <a:blip r:embed="rId14" r:link="rId15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ransition>
    <p:wedge/>
  </p:transition>
  <p:txStyles>
    <p:titleStyle>
      <a:lvl1pPr marL="0" indent="0" algn="l" defTabSz="685800" rtl="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3200" kern="1200">
          <a:solidFill>
            <a:schemeClr val="bg1"/>
          </a:solidFill>
          <a:latin typeface="Arial" panose="020B0604020202020204" pitchFamily="34" charset="0"/>
          <a:ea typeface="黑体" panose="02010609060101010101" charset="-122"/>
          <a:cs typeface="+mj-cs"/>
        </a:defRPr>
      </a:lvl1pPr>
    </p:titleStyle>
    <p:bodyStyle>
      <a:lvl1pPr marL="171450" indent="-171450" algn="just" defTabSz="685800" rtl="0" eaLnBrk="1" fontAlgn="base" latinLnBrk="0" hangingPunct="1">
        <a:lnSpc>
          <a:spcPct val="120000"/>
        </a:lnSpc>
        <a:spcBef>
          <a:spcPts val="75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14350" indent="-171450" algn="just" defTabSz="685800" rtl="0" eaLnBrk="1" fontAlgn="base" latinLnBrk="0" hangingPunct="1">
        <a:lnSpc>
          <a:spcPct val="120000"/>
        </a:lnSpc>
        <a:spcBef>
          <a:spcPts val="375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just" defTabSz="685800" rtl="0" eaLnBrk="1" fontAlgn="base" latinLnBrk="0" hangingPunct="1">
        <a:lnSpc>
          <a:spcPct val="120000"/>
        </a:lnSpc>
        <a:spcBef>
          <a:spcPts val="375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just" defTabSz="685800" rtl="0" eaLnBrk="1" fontAlgn="base" latinLnBrk="0" hangingPunct="1">
        <a:lnSpc>
          <a:spcPct val="120000"/>
        </a:lnSpc>
        <a:spcBef>
          <a:spcPts val="375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just" defTabSz="685800" rtl="0" eaLnBrk="1" fontAlgn="base" latinLnBrk="0" hangingPunct="1">
        <a:lnSpc>
          <a:spcPct val="120000"/>
        </a:lnSpc>
        <a:spcBef>
          <a:spcPts val="375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indent="0" algn="l" defTabSz="6858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074" name="标题占位符 1"/>
          <p:cNvSpPr>
            <a:spLocks noGrp="1"/>
          </p:cNvSpPr>
          <p:nvPr>
            <p:ph type="title" idx="4294967295"/>
            <p:custDataLst>
              <p:tags r:id="rId12"/>
            </p:custDataLst>
          </p:nvPr>
        </p:nvSpPr>
        <p:spPr>
          <a:xfrm>
            <a:off x="0" y="0"/>
            <a:ext cx="6938963" cy="8239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lIns="91440" tIns="45720" rIns="91440" bIns="45720" anchor="ctr" anchorCtr="0"/>
          <a:lstStyle>
            <a:lvl1pPr mar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3200" kern="1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  <a:cs typeface="+mj-cs"/>
              </a:defRPr>
            </a:lvl1pPr>
          </a:lstStyle>
          <a:p>
            <a:pPr lvl="0"/>
            <a:r>
              <a:t>单击此处编辑母版标题样式</a:t>
            </a:r>
          </a:p>
        </p:txBody>
      </p:sp>
      <p:sp>
        <p:nvSpPr>
          <p:cNvPr id="3075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095375"/>
            <a:ext cx="10515600" cy="51704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lIns="91440" tIns="45720" rIns="91440" bIns="45720" anchor="t" anchorCtr="0"/>
          <a:lstStyle>
            <a:lvl1pPr marL="171450" indent="-171450" algn="just" defTabSz="6858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lang="zh-CN" altLang="en-US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71450" algn="just" defTabSz="685800" rtl="0" eaLnBrk="1" fontAlgn="base" latinLnBrk="0" hangingPunct="1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lang="zh-CN" altLang="en-US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just" defTabSz="685800" rtl="0" eaLnBrk="1" fontAlgn="base" latinLnBrk="0" hangingPunct="1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just" defTabSz="685800" rtl="0" eaLnBrk="1" fontAlgn="base" latinLnBrk="0" hangingPunct="1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just" defTabSz="685800" rtl="0" eaLnBrk="1" fontAlgn="base" latinLnBrk="0" hangingPunct="1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t>单击此处编辑母版文本样式</a:t>
            </a:r>
          </a:p>
          <a:p>
            <a:pPr lvl="1"/>
            <a:r>
              <a:t>第二级</a:t>
            </a:r>
          </a:p>
          <a:p>
            <a:pPr lvl="2"/>
            <a:r>
              <a:t>第三级</a:t>
            </a:r>
          </a:p>
          <a:p>
            <a:pPr lvl="3"/>
            <a:r>
              <a:t>第四级</a:t>
            </a:r>
          </a:p>
          <a:p>
            <a:pPr lvl="4"/>
            <a:r>
              <a:t>第五级</a:t>
            </a:r>
          </a:p>
        </p:txBody>
      </p:sp>
      <p:sp>
        <p:nvSpPr>
          <p:cNvPr id="3076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fld id="{B833E94A-5C61-4D6C-A13C-3FBFA2C78D1C}" type="datetime1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/>
            <a:fld id="{6936B856-807D-4EC7-ACA2-6ABFD170E37C}" type="slidenum">
              <a:rPr lang="zh-CN" altLang="en-US" sz="18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079" name="图片 1073743875" descr="学科网 zxxk.com"/>
          <p:cNvPicPr>
            <a:picLocks noChangeAspect="1"/>
          </p:cNvPicPr>
          <p:nvPr/>
        </p:nvPicPr>
        <p:blipFill>
          <a:blip r:embed="rId14" r:link="rId15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transition>
    <p:wedge/>
  </p:transition>
  <p:txStyles>
    <p:titleStyle>
      <a:lvl1pPr marL="0" indent="0" algn="l" defTabSz="685800" rtl="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3200" kern="1200">
          <a:solidFill>
            <a:schemeClr val="bg1"/>
          </a:solidFill>
          <a:latin typeface="Arial" panose="020B0604020202020204" pitchFamily="34" charset="0"/>
          <a:ea typeface="黑体" panose="02010609060101010101" charset="-122"/>
          <a:cs typeface="+mj-cs"/>
        </a:defRPr>
      </a:lvl1pPr>
    </p:titleStyle>
    <p:bodyStyle>
      <a:lvl1pPr marL="171450" indent="-171450" algn="just" defTabSz="685800" rtl="0" eaLnBrk="1" fontAlgn="base" latinLnBrk="0" hangingPunct="1">
        <a:lnSpc>
          <a:spcPct val="120000"/>
        </a:lnSpc>
        <a:spcBef>
          <a:spcPts val="75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14350" indent="-171450" algn="just" defTabSz="685800" rtl="0" eaLnBrk="1" fontAlgn="base" latinLnBrk="0" hangingPunct="1">
        <a:lnSpc>
          <a:spcPct val="120000"/>
        </a:lnSpc>
        <a:spcBef>
          <a:spcPts val="375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just" defTabSz="685800" rtl="0" eaLnBrk="1" fontAlgn="base" latinLnBrk="0" hangingPunct="1">
        <a:lnSpc>
          <a:spcPct val="120000"/>
        </a:lnSpc>
        <a:spcBef>
          <a:spcPts val="375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just" defTabSz="685800" rtl="0" eaLnBrk="1" fontAlgn="base" latinLnBrk="0" hangingPunct="1">
        <a:lnSpc>
          <a:spcPct val="120000"/>
        </a:lnSpc>
        <a:spcBef>
          <a:spcPts val="375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just" defTabSz="685800" rtl="0" eaLnBrk="1" fontAlgn="base" latinLnBrk="0" hangingPunct="1">
        <a:lnSpc>
          <a:spcPct val="120000"/>
        </a:lnSpc>
        <a:spcBef>
          <a:spcPts val="375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indent="0" algn="l" defTabSz="6858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.xml"/><Relationship Id="rId3" Type="http://schemas.openxmlformats.org/officeDocument/2006/relationships/image" Target="../media/image6.png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14.xml"/><Relationship Id="rId6" Type="http://schemas.openxmlformats.org/officeDocument/2006/relationships/tags" Target="../tags/tag17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4.bin"/><Relationship Id="rId3" Type="http://schemas.openxmlformats.org/officeDocument/2006/relationships/oleObject" Target="../embeddings/oleObject3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.bin"/><Relationship Id="rId8" Type="http://schemas.openxmlformats.org/officeDocument/2006/relationships/image" Target="../media/image12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6.bin"/><Relationship Id="rId24" Type="http://schemas.openxmlformats.org/officeDocument/2006/relationships/notesSlide" Target="../notesSlides/notesSlide5.xml"/><Relationship Id="rId23" Type="http://schemas.openxmlformats.org/officeDocument/2006/relationships/vmlDrawing" Target="../drawings/vmlDrawing3.vml"/><Relationship Id="rId22" Type="http://schemas.openxmlformats.org/officeDocument/2006/relationships/slideLayout" Target="../slideLayouts/slideLayout14.xml"/><Relationship Id="rId21" Type="http://schemas.openxmlformats.org/officeDocument/2006/relationships/tags" Target="../tags/tag18.xml"/><Relationship Id="rId20" Type="http://schemas.openxmlformats.org/officeDocument/2006/relationships/image" Target="../media/image18.wmf"/><Relationship Id="rId2" Type="http://schemas.openxmlformats.org/officeDocument/2006/relationships/image" Target="../media/image9.wmf"/><Relationship Id="rId19" Type="http://schemas.openxmlformats.org/officeDocument/2006/relationships/oleObject" Target="../embeddings/oleObject14.bin"/><Relationship Id="rId18" Type="http://schemas.openxmlformats.org/officeDocument/2006/relationships/image" Target="../media/image17.wmf"/><Relationship Id="rId17" Type="http://schemas.openxmlformats.org/officeDocument/2006/relationships/oleObject" Target="../embeddings/oleObject13.bin"/><Relationship Id="rId16" Type="http://schemas.openxmlformats.org/officeDocument/2006/relationships/image" Target="../media/image16.wmf"/><Relationship Id="rId15" Type="http://schemas.openxmlformats.org/officeDocument/2006/relationships/oleObject" Target="../embeddings/oleObject12.bin"/><Relationship Id="rId14" Type="http://schemas.openxmlformats.org/officeDocument/2006/relationships/image" Target="../media/image15.wmf"/><Relationship Id="rId13" Type="http://schemas.openxmlformats.org/officeDocument/2006/relationships/oleObject" Target="../embeddings/oleObject11.bin"/><Relationship Id="rId12" Type="http://schemas.openxmlformats.org/officeDocument/2006/relationships/image" Target="../media/image14.wmf"/><Relationship Id="rId11" Type="http://schemas.openxmlformats.org/officeDocument/2006/relationships/oleObject" Target="../embeddings/oleObject10.bin"/><Relationship Id="rId10" Type="http://schemas.openxmlformats.org/officeDocument/2006/relationships/image" Target="../media/image13.wmf"/><Relationship Id="rId1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vmlDrawing" Target="../drawings/vmlDrawing4.vml"/><Relationship Id="rId6" Type="http://schemas.openxmlformats.org/officeDocument/2006/relationships/slideLayout" Target="../slideLayouts/slideLayout14.xml"/><Relationship Id="rId5" Type="http://schemas.openxmlformats.org/officeDocument/2006/relationships/tags" Target="../tags/tag19.xml"/><Relationship Id="rId4" Type="http://schemas.openxmlformats.org/officeDocument/2006/relationships/image" Target="../media/image21.emf"/><Relationship Id="rId3" Type="http://schemas.openxmlformats.org/officeDocument/2006/relationships/image" Target="../media/image20.wmf"/><Relationship Id="rId2" Type="http://schemas.openxmlformats.org/officeDocument/2006/relationships/oleObject" Target="../embeddings/oleObject15.bin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0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4.xml"/><Relationship Id="rId2" Type="http://schemas.openxmlformats.org/officeDocument/2006/relationships/tags" Target="../tags/tag21.xml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Box 4"/>
          <p:cNvSpPr/>
          <p:nvPr/>
        </p:nvSpPr>
        <p:spPr>
          <a:xfrm>
            <a:off x="1162050" y="1509713"/>
            <a:ext cx="10166350" cy="22447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r>
              <a:rPr lang="zh-CN" altLang="en-US" sz="6000" b="1">
                <a:latin typeface="Times New Roman" panose="02020603050405020304" pitchFamily="18" charset="0"/>
                <a:ea typeface="黑体" panose="02010609060101010101" charset="-122"/>
              </a:rPr>
              <a:t>第一章   集合与常用逻辑用语</a:t>
            </a:r>
            <a:endParaRPr lang="zh-CN" altLang="en-US" sz="6000" b="1">
              <a:latin typeface="Times New Roman" panose="02020603050405020304" pitchFamily="18" charset="0"/>
              <a:ea typeface="黑体" panose="02010609060101010101" charset="-122"/>
            </a:endParaRPr>
          </a:p>
          <a:p>
            <a:pPr lvl="0" algn="ctr"/>
            <a:endParaRPr lang="zh-CN" altLang="en-US" sz="3200" b="1">
              <a:latin typeface="Times New Roman" panose="02020603050405020304" pitchFamily="18" charset="0"/>
              <a:ea typeface="黑体" panose="02010609060101010101" charset="-122"/>
            </a:endParaRPr>
          </a:p>
          <a:p>
            <a:pPr lvl="0" algn="ctr"/>
            <a:r>
              <a:rPr lang="en-US" altLang="zh-CN" sz="4800" b="1">
                <a:latin typeface="Times New Roman" panose="02020603050405020304" pitchFamily="18" charset="0"/>
                <a:ea typeface="黑体" panose="02010609060101010101" charset="-122"/>
              </a:rPr>
              <a:t>1.4.1  </a:t>
            </a:r>
            <a:r>
              <a:rPr lang="zh-CN" altLang="en-US" sz="4800" b="1">
                <a:latin typeface="Times New Roman" panose="02020603050405020304" pitchFamily="18" charset="0"/>
                <a:ea typeface="黑体" panose="02010609060101010101" charset="-122"/>
              </a:rPr>
              <a:t>充分条件与必要条件</a:t>
            </a:r>
            <a:endParaRPr lang="en-US" altLang="zh-CN" sz="4800" b="1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5127" name="文本框 99"/>
          <p:cNvSpPr txBox="1"/>
          <p:nvPr>
            <p:custDataLst>
              <p:tags r:id="rId1"/>
            </p:custDataLst>
          </p:nvPr>
        </p:nvSpPr>
        <p:spPr>
          <a:xfrm>
            <a:off x="3287395" y="4221480"/>
            <a:ext cx="5080000" cy="11988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成套的课件成套的教案成套的试题成套的微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	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专题尽在高中数学同步资源大全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QQ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群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552511468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也可联系微信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fjshuxue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加入百度或夸克网盘群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4000G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一线老师必备资料一键转存自动更新永不过期  </a:t>
            </a:r>
            <a:endParaRPr lang="zh-CN" altLang="en-US" sz="18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  <p:transition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20"/>
          <p:cNvSpPr>
            <a:spLocks noGrp="1"/>
          </p:cNvSpPr>
          <p:nvPr>
            <p:ph type="title"/>
          </p:nvPr>
        </p:nvSpPr>
        <p:spPr>
          <a:xfrm>
            <a:off x="0" y="0"/>
            <a:ext cx="6938963" cy="823913"/>
          </a:xfrm>
          <a:prstGeom prst="rect">
            <a:avLst/>
          </a:prstGeom>
        </p:spPr>
        <p:txBody>
          <a:bodyPr vert="horz" lIns="91440" tIns="45720" rIns="91440" bIns="45720" anchor="ctr" anchorCtr="0"/>
          <a:lstStyle>
            <a:lvl1pPr mar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3200" kern="1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  <a:cs typeface="+mj-cs"/>
              </a:defRPr>
            </a:lvl1pPr>
          </a:lstStyle>
          <a:p>
            <a:pPr marL="0" marR="0" lvl="0" indent="0" algn="ctr" fontAlgn="base">
              <a:lnSpc>
                <a:spcPct val="100000"/>
              </a:lnSpc>
              <a:spcAft>
                <a:spcPct val="0"/>
              </a:spcAft>
              <a:buClrTx/>
            </a:pPr>
            <a:r>
              <a:rPr lang="zh-CN" altLang="en-US" sz="3600" b="1" spc="0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新知</a:t>
            </a:r>
            <a:r>
              <a:rPr lang="en-US" altLang="zh-CN" sz="3600" b="1" spc="0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  <a:r>
              <a:rPr lang="zh-CN" altLang="en-US" sz="3600" b="1" spc="0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命题的定义与真假判断</a:t>
            </a:r>
            <a:endParaRPr lang="zh-CN" altLang="en-US" sz="3600" b="1" baseline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602" name="矩形 1"/>
          <p:cNvSpPr/>
          <p:nvPr/>
        </p:nvSpPr>
        <p:spPr>
          <a:xfrm>
            <a:off x="407988" y="904875"/>
            <a:ext cx="11726862" cy="5429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05000"/>
              </a:lnSpc>
              <a:spcBef>
                <a:spcPct val="100000"/>
              </a:spcBef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1.1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命题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：用语言、符号或式子表达的，</a:t>
            </a:r>
            <a:r>
              <a:rPr lang="zh-CN" altLang="en-US" sz="2800" b="1" u="sng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可以判断真假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的</a:t>
            </a:r>
            <a:r>
              <a:rPr lang="zh-CN" altLang="en-US" sz="2800" b="1" u="sng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陈述句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.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5603" name="文本框 8"/>
          <p:cNvSpPr/>
          <p:nvPr/>
        </p:nvSpPr>
        <p:spPr>
          <a:xfrm>
            <a:off x="6496050" y="3068638"/>
            <a:ext cx="1676400" cy="5222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spcBef>
                <a:spcPct val="50000"/>
              </a:spcBef>
            </a:pPr>
            <a:r>
              <a:rPr lang="zh-CN" altLang="en-US" sz="2800" b="1">
                <a:solidFill>
                  <a:srgbClr val="E40B06"/>
                </a:solidFill>
                <a:latin typeface="Times New Roman" panose="02020603050405020304" pitchFamily="18" charset="0"/>
                <a:ea typeface="黑体" panose="02010609060101010101" charset="-122"/>
              </a:rPr>
              <a:t>（假）</a:t>
            </a:r>
            <a:endParaRPr lang="zh-CN" altLang="en-US" sz="2800" b="1">
              <a:solidFill>
                <a:srgbClr val="E40B06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5604" name="文本框 9"/>
          <p:cNvSpPr/>
          <p:nvPr/>
        </p:nvSpPr>
        <p:spPr>
          <a:xfrm>
            <a:off x="6496050" y="3589338"/>
            <a:ext cx="1246188" cy="5222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spcBef>
                <a:spcPct val="50000"/>
              </a:spcBef>
            </a:pPr>
            <a:r>
              <a:rPr lang="zh-CN" altLang="en-US" sz="2800" b="1">
                <a:solidFill>
                  <a:srgbClr val="E40B06"/>
                </a:solidFill>
                <a:latin typeface="Times New Roman" panose="02020603050405020304" pitchFamily="18" charset="0"/>
                <a:ea typeface="黑体" panose="02010609060101010101" charset="-122"/>
              </a:rPr>
              <a:t>（假）</a:t>
            </a:r>
            <a:endParaRPr lang="zh-CN" altLang="en-US" sz="2800" b="1">
              <a:solidFill>
                <a:srgbClr val="E40B06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5605" name="文本框 11"/>
          <p:cNvSpPr/>
          <p:nvPr/>
        </p:nvSpPr>
        <p:spPr>
          <a:xfrm>
            <a:off x="2236788" y="4113213"/>
            <a:ext cx="1309687" cy="5207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spcBef>
                <a:spcPct val="50000"/>
              </a:spcBef>
            </a:pPr>
            <a:r>
              <a:rPr lang="zh-CN" altLang="en-US" sz="2800" b="1">
                <a:solidFill>
                  <a:srgbClr val="E40B06"/>
                </a:solidFill>
                <a:latin typeface="Times New Roman" panose="02020603050405020304" pitchFamily="18" charset="0"/>
                <a:ea typeface="黑体" panose="02010609060101010101" charset="-122"/>
              </a:rPr>
              <a:t>（真）</a:t>
            </a:r>
            <a:endParaRPr lang="zh-CN" altLang="en-US" sz="2800" b="1">
              <a:solidFill>
                <a:srgbClr val="E40B06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5606" name="文本框 12"/>
          <p:cNvSpPr/>
          <p:nvPr/>
        </p:nvSpPr>
        <p:spPr>
          <a:xfrm>
            <a:off x="5692775" y="4637088"/>
            <a:ext cx="1905000" cy="5222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spcBef>
                <a:spcPct val="50000"/>
              </a:spcBef>
            </a:pPr>
            <a:r>
              <a:rPr lang="zh-CN" altLang="en-US" sz="2800" b="1">
                <a:solidFill>
                  <a:srgbClr val="E40B06"/>
                </a:solidFill>
                <a:latin typeface="Times New Roman" panose="02020603050405020304" pitchFamily="18" charset="0"/>
                <a:ea typeface="黑体" panose="02010609060101010101" charset="-122"/>
              </a:rPr>
              <a:t>（假）</a:t>
            </a:r>
            <a:endParaRPr lang="zh-CN" altLang="en-US" sz="2800" b="1">
              <a:solidFill>
                <a:srgbClr val="E40B06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5607" name="矩形 138256"/>
          <p:cNvSpPr/>
          <p:nvPr/>
        </p:nvSpPr>
        <p:spPr>
          <a:xfrm>
            <a:off x="8904288" y="4724400"/>
            <a:ext cx="3011487" cy="1936750"/>
          </a:xfrm>
          <a:prstGeom prst="rect">
            <a:avLst/>
          </a:prstGeom>
          <a:noFill/>
          <a:ln w="28575">
            <a:solidFill>
              <a:srgbClr val="A26CA1"/>
            </a:solidFill>
            <a:round/>
          </a:ln>
        </p:spPr>
        <p:txBody>
          <a:bodyPr wrap="squar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sz="2400" b="1">
                <a:latin typeface="Times New Roman" panose="02020603050405020304" pitchFamily="18" charset="0"/>
              </a:rPr>
              <a:t>有些语句中</a:t>
            </a:r>
            <a:r>
              <a:rPr lang="zh-CN" altLang="en-US" sz="2400" b="1" u="sng">
                <a:latin typeface="Times New Roman" panose="02020603050405020304" pitchFamily="18" charset="0"/>
              </a:rPr>
              <a:t>含有变量</a:t>
            </a:r>
            <a:r>
              <a:rPr lang="zh-CN" altLang="en-US" sz="2400" b="1">
                <a:latin typeface="Times New Roman" panose="02020603050405020304" pitchFamily="18" charset="0"/>
              </a:rPr>
              <a:t>，在不给定变量的值之前，我们无法确定这语句的真假，这样的语句叫</a:t>
            </a:r>
            <a:r>
              <a:rPr lang="zh-CN" altLang="en-US" sz="24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开语句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.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8" name="文本框 19"/>
          <p:cNvSpPr/>
          <p:nvPr/>
        </p:nvSpPr>
        <p:spPr>
          <a:xfrm>
            <a:off x="695325" y="1481138"/>
            <a:ext cx="6799263" cy="5222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defTabSz="685800"/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注：</a:t>
            </a:r>
            <a:r>
              <a:rPr lang="zh-CN" altLang="en-US" sz="2800" b="1" u="sng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开语句、疑问句、祈使句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都不是命题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.</a:t>
            </a:r>
            <a:endParaRPr lang="en-US" altLang="zh-CN" sz="28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5609" name="右大括号 4"/>
          <p:cNvSpPr/>
          <p:nvPr/>
        </p:nvSpPr>
        <p:spPr>
          <a:xfrm>
            <a:off x="4119563" y="5368925"/>
            <a:ext cx="287337" cy="1223963"/>
          </a:xfrm>
          <a:prstGeom prst="rightBrace">
            <a:avLst>
              <a:gd name="adj1" fmla="val 8322"/>
              <a:gd name="adj2" fmla="val 50000"/>
            </a:avLst>
          </a:prstGeom>
          <a:noFill/>
          <a:ln w="28575">
            <a:solidFill>
              <a:schemeClr val="tx1"/>
            </a:solidFill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25610" name="文本框 66569"/>
          <p:cNvSpPr/>
          <p:nvPr/>
        </p:nvSpPr>
        <p:spPr>
          <a:xfrm>
            <a:off x="4583113" y="5719763"/>
            <a:ext cx="2106612" cy="5222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</a:rPr>
              <a:t>不是命题</a:t>
            </a:r>
            <a:endParaRPr lang="zh-CN" altLang="en-US" sz="2800" b="1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5611" name="文本框 1"/>
          <p:cNvSpPr/>
          <p:nvPr/>
        </p:nvSpPr>
        <p:spPr>
          <a:xfrm>
            <a:off x="407988" y="2036763"/>
            <a:ext cx="11498262" cy="5540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defTabSz="685800"/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1.2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命题的真假：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判断为真的语句是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真命题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；判断为假的语句是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假命题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.</a:t>
            </a:r>
            <a:endParaRPr lang="en-US" altLang="zh-CN" sz="28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5612" name="文本框 2"/>
          <p:cNvSpPr/>
          <p:nvPr/>
        </p:nvSpPr>
        <p:spPr>
          <a:xfrm>
            <a:off x="6816725" y="4641850"/>
            <a:ext cx="1812925" cy="5222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a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=2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是偶数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grpSp>
        <p:nvGrpSpPr>
          <p:cNvPr id="25613" name="组合 36"/>
          <p:cNvGrpSpPr/>
          <p:nvPr/>
        </p:nvGrpSpPr>
        <p:grpSpPr>
          <a:xfrm>
            <a:off x="730250" y="2528888"/>
            <a:ext cx="9953625" cy="4192587"/>
            <a:chOff x="1151" y="3982"/>
            <a:chExt cx="15674" cy="6603"/>
          </a:xfrm>
        </p:grpSpPr>
        <p:sp>
          <p:nvSpPr>
            <p:cNvPr id="25614" name="文本框 66562"/>
            <p:cNvSpPr/>
            <p:nvPr/>
          </p:nvSpPr>
          <p:spPr>
            <a:xfrm>
              <a:off x="1156" y="4834"/>
              <a:ext cx="10435" cy="82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t" anchorCtr="0">
              <a:spAutoFit/>
            </a:bodyPr>
            <a:lstStyle>
              <a:defPPr>
                <a:defRPr lang="zh-CN"/>
              </a:defPPr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  <a:ea typeface="黑体" panose="02010609060101010101" charset="-122"/>
                </a:rPr>
                <a:t>(1)</a:t>
              </a:r>
              <a:r>
                <a:rPr lang="zh-CN" altLang="en-US" sz="2800" b="1">
                  <a:latin typeface="Times New Roman" panose="02020603050405020304" pitchFamily="18" charset="0"/>
                  <a:ea typeface="黑体" panose="02010609060101010101" charset="-122"/>
                </a:rPr>
                <a:t>若</a:t>
              </a:r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charset="-122"/>
                </a:rPr>
                <a:t>x</a:t>
              </a:r>
              <a:r>
                <a:rPr lang="en-US" altLang="zh-CN" sz="2800" b="1">
                  <a:latin typeface="Times New Roman" panose="02020603050405020304" pitchFamily="18" charset="0"/>
                  <a:ea typeface="黑体" panose="02010609060101010101" charset="-122"/>
                </a:rPr>
                <a:t>,</a:t>
              </a:r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charset="-122"/>
                </a:rPr>
                <a:t>y</a:t>
              </a:r>
              <a:r>
                <a:rPr lang="zh-CN" altLang="en-US" sz="2800" b="1">
                  <a:latin typeface="Times New Roman" panose="02020603050405020304" pitchFamily="18" charset="0"/>
                  <a:ea typeface="黑体" panose="02010609060101010101" charset="-122"/>
                </a:rPr>
                <a:t>是无理数，则</a:t>
              </a:r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charset="-122"/>
                </a:rPr>
                <a:t>x</a:t>
              </a:r>
              <a:r>
                <a:rPr lang="en-US" altLang="zh-CN" sz="2800" b="1">
                  <a:latin typeface="Times New Roman" panose="02020603050405020304" pitchFamily="18" charset="0"/>
                  <a:ea typeface="黑体" panose="02010609060101010101" charset="-122"/>
                </a:rPr>
                <a:t>+</a:t>
              </a:r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charset="-122"/>
                </a:rPr>
                <a:t>y</a:t>
              </a:r>
              <a:r>
                <a:rPr lang="zh-CN" altLang="en-US" sz="2800" b="1">
                  <a:latin typeface="Times New Roman" panose="02020603050405020304" pitchFamily="18" charset="0"/>
                  <a:ea typeface="黑体" panose="02010609060101010101" charset="-122"/>
                </a:rPr>
                <a:t>是无理数</a:t>
              </a:r>
              <a:r>
                <a:rPr lang="en-US" altLang="zh-CN" sz="2800" b="1">
                  <a:latin typeface="Times New Roman" panose="02020603050405020304" pitchFamily="18" charset="0"/>
                  <a:ea typeface="黑体" panose="02010609060101010101" charset="-122"/>
                </a:rPr>
                <a:t>.</a:t>
              </a:r>
              <a:endParaRPr lang="en-US" altLang="zh-CN" sz="2800" b="1"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  <p:sp>
          <p:nvSpPr>
            <p:cNvPr id="25615" name="文本框 66563"/>
            <p:cNvSpPr/>
            <p:nvPr/>
          </p:nvSpPr>
          <p:spPr>
            <a:xfrm>
              <a:off x="1156" y="5654"/>
              <a:ext cx="9760" cy="82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anchor="t" anchorCtr="0">
              <a:spAutoFit/>
            </a:bodyPr>
            <a:lstStyle>
              <a:defPPr>
                <a:defRPr lang="zh-CN"/>
              </a:defPPr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  <a:ea typeface="黑体" panose="02010609060101010101" charset="-122"/>
                </a:rPr>
                <a:t>(2)</a:t>
              </a:r>
              <a:r>
                <a:rPr lang="zh-CN" altLang="en-US" sz="2800" b="1">
                  <a:latin typeface="Times New Roman" panose="02020603050405020304" pitchFamily="18" charset="0"/>
                  <a:ea typeface="黑体" panose="02010609060101010101" charset="-122"/>
                </a:rPr>
                <a:t>若</a:t>
              </a:r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charset="-122"/>
                </a:rPr>
                <a:t>x</a:t>
              </a:r>
              <a:r>
                <a:rPr lang="en-US" altLang="zh-CN" sz="2800" b="1">
                  <a:latin typeface="Times New Roman" panose="02020603050405020304" pitchFamily="18" charset="0"/>
                  <a:ea typeface="黑体" panose="02010609060101010101" charset="-122"/>
                </a:rPr>
                <a:t>+</a:t>
              </a:r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charset="-122"/>
                </a:rPr>
                <a:t>y</a:t>
              </a:r>
              <a:r>
                <a:rPr lang="zh-CN" altLang="en-US" sz="2800" b="1">
                  <a:latin typeface="Times New Roman" panose="02020603050405020304" pitchFamily="18" charset="0"/>
                  <a:ea typeface="黑体" panose="02010609060101010101" charset="-122"/>
                </a:rPr>
                <a:t>是有理数，则</a:t>
              </a:r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charset="-122"/>
                </a:rPr>
                <a:t>x</a:t>
              </a:r>
              <a:r>
                <a:rPr lang="en-US" altLang="zh-CN" sz="2800" b="1">
                  <a:latin typeface="Times New Roman" panose="02020603050405020304" pitchFamily="18" charset="0"/>
                  <a:ea typeface="黑体" panose="02010609060101010101" charset="-122"/>
                </a:rPr>
                <a:t>,</a:t>
              </a:r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charset="-122"/>
                </a:rPr>
                <a:t>y</a:t>
              </a:r>
              <a:r>
                <a:rPr lang="zh-CN" altLang="en-US" sz="2800" b="1">
                  <a:latin typeface="Times New Roman" panose="02020603050405020304" pitchFamily="18" charset="0"/>
                  <a:ea typeface="黑体" panose="02010609060101010101" charset="-122"/>
                </a:rPr>
                <a:t>都是有理数</a:t>
              </a:r>
              <a:r>
                <a:rPr lang="en-US" altLang="zh-CN" sz="2800" b="1">
                  <a:latin typeface="Times New Roman" panose="02020603050405020304" pitchFamily="18" charset="0"/>
                  <a:ea typeface="黑体" panose="02010609060101010101" charset="-122"/>
                </a:rPr>
                <a:t> .</a:t>
              </a:r>
              <a:endParaRPr lang="en-US" altLang="zh-CN" sz="2800" b="1"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  <p:sp>
          <p:nvSpPr>
            <p:cNvPr id="25616" name="文本框 66564"/>
            <p:cNvSpPr/>
            <p:nvPr/>
          </p:nvSpPr>
          <p:spPr>
            <a:xfrm>
              <a:off x="1157" y="6452"/>
              <a:ext cx="3038" cy="82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anchor="t" anchorCtr="0">
              <a:spAutoFit/>
            </a:bodyPr>
            <a:lstStyle>
              <a:defPPr>
                <a:defRPr lang="zh-CN"/>
              </a:defPPr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  <a:ea typeface="黑体" panose="02010609060101010101" charset="-122"/>
                </a:rPr>
                <a:t>(3)3</a:t>
              </a:r>
              <a:r>
                <a:rPr lang="en-US" altLang="zh-CN" sz="2800" b="1">
                  <a:latin typeface="黑体" panose="02010609060101010101" charset="-122"/>
                  <a:ea typeface="黑体" panose="02010609060101010101" charset="-122"/>
                </a:rPr>
                <a:t>≥</a:t>
              </a:r>
              <a:r>
                <a:rPr lang="en-US" altLang="zh-CN" sz="2800" b="1">
                  <a:latin typeface="Times New Roman" panose="02020603050405020304" pitchFamily="18" charset="0"/>
                  <a:ea typeface="黑体" panose="02010609060101010101" charset="-122"/>
                </a:rPr>
                <a:t>3</a:t>
              </a:r>
              <a:r>
                <a:rPr lang="zh-CN" altLang="en-US" sz="2800" b="1">
                  <a:latin typeface="Times New Roman" panose="02020603050405020304" pitchFamily="18" charset="0"/>
                  <a:ea typeface="黑体" panose="02010609060101010101" charset="-122"/>
                </a:rPr>
                <a:t>．</a:t>
              </a:r>
              <a:endParaRPr lang="zh-CN" altLang="en-US" sz="2800" b="1"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  <p:sp>
          <p:nvSpPr>
            <p:cNvPr id="25617" name="文本框 66565"/>
            <p:cNvSpPr/>
            <p:nvPr/>
          </p:nvSpPr>
          <p:spPr>
            <a:xfrm>
              <a:off x="1151" y="7299"/>
              <a:ext cx="8760" cy="82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t" anchorCtr="0">
              <a:spAutoFit/>
            </a:bodyPr>
            <a:lstStyle>
              <a:defPPr>
                <a:defRPr lang="zh-CN"/>
              </a:defPPr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  <a:ea typeface="黑体" panose="02010609060101010101" charset="-122"/>
                </a:rPr>
                <a:t>(4)</a:t>
              </a:r>
              <a:r>
                <a:rPr lang="zh-CN" altLang="en-US" sz="2800" b="1">
                  <a:latin typeface="Times New Roman" panose="02020603050405020304" pitchFamily="18" charset="0"/>
                  <a:ea typeface="黑体" panose="02010609060101010101" charset="-122"/>
                </a:rPr>
                <a:t>若整数</a:t>
              </a:r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charset="-122"/>
                </a:rPr>
                <a:t>a</a:t>
              </a:r>
              <a:r>
                <a:rPr lang="zh-CN" altLang="en-US" sz="2800" b="1">
                  <a:latin typeface="Times New Roman" panose="02020603050405020304" pitchFamily="18" charset="0"/>
                  <a:ea typeface="黑体" panose="02010609060101010101" charset="-122"/>
                </a:rPr>
                <a:t>是质数，则</a:t>
              </a:r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charset="-122"/>
                </a:rPr>
                <a:t>a</a:t>
              </a:r>
              <a:r>
                <a:rPr lang="zh-CN" altLang="en-US" sz="2800" b="1">
                  <a:latin typeface="Times New Roman" panose="02020603050405020304" pitchFamily="18" charset="0"/>
                  <a:ea typeface="黑体" panose="02010609060101010101" charset="-122"/>
                </a:rPr>
                <a:t>是奇数</a:t>
              </a:r>
              <a:r>
                <a:rPr lang="en-US" altLang="zh-CN" sz="2800" b="1">
                  <a:latin typeface="Times New Roman" panose="02020603050405020304" pitchFamily="18" charset="0"/>
                  <a:ea typeface="黑体" panose="02010609060101010101" charset="-122"/>
                </a:rPr>
                <a:t>.</a:t>
              </a:r>
              <a:endParaRPr lang="en-US" altLang="zh-CN" sz="2800" b="1"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  <p:sp>
          <p:nvSpPr>
            <p:cNvPr id="25618" name="文本框 66569"/>
            <p:cNvSpPr/>
            <p:nvPr/>
          </p:nvSpPr>
          <p:spPr>
            <a:xfrm>
              <a:off x="1156" y="8943"/>
              <a:ext cx="4850" cy="82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anchor="t" anchorCtr="0">
              <a:spAutoFit/>
            </a:bodyPr>
            <a:lstStyle>
              <a:defPPr>
                <a:defRPr lang="zh-CN"/>
              </a:defPPr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(6)</a:t>
              </a:r>
              <a:r>
                <a:rPr lang="en-US" altLang="zh-CN" sz="2800" b="1">
                  <a:latin typeface="Times New Roman" panose="02020603050405020304" pitchFamily="18" charset="0"/>
                  <a:ea typeface="黑体" panose="02010609060101010101" charset="-122"/>
                </a:rPr>
                <a:t>3</a:t>
              </a:r>
              <a:r>
                <a:rPr lang="zh-CN" altLang="en-US" sz="2800" b="1">
                  <a:latin typeface="Times New Roman" panose="02020603050405020304" pitchFamily="18" charset="0"/>
                  <a:ea typeface="黑体" panose="02010609060101010101" charset="-122"/>
                </a:rPr>
                <a:t>能被</a:t>
              </a:r>
              <a:r>
                <a:rPr lang="en-US" altLang="zh-CN" sz="2800" b="1">
                  <a:latin typeface="Times New Roman" panose="02020603050405020304" pitchFamily="18" charset="0"/>
                  <a:ea typeface="黑体" panose="02010609060101010101" charset="-122"/>
                </a:rPr>
                <a:t>2</a:t>
              </a:r>
              <a:r>
                <a:rPr lang="zh-CN" altLang="en-US" sz="2800" b="1">
                  <a:latin typeface="Times New Roman" panose="02020603050405020304" pitchFamily="18" charset="0"/>
                  <a:ea typeface="黑体" panose="02010609060101010101" charset="-122"/>
                </a:rPr>
                <a:t>整除吗？</a:t>
              </a:r>
              <a:endParaRPr lang="en-US" altLang="zh-CN" sz="2800" b="1"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  <p:sp>
          <p:nvSpPr>
            <p:cNvPr id="25619" name="文本框 66576"/>
            <p:cNvSpPr/>
            <p:nvPr/>
          </p:nvSpPr>
          <p:spPr>
            <a:xfrm>
              <a:off x="1156" y="6874"/>
              <a:ext cx="487" cy="82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anchor="t" anchorCtr="0">
              <a:spAutoFit/>
            </a:bodyPr>
            <a:lstStyle>
              <a:defPPr>
                <a:defRPr lang="zh-CN"/>
              </a:defPPr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/>
              <a:endParaRPr lang="zh-CN" altLang="en-US" sz="2800" b="1"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  <p:sp>
          <p:nvSpPr>
            <p:cNvPr id="25620" name="文本框 66569"/>
            <p:cNvSpPr/>
            <p:nvPr/>
          </p:nvSpPr>
          <p:spPr>
            <a:xfrm>
              <a:off x="1151" y="9763"/>
              <a:ext cx="3875" cy="82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anchor="t" anchorCtr="0">
              <a:spAutoFit/>
            </a:bodyPr>
            <a:lstStyle>
              <a:defPPr>
                <a:defRPr lang="zh-CN"/>
              </a:defPPr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(7)</a:t>
              </a:r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x</a:t>
              </a:r>
              <a:r>
                <a:rPr lang="en-US" altLang="zh-CN" sz="2800" b="1"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&gt;15</a:t>
              </a:r>
              <a:r>
                <a:rPr lang="en-US" altLang="zh-CN" sz="2800" b="1">
                  <a:latin typeface="Times New Roman" panose="02020603050405020304" pitchFamily="18" charset="0"/>
                  <a:ea typeface="黑体" panose="02010609060101010101" charset="-122"/>
                </a:rPr>
                <a:t>.</a:t>
              </a:r>
              <a:endParaRPr lang="en-US" altLang="zh-CN" sz="2800" b="1"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  <p:grpSp>
          <p:nvGrpSpPr>
            <p:cNvPr id="25621" name="组合 18"/>
            <p:cNvGrpSpPr/>
            <p:nvPr/>
          </p:nvGrpSpPr>
          <p:grpSpPr>
            <a:xfrm>
              <a:off x="1156" y="8123"/>
              <a:ext cx="6262" cy="822"/>
              <a:chOff x="841" y="7304"/>
              <a:chExt cx="6262" cy="824"/>
            </a:xfrm>
          </p:grpSpPr>
          <p:sp>
            <p:nvSpPr>
              <p:cNvPr id="25622" name="文本框 66687"/>
              <p:cNvSpPr/>
              <p:nvPr/>
            </p:nvSpPr>
            <p:spPr>
              <a:xfrm>
                <a:off x="841" y="7304"/>
                <a:ext cx="6262" cy="824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 wrap="square" anchor="t" anchorCtr="0">
                <a:spAutoFit/>
              </a:bodyPr>
              <a:lstStyle>
                <a:defPPr>
                  <a:defRPr lang="zh-CN"/>
                </a:defPPr>
                <a:lvl1pPr marL="0" indent="0" algn="l" defTabSz="914400" rtl="0" eaLnBrk="1" fontAlgn="base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altLang="en-US" sz="1800" b="0" i="0" u="none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1" fontAlgn="base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lang="zh-CN" altLang="en-US" sz="1800" b="0" i="0" u="none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1" fontAlgn="base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altLang="en-US" sz="1800" b="0" i="0" u="none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1" fontAlgn="base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lang="zh-CN" altLang="en-US" sz="1800" b="0" i="0" u="none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1" fontAlgn="base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altLang="en-US" sz="1800" b="0" i="0" u="none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lvl="0">
                  <a:spcBef>
                    <a:spcPct val="50000"/>
                  </a:spcBef>
                </a:pPr>
                <a:r>
                  <a:rPr lang="en-US" altLang="zh-CN" sz="2800" b="1">
                    <a:latin typeface="Times New Roman" panose="02020603050405020304" pitchFamily="18" charset="0"/>
                    <a:ea typeface="黑体" panose="02010609060101010101" charset="-122"/>
                  </a:rPr>
                  <a:t>(5)</a:t>
                </a:r>
                <a:r>
                  <a:rPr lang="zh-CN" altLang="en-US" sz="2800" b="1">
                    <a:latin typeface="Times New Roman" panose="02020603050405020304" pitchFamily="18" charset="0"/>
                    <a:ea typeface="黑体" panose="02010609060101010101" charset="-122"/>
                  </a:rPr>
                  <a:t>求证      是无理数</a:t>
                </a:r>
                <a:r>
                  <a:rPr lang="en-US" altLang="zh-CN" sz="2800" b="1">
                    <a:latin typeface="Times New Roman" panose="02020603050405020304" pitchFamily="18" charset="0"/>
                    <a:ea typeface="黑体" panose="02010609060101010101" charset="-122"/>
                  </a:rPr>
                  <a:t>.</a:t>
                </a:r>
                <a:r>
                  <a:rPr lang="zh-CN" altLang="en-US" sz="2800" b="1">
                    <a:latin typeface="Times New Roman" panose="02020603050405020304" pitchFamily="18" charset="0"/>
                    <a:ea typeface="黑体" panose="02010609060101010101" charset="-122"/>
                  </a:rPr>
                  <a:t> </a:t>
                </a:r>
                <a:endParaRPr lang="zh-CN" altLang="en-US" sz="2800" b="1">
                  <a:latin typeface="Times New Roman" panose="02020603050405020304" pitchFamily="18" charset="0"/>
                  <a:ea typeface="黑体" panose="02010609060101010101" charset="-122"/>
                </a:endParaRPr>
              </a:p>
            </p:txBody>
          </p:sp>
          <p:graphicFrame>
            <p:nvGraphicFramePr>
              <p:cNvPr id="25623" name="对象 2"/>
              <p:cNvGraphicFramePr>
                <a:graphicFrameLocks noChangeAspect="1"/>
              </p:cNvGraphicFramePr>
              <p:nvPr/>
            </p:nvGraphicFramePr>
            <p:xfrm>
              <a:off x="2760" y="7327"/>
              <a:ext cx="861" cy="7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8" name="" r:id="rId1" imgW="241300" imgH="215900" progId="Equation.KSEE3">
                      <p:embed/>
                    </p:oleObj>
                  </mc:Choice>
                  <mc:Fallback>
                    <p:oleObj name="" r:id="rId1" imgW="241300" imgH="215900" progId="Equation.KSEE3">
                      <p:embed/>
                      <p:pic>
                        <p:nvPicPr>
                          <p:cNvPr id="0" name="OLE substitute image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2760" y="7327"/>
                            <a:ext cx="861" cy="77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 lim="800000"/>
                            <a:headEnd/>
                            <a:tailEnd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5624" name="文本框 2"/>
            <p:cNvSpPr/>
            <p:nvPr/>
          </p:nvSpPr>
          <p:spPr>
            <a:xfrm>
              <a:off x="1209" y="3982"/>
              <a:ext cx="15617" cy="89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anchor="t" anchorCtr="0">
              <a:spAutoFit/>
            </a:bodyPr>
            <a:lstStyle>
              <a:defPPr>
                <a:defRPr lang="zh-CN"/>
              </a:defPPr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defTabSz="685800">
                <a:lnSpc>
                  <a:spcPct val="110000"/>
                </a:lnSpc>
              </a:pPr>
              <a:r>
                <a:rPr lang="en-US" altLang="zh-CN" sz="2800">
                  <a:latin typeface="Times New Roman" panose="02020603050405020304" pitchFamily="18" charset="0"/>
                  <a:ea typeface="黑体" panose="02010609060101010101" charset="-122"/>
                </a:rPr>
                <a:t>[</a:t>
              </a:r>
              <a:r>
                <a:rPr lang="zh-CN" altLang="en-US" sz="2800">
                  <a:latin typeface="Times New Roman" panose="02020603050405020304" pitchFamily="18" charset="0"/>
                  <a:ea typeface="黑体" panose="02010609060101010101" charset="-122"/>
                </a:rPr>
                <a:t>导练</a:t>
              </a:r>
              <a:r>
                <a:rPr lang="en-US" altLang="zh-CN" sz="2800">
                  <a:latin typeface="Times New Roman" panose="02020603050405020304" pitchFamily="18" charset="0"/>
                  <a:ea typeface="黑体" panose="02010609060101010101" charset="-122"/>
                </a:rPr>
                <a:t>1]</a:t>
              </a:r>
              <a:r>
                <a:rPr lang="zh-CN" altLang="en-US" sz="2800">
                  <a:latin typeface="Times New Roman" panose="02020603050405020304" pitchFamily="18" charset="0"/>
                  <a:ea typeface="黑体" panose="02010609060101010101" charset="-122"/>
                </a:rPr>
                <a:t>判断下列是否为命题，判定命题的真假：</a:t>
              </a:r>
              <a:endParaRPr lang="zh-CN" altLang="en-US" sz="2800"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</p:grpSp>
      <p:pic>
        <p:nvPicPr>
          <p:cNvPr id="25625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863" y="3063875"/>
            <a:ext cx="4092575" cy="52546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  <p:custDataLst>
      <p:tags r:id="rId4"/>
    </p:custData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 fill="hold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 fill="hold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6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6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 fill="hold"/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 fill="hold"/>
                                        <p:tgtEl>
                                          <p:spTgt spid="2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 fill="hold"/>
                                        <p:tgtEl>
                                          <p:spTgt spid="25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/>
      <p:bldP spid="25607" grpId="0"/>
      <p:bldP spid="25608" grpId="0"/>
      <p:bldP spid="25609" grpId="0"/>
      <p:bldP spid="25610" grpId="0"/>
      <p:bldP spid="256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5"/>
          <p:cNvSpPr>
            <a:spLocks noGrp="1"/>
          </p:cNvSpPr>
          <p:nvPr>
            <p:ph type="title"/>
          </p:nvPr>
        </p:nvSpPr>
        <p:spPr>
          <a:xfrm>
            <a:off x="0" y="0"/>
            <a:ext cx="6941185" cy="823595"/>
          </a:xfrm>
          <a:prstGeom prst="rect">
            <a:avLst/>
          </a:prstGeom>
        </p:spPr>
        <p:txBody>
          <a:bodyPr vert="horz" lIns="91440" tIns="45720" rIns="91440" bIns="45720" anchor="ctr">
            <a:scene3d>
              <a:camera prst="orthographicFront"/>
              <a:lightRig rig="threePt" dir="t"/>
            </a:scene3d>
          </a:bodyPr>
          <a:lstStyle/>
          <a:p>
            <a:pPr algn="ctr" fontAlgn="auto">
              <a:lnSpc>
                <a:spcPct val="100000"/>
              </a:lnSpc>
            </a:pPr>
            <a:r>
              <a:rPr lang="zh-CN" altLang="en-US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新知</a:t>
            </a:r>
            <a:r>
              <a:rPr lang="en-US" altLang="zh-CN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1.</a:t>
            </a:r>
            <a:r>
              <a:rPr lang="zh-CN" altLang="en-US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命题的形式</a:t>
            </a:r>
            <a:endParaRPr lang="zh-CN" altLang="en-US" sz="4000" b="1" strike="noStrike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7650" name="矩形 136194"/>
          <p:cNvSpPr/>
          <p:nvPr/>
        </p:nvSpPr>
        <p:spPr>
          <a:xfrm>
            <a:off x="1131888" y="885825"/>
            <a:ext cx="9929812" cy="5524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1.3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命题的形式：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</a:rPr>
              <a:t>可写成“</a:t>
            </a:r>
            <a:r>
              <a:rPr lang="zh-CN" altLang="en-US" sz="3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若</a:t>
            </a:r>
            <a:r>
              <a:rPr lang="en-US" altLang="zh-CN" sz="30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p</a:t>
            </a:r>
            <a:r>
              <a:rPr lang="zh-CN" altLang="en-US" sz="3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，则</a:t>
            </a:r>
            <a:r>
              <a:rPr lang="en-US" altLang="zh-CN" sz="30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q</a:t>
            </a:r>
            <a:r>
              <a:rPr lang="en-US" altLang="zh-CN" sz="3000" b="1">
                <a:latin typeface="Times New Roman" panose="02020603050405020304" pitchFamily="18" charset="0"/>
                <a:ea typeface="黑体" panose="02010609060101010101" charset="-122"/>
              </a:rPr>
              <a:t>”“</a:t>
            </a:r>
            <a:r>
              <a:rPr lang="zh-CN" altLang="en-US" sz="3000" b="1">
                <a:latin typeface="黑体" panose="02010609060101010101" charset="-122"/>
                <a:ea typeface="黑体" panose="02010609060101010101" charset="-122"/>
              </a:rPr>
              <a:t>如果</a:t>
            </a:r>
            <a:r>
              <a:rPr lang="en-US" altLang="zh-CN" sz="3000" b="1" i="1">
                <a:latin typeface="Times New Roman" panose="02020603050405020304" pitchFamily="18" charset="0"/>
                <a:ea typeface="黑体" panose="02010609060101010101" charset="-122"/>
              </a:rPr>
              <a:t>p</a:t>
            </a:r>
            <a:r>
              <a:rPr lang="zh-CN" altLang="en-US" sz="3000" b="1">
                <a:latin typeface="黑体" panose="02010609060101010101" charset="-122"/>
                <a:ea typeface="黑体" panose="02010609060101010101" charset="-122"/>
              </a:rPr>
              <a:t>，那么</a:t>
            </a:r>
            <a:r>
              <a:rPr lang="en-US" altLang="zh-CN" sz="3000" b="1" i="1">
                <a:latin typeface="Times New Roman" panose="02020603050405020304" pitchFamily="18" charset="0"/>
                <a:ea typeface="黑体" panose="02010609060101010101" charset="-122"/>
              </a:rPr>
              <a:t>q</a:t>
            </a:r>
            <a:r>
              <a:rPr lang="en-US" altLang="zh-CN" sz="3000" b="1">
                <a:latin typeface="黑体" panose="02010609060101010101" charset="-122"/>
                <a:ea typeface="黑体" panose="02010609060101010101" charset="-122"/>
              </a:rPr>
              <a:t>”</a:t>
            </a:r>
            <a:r>
              <a:rPr lang="en-US" altLang="zh-CN" sz="3000" b="1">
                <a:latin typeface="Times New Roman" panose="02020603050405020304" pitchFamily="18" charset="0"/>
                <a:ea typeface="黑体" panose="02010609060101010101" charset="-122"/>
              </a:rPr>
              <a:t>.</a:t>
            </a:r>
            <a:endParaRPr lang="en-US" altLang="zh-CN" sz="3000" b="1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7651" name="矩形 136198"/>
          <p:cNvSpPr/>
          <p:nvPr/>
        </p:nvSpPr>
        <p:spPr>
          <a:xfrm>
            <a:off x="1487488" y="1438275"/>
            <a:ext cx="7675562" cy="55403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</a:rPr>
              <a:t>其中</a:t>
            </a:r>
            <a:r>
              <a:rPr lang="en-US" altLang="zh-CN" sz="30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p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</a:rPr>
              <a:t>称为命题的</a:t>
            </a:r>
            <a:r>
              <a:rPr lang="zh-CN" altLang="en-US" sz="3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条件</a:t>
            </a:r>
            <a:r>
              <a:rPr lang="en-US" altLang="zh-CN" sz="30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charset="-122"/>
              </a:rPr>
              <a:t>, </a:t>
            </a:r>
            <a:r>
              <a:rPr lang="en-US" altLang="zh-CN" sz="30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 q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</a:rPr>
              <a:t>称为命题的</a:t>
            </a:r>
            <a:r>
              <a:rPr lang="zh-CN" altLang="en-US" sz="3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结论</a:t>
            </a:r>
            <a:r>
              <a:rPr lang="en-US" altLang="zh-CN" sz="30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charset="-122"/>
              </a:rPr>
              <a:t>.</a:t>
            </a:r>
            <a:endParaRPr lang="en-US" altLang="zh-CN" sz="3000" b="1">
              <a:solidFill>
                <a:srgbClr val="000066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7652" name="文本框 6"/>
          <p:cNvSpPr/>
          <p:nvPr/>
        </p:nvSpPr>
        <p:spPr>
          <a:xfrm>
            <a:off x="984250" y="5416550"/>
            <a:ext cx="10537825" cy="5651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10000"/>
              </a:lnSpc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若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平面内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sym typeface="黑体" panose="02010609060101010101" charset="-122"/>
              </a:rPr>
              <a:t>的两条直线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垂直于同一条直线，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则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这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sym typeface="黑体" panose="02010609060101010101" charset="-122"/>
              </a:rPr>
              <a:t>两条直线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互相平行</a:t>
            </a:r>
            <a:r>
              <a:rPr lang="en-US" altLang="zh-CN" sz="28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.</a:t>
            </a:r>
            <a:endParaRPr lang="en-US" altLang="zh-CN" sz="2800" b="1">
              <a:solidFill>
                <a:srgbClr val="0000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7653" name="文本框 7"/>
          <p:cNvSpPr/>
          <p:nvPr/>
        </p:nvSpPr>
        <p:spPr>
          <a:xfrm>
            <a:off x="985838" y="2762250"/>
            <a:ext cx="8348662" cy="5651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defTabSz="685800">
              <a:lnSpc>
                <a:spcPct val="110000"/>
              </a:lnSpc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</a:rPr>
              <a:t>(1)对角线互相垂直的平行四边形是菱形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charset="-122"/>
              </a:rPr>
              <a:t>.</a:t>
            </a:r>
            <a:endParaRPr lang="en-US" altLang="zh-CN" sz="2800" b="1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7654" name="文本框 8"/>
          <p:cNvSpPr/>
          <p:nvPr/>
        </p:nvSpPr>
        <p:spPr>
          <a:xfrm>
            <a:off x="987425" y="3849688"/>
            <a:ext cx="8877300" cy="5222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</a:rPr>
              <a:t>(2)周长相等的两个三角形全等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charset="-122"/>
              </a:rPr>
              <a:t>.</a:t>
            </a:r>
            <a:endParaRPr lang="zh-CN" altLang="en-US"/>
          </a:p>
        </p:txBody>
      </p:sp>
      <p:sp>
        <p:nvSpPr>
          <p:cNvPr id="27655" name="文本框 9"/>
          <p:cNvSpPr/>
          <p:nvPr/>
        </p:nvSpPr>
        <p:spPr>
          <a:xfrm>
            <a:off x="985838" y="3327400"/>
            <a:ext cx="10536237" cy="5222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黑体" panose="02010609060101010101" charset="-122"/>
              </a:rPr>
              <a:t>若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sym typeface="黑体" panose="02010609060101010101" charset="-122"/>
              </a:rPr>
              <a:t>平行四边形的对角线互相垂直</a:t>
            </a:r>
            <a:r>
              <a:rPr lang="en-US" altLang="zh-CN" sz="28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sym typeface="黑体" panose="02010609060101010101" charset="-122"/>
              </a:rPr>
              <a:t>,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黑体" panose="02010609060101010101" charset="-122"/>
              </a:rPr>
              <a:t>则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sym typeface="黑体" panose="02010609060101010101" charset="-122"/>
              </a:rPr>
              <a:t>这个平行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四边形是菱形</a:t>
            </a:r>
            <a:r>
              <a:rPr lang="en-US" altLang="zh-CN" sz="28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sym typeface="黑体" panose="02010609060101010101" charset="-122"/>
              </a:rPr>
              <a:t>.</a:t>
            </a:r>
            <a:endParaRPr lang="en-US" altLang="zh-CN" sz="2800" b="1">
              <a:solidFill>
                <a:srgbClr val="0000FF"/>
              </a:solidFill>
              <a:latin typeface="黑体" panose="02010609060101010101" charset="-122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7656" name="文本框 66574"/>
          <p:cNvSpPr/>
          <p:nvPr/>
        </p:nvSpPr>
        <p:spPr>
          <a:xfrm>
            <a:off x="7392988" y="2784475"/>
            <a:ext cx="1676400" cy="5222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spcBef>
                <a:spcPct val="50000"/>
              </a:spcBef>
            </a:pPr>
            <a:r>
              <a:rPr lang="zh-CN" altLang="en-US" sz="2800" b="1">
                <a:solidFill>
                  <a:srgbClr val="E40B06"/>
                </a:solidFill>
                <a:latin typeface="黑体" panose="02010609060101010101" charset="-122"/>
                <a:ea typeface="黑体" panose="02010609060101010101" charset="-122"/>
              </a:rPr>
              <a:t>（真）</a:t>
            </a:r>
            <a:endParaRPr lang="zh-CN" altLang="en-US" sz="2800" b="1">
              <a:solidFill>
                <a:srgbClr val="E40B0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7657" name="文本框 10"/>
          <p:cNvSpPr/>
          <p:nvPr/>
        </p:nvSpPr>
        <p:spPr>
          <a:xfrm>
            <a:off x="987425" y="4371975"/>
            <a:ext cx="9374188" cy="5222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若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sym typeface="黑体" panose="02010609060101010101" charset="-122"/>
              </a:rPr>
              <a:t>两个三角形的周长相等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，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则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sym typeface="黑体" panose="02010609060101010101" charset="-122"/>
              </a:rPr>
              <a:t>这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两个三角形全等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charset="-122"/>
              </a:rPr>
              <a:t>.</a:t>
            </a:r>
            <a:endParaRPr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7658" name="文本框 11"/>
          <p:cNvSpPr/>
          <p:nvPr/>
        </p:nvSpPr>
        <p:spPr>
          <a:xfrm>
            <a:off x="5953125" y="3849688"/>
            <a:ext cx="1676400" cy="5222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spcBef>
                <a:spcPct val="50000"/>
              </a:spcBef>
            </a:pPr>
            <a:r>
              <a:rPr lang="zh-CN" altLang="en-US" sz="2800" b="1">
                <a:solidFill>
                  <a:srgbClr val="E40B06"/>
                </a:solidFill>
                <a:latin typeface="黑体" panose="02010609060101010101" charset="-122"/>
                <a:ea typeface="黑体" panose="02010609060101010101" charset="-122"/>
              </a:rPr>
              <a:t>（假）</a:t>
            </a:r>
            <a:endParaRPr lang="zh-CN" altLang="en-US" sz="2800" b="1">
              <a:solidFill>
                <a:srgbClr val="E40B0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7659" name="文本框 13"/>
          <p:cNvSpPr/>
          <p:nvPr/>
        </p:nvSpPr>
        <p:spPr>
          <a:xfrm>
            <a:off x="8834438" y="4914900"/>
            <a:ext cx="1676400" cy="5222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spcBef>
                <a:spcPct val="50000"/>
              </a:spcBef>
            </a:pPr>
            <a:r>
              <a:rPr lang="zh-CN" altLang="en-US" sz="2800" b="1">
                <a:solidFill>
                  <a:srgbClr val="E40B06"/>
                </a:solidFill>
                <a:latin typeface="黑体" panose="02010609060101010101" charset="-122"/>
                <a:ea typeface="黑体" panose="02010609060101010101" charset="-122"/>
              </a:rPr>
              <a:t>（真）</a:t>
            </a:r>
            <a:endParaRPr lang="zh-CN" altLang="en-US" sz="2800" b="1">
              <a:solidFill>
                <a:srgbClr val="E40B0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7660" name="文本框 2"/>
          <p:cNvSpPr/>
          <p:nvPr/>
        </p:nvSpPr>
        <p:spPr>
          <a:xfrm>
            <a:off x="987425" y="2239963"/>
            <a:ext cx="9917113" cy="5651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defTabSz="685800">
              <a:lnSpc>
                <a:spcPct val="110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charset="-122"/>
              </a:rPr>
              <a:t>[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charset="-122"/>
              </a:rPr>
              <a:t>导练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charset="-122"/>
              </a:rPr>
              <a:t>2]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charset="-122"/>
              </a:rPr>
              <a:t>将下列命题改写成“若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charset="-122"/>
              </a:rPr>
              <a:t>p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charset="-122"/>
              </a:rPr>
              <a:t>，则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charset="-122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charset="-122"/>
              </a:rPr>
              <a:t>”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charset="-122"/>
              </a:rPr>
              <a:t>的形式，并判断真假：</a:t>
            </a:r>
            <a:endParaRPr lang="zh-CN" altLang="en-US" sz="280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7661" name="圆角矩形 5"/>
          <p:cNvSpPr/>
          <p:nvPr/>
        </p:nvSpPr>
        <p:spPr>
          <a:xfrm>
            <a:off x="8759825" y="1514475"/>
            <a:ext cx="3003550" cy="64928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r>
              <a:rPr lang="en-US" altLang="zh-CN" sz="3200" b="1" i="1">
                <a:latin typeface="Times New Roman" panose="02020603050405020304" pitchFamily="18" charset="0"/>
                <a:ea typeface="黑体" panose="02010609060101010101" charset="-122"/>
              </a:rPr>
              <a:t>p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和</a:t>
            </a:r>
            <a:r>
              <a:rPr lang="en-US" altLang="zh-CN" sz="3200" b="1" i="1">
                <a:latin typeface="Times New Roman" panose="02020603050405020304" pitchFamily="18" charset="0"/>
                <a:ea typeface="黑体" panose="02010609060101010101" charset="-122"/>
              </a:rPr>
              <a:t>q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间的关系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</a:rPr>
              <a:t>?</a:t>
            </a:r>
            <a:endParaRPr lang="en-US" altLang="zh-CN" sz="3200" b="1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7662" name="文本框 6"/>
          <p:cNvSpPr/>
          <p:nvPr/>
        </p:nvSpPr>
        <p:spPr>
          <a:xfrm>
            <a:off x="984250" y="4892675"/>
            <a:ext cx="9045575" cy="5651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10000"/>
              </a:lnSpc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</a:rPr>
              <a:t>(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charset="-122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</a:rPr>
              <a:t>)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平面内垂直于同一条直线的两条直线互相平行;</a:t>
            </a:r>
            <a:endParaRPr lang="zh-CN" altLang="en-US" sz="2800" b="1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 fill="hold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 fill="hold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 fill="hold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 fill="hold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 fill="hold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6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76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/>
      <p:bldP spid="27656" grpId="0"/>
      <p:bldP spid="27657" grpId="0"/>
      <p:bldP spid="27658" grpId="0"/>
      <p:bldP spid="27659" grpId="0"/>
      <p:bldP spid="27655" grpId="0"/>
      <p:bldP spid="27652" grpId="0"/>
      <p:bldP spid="27653" grpId="0"/>
      <p:bldP spid="27654" grpId="0"/>
      <p:bldP spid="27660" grpId="0"/>
      <p:bldP spid="27661" grpId="0"/>
      <p:bldP spid="2766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5"/>
          <p:cNvSpPr>
            <a:spLocks noGrp="1"/>
          </p:cNvSpPr>
          <p:nvPr>
            <p:ph type="title"/>
          </p:nvPr>
        </p:nvSpPr>
        <p:spPr>
          <a:xfrm>
            <a:off x="0" y="0"/>
            <a:ext cx="6941185" cy="823595"/>
          </a:xfrm>
          <a:prstGeom prst="rect">
            <a:avLst/>
          </a:prstGeom>
        </p:spPr>
        <p:txBody>
          <a:bodyPr vert="horz" lIns="91440" tIns="45720" rIns="91440" bIns="45720" anchor="ctr">
            <a:scene3d>
              <a:camera prst="orthographicFront"/>
              <a:lightRig rig="threePt" dir="t"/>
            </a:scene3d>
          </a:bodyPr>
          <a:lstStyle/>
          <a:p>
            <a:pPr algn="ctr" fontAlgn="auto">
              <a:lnSpc>
                <a:spcPct val="100000"/>
              </a:lnSpc>
            </a:pPr>
            <a:r>
              <a:rPr lang="zh-CN" altLang="en-US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新知</a:t>
            </a:r>
            <a:r>
              <a:rPr lang="en-US" altLang="zh-CN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2.</a:t>
            </a:r>
            <a:r>
              <a:rPr lang="zh-CN" altLang="en-US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充分条件与必要条件</a:t>
            </a:r>
            <a:endParaRPr lang="zh-CN" altLang="en-US" sz="4000" b="1" strike="noStrike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9698" name="圆角矩形 5"/>
          <p:cNvSpPr/>
          <p:nvPr/>
        </p:nvSpPr>
        <p:spPr>
          <a:xfrm>
            <a:off x="2784475" y="4286250"/>
            <a:ext cx="3868738" cy="94456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r>
              <a:rPr lang="en-US" altLang="zh-CN" sz="2800" i="1">
                <a:latin typeface="Times New Roman" panose="02020603050405020304" pitchFamily="18" charset="0"/>
                <a:ea typeface="黑体" panose="02010609060101010101" charset="-122"/>
              </a:rPr>
              <a:t>p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charset="-122"/>
              </a:rPr>
              <a:t>有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充分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charset="-122"/>
              </a:rPr>
              <a:t>的理由使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charset="-122"/>
              </a:rPr>
              <a:t>q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charset="-122"/>
              </a:rPr>
              <a:t>成立</a:t>
            </a:r>
            <a:endParaRPr lang="zh-CN" altLang="en-US" sz="2800">
              <a:latin typeface="Times New Roman" panose="02020603050405020304" pitchFamily="18" charset="0"/>
              <a:ea typeface="黑体" panose="02010609060101010101" charset="-122"/>
            </a:endParaRPr>
          </a:p>
          <a:p>
            <a:pPr lvl="0" algn="ctr"/>
            <a:r>
              <a:rPr lang="en-US" altLang="zh-CN" sz="2800">
                <a:latin typeface="Times New Roman" panose="02020603050405020304" pitchFamily="18" charset="0"/>
                <a:ea typeface="黑体" panose="02010609060101010101" charset="-122"/>
              </a:rPr>
              <a:t>(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charset="-122"/>
              </a:rPr>
              <a:t>有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p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charset="-122"/>
              </a:rPr>
              <a:t>就有</a:t>
            </a:r>
            <a:r>
              <a:rPr lang="en-US" altLang="zh-CN" sz="2800" i="1">
                <a:solidFill>
                  <a:srgbClr val="FF33CC"/>
                </a:solidFill>
                <a:latin typeface="Times New Roman" panose="02020603050405020304" pitchFamily="18" charset="0"/>
                <a:ea typeface="黑体" panose="02010609060101010101" charset="-122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charset="-122"/>
              </a:rPr>
              <a:t>)</a:t>
            </a:r>
            <a:endParaRPr lang="en-US" altLang="zh-CN" sz="280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9699" name="圆角矩形 22"/>
          <p:cNvSpPr/>
          <p:nvPr/>
        </p:nvSpPr>
        <p:spPr>
          <a:xfrm>
            <a:off x="2784475" y="5380038"/>
            <a:ext cx="3868738" cy="89376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r>
              <a:rPr lang="en-US" altLang="zh-CN" sz="2800" i="1">
                <a:latin typeface="Times New Roman" panose="02020603050405020304" pitchFamily="18" charset="0"/>
                <a:ea typeface="黑体" panose="02010609060101010101" charset="-122"/>
              </a:rPr>
              <a:t>q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charset="-122"/>
              </a:rPr>
              <a:t>不成立则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charset="-122"/>
              </a:rPr>
              <a:t>p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必然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charset="-122"/>
              </a:rPr>
              <a:t>不成立</a:t>
            </a:r>
            <a:endParaRPr lang="zh-CN" altLang="en-US" sz="2800">
              <a:latin typeface="Times New Roman" panose="02020603050405020304" pitchFamily="18" charset="0"/>
              <a:ea typeface="黑体" panose="02010609060101010101" charset="-122"/>
            </a:endParaRPr>
          </a:p>
          <a:p>
            <a:pPr lvl="0" algn="ctr"/>
            <a:r>
              <a:rPr lang="zh-CN" altLang="en-US" sz="2800">
                <a:latin typeface="Times New Roman" panose="02020603050405020304" pitchFamily="18" charset="0"/>
                <a:ea typeface="黑体" panose="02010609060101010101" charset="-122"/>
              </a:rPr>
              <a:t>（没</a:t>
            </a:r>
            <a:r>
              <a:rPr lang="en-US" altLang="zh-CN" sz="2800" i="1">
                <a:solidFill>
                  <a:srgbClr val="FF33CC"/>
                </a:solidFill>
                <a:latin typeface="Times New Roman" panose="02020603050405020304" pitchFamily="18" charset="0"/>
                <a:ea typeface="黑体" panose="02010609060101010101" charset="-122"/>
              </a:rPr>
              <a:t>q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charset="-122"/>
              </a:rPr>
              <a:t>就没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p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charset="-122"/>
              </a:rPr>
              <a:t>）</a:t>
            </a:r>
            <a:endParaRPr lang="zh-CN" altLang="en-US" sz="280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graphicFrame>
        <p:nvGraphicFramePr>
          <p:cNvPr id="29700" name="表格 4"/>
          <p:cNvGraphicFramePr>
            <a:graphicFrameLocks noGrp="1"/>
          </p:cNvGraphicFramePr>
          <p:nvPr/>
        </p:nvGraphicFramePr>
        <p:xfrm>
          <a:off x="1271588" y="981075"/>
          <a:ext cx="9126537" cy="3153092"/>
        </p:xfrm>
        <a:graphic>
          <a:graphicData uri="http://schemas.openxmlformats.org/drawingml/2006/table">
            <a:tbl>
              <a:tblPr/>
              <a:tblGrid>
                <a:gridCol w="1778000"/>
                <a:gridCol w="3205162"/>
                <a:gridCol w="4143375"/>
              </a:tblGrid>
              <a:tr h="614362">
                <a:tc>
                  <a:txBody>
                    <a:bodyPr wrap="square"/>
                    <a:lstStyle>
                      <a:defPPr>
                        <a:defRPr lang="zh-CN"/>
                      </a:defPPr>
                      <a:lvl1pPr marL="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defTabSz="685800" fontAlgn="base"/>
                      <a:r>
                        <a:rPr lang="zh-CN" altLang="en-US" sz="2800" b="1">
                          <a:latin typeface="黑体" panose="02010609060101010101" charset="-122"/>
                          <a:ea typeface="黑体" panose="02010609060101010101" charset="-122"/>
                        </a:rPr>
                        <a:t>命题真假</a:t>
                      </a:r>
                      <a:endParaRPr lang="zh-CN" altLang="en-US" sz="2800" b="1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vert="horz" anchor="ctr" anchorCtr="0">
                    <a:lnL w="12700">
                      <a:solidFill>
                        <a:prstClr val="black"/>
                      </a:solidFill>
                      <a:miter lim="800000"/>
                    </a:lnL>
                    <a:lnR w="12700">
                      <a:solidFill>
                        <a:prstClr val="black"/>
                      </a:solidFill>
                      <a:miter lim="800000"/>
                    </a:lnR>
                    <a:lnT w="12700">
                      <a:solidFill>
                        <a:prstClr val="black"/>
                      </a:solidFill>
                      <a:miter lim="800000"/>
                    </a:lnT>
                    <a:lnB w="12700">
                      <a:solidFill>
                        <a:prstClr val="black"/>
                      </a:solidFill>
                      <a:miter lim="800000"/>
                    </a:lnB>
                    <a:noFill/>
                  </a:tcPr>
                </a:tc>
                <a:tc>
                  <a:txBody>
                    <a:bodyPr wrap="square"/>
                    <a:lstStyle>
                      <a:defPPr>
                        <a:defRPr lang="zh-CN"/>
                      </a:defPPr>
                      <a:lvl1pPr marL="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defTabSz="685800" fontAlgn="base"/>
                      <a:r>
                        <a:rPr lang="en-US" altLang="zh-CN" sz="2800" b="1"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“</a:t>
                      </a:r>
                      <a:r>
                        <a:rPr lang="zh-CN" altLang="en-US" sz="2800" b="1"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若</a:t>
                      </a:r>
                      <a:r>
                        <a:rPr lang="en-US" altLang="zh-CN" sz="2800" b="1" i="1"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p</a:t>
                      </a:r>
                      <a:r>
                        <a:rPr lang="zh-CN" altLang="en-US" sz="2800" b="1"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，则</a:t>
                      </a:r>
                      <a:r>
                        <a:rPr lang="en-US" altLang="zh-CN" sz="2800" b="1" i="1"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q</a:t>
                      </a:r>
                      <a:r>
                        <a:rPr lang="en-US" altLang="zh-CN" sz="2800" b="1"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”</a:t>
                      </a:r>
                      <a:r>
                        <a:rPr lang="zh-CN" altLang="en-US" sz="28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真</a:t>
                      </a:r>
                      <a:endParaRPr lang="zh-CN" altLang="en-US" sz="2800" b="1"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vert="horz" anchor="ctr" anchorCtr="0">
                    <a:lnL w="12700">
                      <a:solidFill>
                        <a:prstClr val="black"/>
                      </a:solidFill>
                      <a:miter lim="800000"/>
                    </a:lnL>
                    <a:lnR w="12700">
                      <a:solidFill>
                        <a:prstClr val="black"/>
                      </a:solidFill>
                      <a:miter lim="800000"/>
                    </a:lnR>
                    <a:lnT w="12700">
                      <a:solidFill>
                        <a:prstClr val="black"/>
                      </a:solidFill>
                      <a:miter lim="800000"/>
                    </a:lnT>
                    <a:lnB w="12700">
                      <a:solidFill>
                        <a:prstClr val="black"/>
                      </a:solidFill>
                      <a:miter lim="800000"/>
                    </a:lnB>
                    <a:noFill/>
                  </a:tcPr>
                </a:tc>
                <a:tc>
                  <a:txBody>
                    <a:bodyPr wrap="square"/>
                    <a:lstStyle>
                      <a:defPPr>
                        <a:defRPr lang="zh-CN"/>
                      </a:defPPr>
                      <a:lvl1pPr marL="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defTabSz="685800" fontAlgn="base"/>
                      <a:endParaRPr lang="zh-CN" altLang="en-US" sz="2800" b="1"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vert="horz" anchor="ctr" anchorCtr="0">
                    <a:lnL w="12700">
                      <a:solidFill>
                        <a:prstClr val="black"/>
                      </a:solidFill>
                      <a:miter lim="800000"/>
                    </a:lnL>
                    <a:lnR w="12700">
                      <a:solidFill>
                        <a:prstClr val="black"/>
                      </a:solidFill>
                      <a:miter lim="800000"/>
                    </a:lnR>
                    <a:lnT w="12700">
                      <a:solidFill>
                        <a:prstClr val="black"/>
                      </a:solidFill>
                      <a:miter lim="800000"/>
                    </a:lnT>
                    <a:lnB w="12700">
                      <a:solidFill>
                        <a:prstClr val="black"/>
                      </a:solidFill>
                      <a:miter lim="800000"/>
                    </a:lnB>
                    <a:noFill/>
                  </a:tcPr>
                </a:tc>
              </a:tr>
              <a:tr h="566738">
                <a:tc>
                  <a:txBody>
                    <a:bodyPr wrap="square"/>
                    <a:lstStyle>
                      <a:defPPr>
                        <a:defRPr lang="zh-CN"/>
                      </a:defPPr>
                      <a:lvl1pPr marL="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defTabSz="685800" fontAlgn="base"/>
                      <a:r>
                        <a:rPr lang="zh-CN" altLang="en-US" sz="2800" b="1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推理关系</a:t>
                      </a:r>
                      <a:endParaRPr lang="zh-CN" altLang="en-US" sz="2800" b="1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vert="horz" anchor="ctr" anchorCtr="0">
                    <a:lnL w="12700">
                      <a:solidFill>
                        <a:prstClr val="black"/>
                      </a:solidFill>
                      <a:miter lim="800000"/>
                    </a:lnL>
                    <a:lnR w="12700">
                      <a:solidFill>
                        <a:prstClr val="black"/>
                      </a:solidFill>
                      <a:miter lim="800000"/>
                    </a:lnR>
                    <a:lnT w="12700">
                      <a:solidFill>
                        <a:prstClr val="black"/>
                      </a:solidFill>
                      <a:miter lim="800000"/>
                    </a:lnT>
                    <a:lnB w="12700">
                      <a:solidFill>
                        <a:prstClr val="black"/>
                      </a:solidFill>
                      <a:miter lim="800000"/>
                    </a:lnB>
                    <a:noFill/>
                  </a:tcPr>
                </a:tc>
                <a:tc>
                  <a:txBody>
                    <a:bodyPr wrap="square"/>
                    <a:lstStyle>
                      <a:defPPr>
                        <a:defRPr lang="zh-CN"/>
                      </a:defPPr>
                      <a:lvl1pPr marL="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defTabSz="685800" fontAlgn="base"/>
                      <a:endParaRPr lang="zh-CN" altLang="en-US"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vert="horz" anchor="ctr" anchorCtr="0">
                    <a:lnL w="12700">
                      <a:solidFill>
                        <a:prstClr val="black"/>
                      </a:solidFill>
                      <a:miter lim="800000"/>
                    </a:lnL>
                    <a:lnR w="12700">
                      <a:solidFill>
                        <a:prstClr val="black"/>
                      </a:solidFill>
                      <a:miter lim="800000"/>
                    </a:lnR>
                    <a:lnT w="12700">
                      <a:solidFill>
                        <a:prstClr val="black"/>
                      </a:solidFill>
                      <a:miter lim="800000"/>
                    </a:lnT>
                    <a:lnB w="12700">
                      <a:solidFill>
                        <a:prstClr val="black"/>
                      </a:solidFill>
                      <a:miter lim="800000"/>
                    </a:lnB>
                    <a:solidFill>
                      <a:srgbClr val="FEEED2"/>
                    </a:solidFill>
                  </a:tcPr>
                </a:tc>
                <a:tc>
                  <a:txBody>
                    <a:bodyPr wrap="square"/>
                    <a:lstStyle>
                      <a:defPPr>
                        <a:defRPr lang="zh-CN"/>
                      </a:defPPr>
                      <a:lvl1pPr marL="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defTabSz="685800" fontAlgn="base"/>
                      <a:endParaRPr lang="zh-CN" altLang="en-US"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vert="horz" anchor="ctr" anchorCtr="0">
                    <a:lnL w="12700">
                      <a:solidFill>
                        <a:prstClr val="black"/>
                      </a:solidFill>
                      <a:miter lim="800000"/>
                    </a:lnL>
                    <a:lnR w="12700">
                      <a:solidFill>
                        <a:prstClr val="black"/>
                      </a:solidFill>
                      <a:miter lim="800000"/>
                    </a:lnR>
                    <a:lnT w="12700">
                      <a:solidFill>
                        <a:prstClr val="black"/>
                      </a:solidFill>
                      <a:miter lim="800000"/>
                    </a:lnT>
                    <a:lnB w="12700">
                      <a:solidFill>
                        <a:prstClr val="black"/>
                      </a:solidFill>
                      <a:miter lim="800000"/>
                    </a:lnB>
                    <a:solidFill>
                      <a:srgbClr val="FEEED2"/>
                    </a:solidFill>
                  </a:tcPr>
                </a:tc>
              </a:tr>
              <a:tr h="1027112">
                <a:tc>
                  <a:txBody>
                    <a:bodyPr wrap="square"/>
                    <a:lstStyle>
                      <a:defPPr>
                        <a:defRPr lang="zh-CN"/>
                      </a:defPPr>
                      <a:lvl1pPr marL="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defTabSz="685800" fontAlgn="base"/>
                      <a:r>
                        <a:rPr lang="zh-CN" altLang="en-US" sz="2800" b="1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条件关系</a:t>
                      </a:r>
                      <a:endParaRPr lang="zh-CN" altLang="en-US" sz="2800" b="1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vert="horz" anchor="ctr" anchorCtr="0">
                    <a:lnL w="12700">
                      <a:solidFill>
                        <a:prstClr val="black"/>
                      </a:solidFill>
                      <a:miter lim="800000"/>
                    </a:lnL>
                    <a:lnR w="12700">
                      <a:solidFill>
                        <a:prstClr val="black"/>
                      </a:solidFill>
                      <a:miter lim="800000"/>
                    </a:lnR>
                    <a:lnT w="12700">
                      <a:solidFill>
                        <a:prstClr val="black"/>
                      </a:solidFill>
                      <a:miter lim="800000"/>
                    </a:lnT>
                    <a:lnB w="12700">
                      <a:solidFill>
                        <a:prstClr val="black"/>
                      </a:solidFill>
                      <a:miter lim="800000"/>
                    </a:lnB>
                    <a:noFill/>
                  </a:tcPr>
                </a:tc>
                <a:tc>
                  <a:txBody>
                    <a:bodyPr wrap="square"/>
                    <a:lstStyle>
                      <a:defPPr>
                        <a:defRPr lang="zh-CN"/>
                      </a:defPPr>
                      <a:lvl1pPr marL="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defTabSz="685800" fontAlgn="base"/>
                      <a:endParaRPr lang="zh-CN" altLang="en-US"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  <a:p>
                      <a:pPr marL="0" lvl="0" indent="0" algn="ctr" defTabSz="685800" fontAlgn="base"/>
                      <a:endParaRPr lang="zh-CN" altLang="en-US"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vert="horz" anchor="ctr" anchorCtr="0">
                    <a:lnL w="12700">
                      <a:solidFill>
                        <a:prstClr val="black"/>
                      </a:solidFill>
                      <a:miter lim="800000"/>
                    </a:lnL>
                    <a:lnR w="12700">
                      <a:solidFill>
                        <a:prstClr val="black"/>
                      </a:solidFill>
                      <a:miter lim="800000"/>
                    </a:lnR>
                    <a:lnT w="12700">
                      <a:solidFill>
                        <a:prstClr val="black"/>
                      </a:solidFill>
                      <a:miter lim="800000"/>
                    </a:lnT>
                    <a:lnB w="12700">
                      <a:solidFill>
                        <a:prstClr val="black"/>
                      </a:solidFill>
                      <a:miter lim="800000"/>
                    </a:lnB>
                    <a:solidFill>
                      <a:srgbClr val="FEEED2"/>
                    </a:solidFill>
                  </a:tcPr>
                </a:tc>
                <a:tc>
                  <a:txBody>
                    <a:bodyPr wrap="square"/>
                    <a:lstStyle>
                      <a:defPPr>
                        <a:defRPr lang="zh-CN"/>
                      </a:defPPr>
                      <a:lvl1pPr marL="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defTabSz="685800" fontAlgn="base"/>
                      <a:endParaRPr lang="zh-CN" altLang="en-US"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vert="horz" anchor="ctr" anchorCtr="0">
                    <a:lnL w="12700">
                      <a:solidFill>
                        <a:prstClr val="black"/>
                      </a:solidFill>
                      <a:miter lim="800000"/>
                    </a:lnL>
                    <a:lnR w="12700">
                      <a:solidFill>
                        <a:prstClr val="black"/>
                      </a:solidFill>
                      <a:miter lim="800000"/>
                    </a:lnR>
                    <a:lnT w="12700">
                      <a:solidFill>
                        <a:prstClr val="black"/>
                      </a:solidFill>
                      <a:miter lim="800000"/>
                    </a:lnT>
                    <a:lnB w="12700">
                      <a:solidFill>
                        <a:prstClr val="black"/>
                      </a:solidFill>
                      <a:miter lim="800000"/>
                    </a:lnB>
                    <a:solidFill>
                      <a:srgbClr val="FEEED2"/>
                    </a:solidFill>
                  </a:tcPr>
                </a:tc>
              </a:tr>
              <a:tr h="944562">
                <a:tc>
                  <a:txBody>
                    <a:bodyPr wrap="square"/>
                    <a:lstStyle>
                      <a:defPPr>
                        <a:defRPr lang="zh-CN"/>
                      </a:defPPr>
                      <a:lvl1pPr marL="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defTabSz="685800" fontAlgn="base"/>
                      <a:r>
                        <a:rPr lang="zh-CN" altLang="en-US" sz="2800" b="1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例子</a:t>
                      </a:r>
                      <a:endParaRPr lang="zh-CN" altLang="en-US" sz="2800" b="1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vert="horz" anchor="ctr" anchorCtr="0">
                    <a:lnL w="12700">
                      <a:solidFill>
                        <a:prstClr val="black"/>
                      </a:solidFill>
                      <a:miter lim="800000"/>
                    </a:lnL>
                    <a:lnR w="12700">
                      <a:solidFill>
                        <a:prstClr val="black"/>
                      </a:solidFill>
                      <a:miter lim="800000"/>
                    </a:lnR>
                    <a:lnT w="12700">
                      <a:solidFill>
                        <a:prstClr val="black"/>
                      </a:solidFill>
                      <a:miter lim="800000"/>
                    </a:lnT>
                    <a:lnB w="12700">
                      <a:solidFill>
                        <a:prstClr val="black"/>
                      </a:solidFill>
                      <a:miter lim="800000"/>
                    </a:lnB>
                    <a:noFill/>
                  </a:tcPr>
                </a:tc>
                <a:tc>
                  <a:txBody>
                    <a:bodyPr wrap="square"/>
                    <a:lstStyle>
                      <a:defPPr>
                        <a:defRPr lang="zh-CN"/>
                      </a:defPPr>
                      <a:lvl1pPr marL="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defTabSz="685800" fontAlgn="base"/>
                      <a:r>
                        <a:rPr lang="zh-CN" altLang="en-US" sz="2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若</a:t>
                      </a:r>
                      <a:r>
                        <a:rPr lang="en-US" altLang="zh-CN" sz="2800" b="1" i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sym typeface="黑体" panose="02010609060101010101" charset="-122"/>
                        </a:rPr>
                        <a:t>x</a:t>
                      </a:r>
                      <a:r>
                        <a:rPr lang="en-US" altLang="zh-CN" sz="28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sym typeface="黑体" panose="02010609060101010101" charset="-122"/>
                        </a:rPr>
                        <a:t>=2</a:t>
                      </a:r>
                      <a:r>
                        <a:rPr lang="zh-CN" altLang="en-US" sz="2800" b="1">
                          <a:latin typeface="Times New Roman" panose="02020603050405020304" pitchFamily="18" charset="0"/>
                          <a:ea typeface="黑体" panose="02010609060101010101" charset="-122"/>
                          <a:sym typeface="黑体" panose="02010609060101010101" charset="-122"/>
                        </a:rPr>
                        <a:t>，</a:t>
                      </a:r>
                      <a:r>
                        <a:rPr lang="zh-CN" altLang="en-US" sz="2800" b="1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sym typeface="黑体" panose="02010609060101010101" charset="-122"/>
                        </a:rPr>
                        <a:t>则</a:t>
                      </a:r>
                      <a:r>
                        <a:rPr lang="en-US" altLang="zh-CN" sz="2800" b="1" i="1">
                          <a:solidFill>
                            <a:srgbClr val="FF33CC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sym typeface="黑体" panose="02010609060101010101" charset="-122"/>
                        </a:rPr>
                        <a:t>x</a:t>
                      </a:r>
                      <a:r>
                        <a:rPr lang="en-US" altLang="zh-CN" sz="2800" b="1" baseline="30000">
                          <a:solidFill>
                            <a:srgbClr val="FF33CC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sym typeface="黑体" panose="02010609060101010101" charset="-122"/>
                        </a:rPr>
                        <a:t>2</a:t>
                      </a:r>
                      <a:r>
                        <a:rPr lang="en-US" altLang="zh-CN" sz="2800" b="1">
                          <a:solidFill>
                            <a:srgbClr val="FF33CC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sym typeface="黑体" panose="02010609060101010101" charset="-122"/>
                        </a:rPr>
                        <a:t>=4</a:t>
                      </a:r>
                      <a:r>
                        <a:rPr lang="en-US" altLang="zh-CN" sz="28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sym typeface="黑体" panose="02010609060101010101" charset="-122"/>
                        </a:rPr>
                        <a:t>.</a:t>
                      </a:r>
                      <a:r>
                        <a:rPr lang="en-US" altLang="zh-CN" sz="2800" b="1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sym typeface="黑体" panose="02010609060101010101" charset="-122"/>
                        </a:rPr>
                        <a:t>(</a:t>
                      </a:r>
                      <a:r>
                        <a:rPr lang="zh-CN" altLang="en-US" sz="2800" b="1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sym typeface="黑体" panose="02010609060101010101" charset="-122"/>
                        </a:rPr>
                        <a:t>真</a:t>
                      </a:r>
                      <a:r>
                        <a:rPr lang="en-US" altLang="zh-CN" sz="2800" b="1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sym typeface="黑体" panose="02010609060101010101" charset="-122"/>
                        </a:rPr>
                        <a:t>)</a:t>
                      </a:r>
                      <a:endParaRPr lang="zh-CN" altLang="en-US"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vert="horz" anchor="ctr" anchorCtr="0">
                    <a:lnL w="12700">
                      <a:solidFill>
                        <a:prstClr val="black"/>
                      </a:solidFill>
                      <a:miter lim="800000"/>
                    </a:lnL>
                    <a:lnR w="12700">
                      <a:solidFill>
                        <a:prstClr val="black"/>
                      </a:solidFill>
                      <a:miter lim="800000"/>
                    </a:lnR>
                    <a:lnT w="12700">
                      <a:solidFill>
                        <a:prstClr val="black"/>
                      </a:solidFill>
                      <a:miter lim="800000"/>
                    </a:lnT>
                    <a:lnB w="12700">
                      <a:solidFill>
                        <a:prstClr val="black"/>
                      </a:solidFill>
                      <a:miter lim="800000"/>
                    </a:lnB>
                    <a:noFill/>
                  </a:tcPr>
                </a:tc>
                <a:tc>
                  <a:txBody>
                    <a:bodyPr wrap="square"/>
                    <a:lstStyle>
                      <a:defPPr>
                        <a:defRPr lang="zh-CN"/>
                      </a:defPPr>
                      <a:lvl1pPr marL="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indent="0" algn="l" defTabSz="914400" rtl="0" eaLnBrk="1" fontAlgn="base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lang="zh-CN" altLang="en-US" sz="1800" b="0" i="0" u="none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defTabSz="685800" fontAlgn="base"/>
                      <a:r>
                        <a:rPr lang="zh-CN" altLang="en-US" sz="2800" b="1">
                          <a:latin typeface="Times New Roman" panose="02020603050405020304" pitchFamily="18" charset="0"/>
                          <a:ea typeface="黑体" panose="02010609060101010101" charset="-122"/>
                          <a:sym typeface="黑体" panose="02010609060101010101" charset="-122"/>
                        </a:rPr>
                        <a:t>若</a:t>
                      </a:r>
                      <a:r>
                        <a:rPr lang="zh-CN" altLang="en-US" sz="2800" b="1">
                          <a:solidFill>
                            <a:srgbClr val="0000FF"/>
                          </a:solidFill>
                          <a:latin typeface="黑体" panose="02010609060101010101" charset="-122"/>
                          <a:ea typeface="黑体" panose="02010609060101010101" charset="-122"/>
                          <a:sym typeface="黑体" panose="02010609060101010101" charset="-122"/>
                        </a:rPr>
                        <a:t>两个三角形周长相等</a:t>
                      </a:r>
                      <a:r>
                        <a:rPr lang="zh-CN" altLang="en-US" sz="2800" b="1">
                          <a:latin typeface="Times New Roman" panose="02020603050405020304" pitchFamily="18" charset="0"/>
                          <a:ea typeface="黑体" panose="02010609060101010101" charset="-122"/>
                          <a:sym typeface="黑体" panose="02010609060101010101" charset="-122"/>
                        </a:rPr>
                        <a:t>，</a:t>
                      </a:r>
                      <a:endParaRPr lang="zh-CN" altLang="en-US" sz="2800" b="1">
                        <a:latin typeface="Times New Roman" panose="02020603050405020304" pitchFamily="18" charset="0"/>
                        <a:ea typeface="黑体" panose="02010609060101010101" charset="-122"/>
                        <a:sym typeface="黑体" panose="02010609060101010101" charset="-122"/>
                      </a:endParaRPr>
                    </a:p>
                    <a:p>
                      <a:pPr marL="0" lvl="0" indent="0" algn="ctr" defTabSz="685800" fontAlgn="base"/>
                      <a:r>
                        <a:rPr lang="zh-CN" altLang="en-US" sz="2800" b="1">
                          <a:latin typeface="Times New Roman" panose="02020603050405020304" pitchFamily="18" charset="0"/>
                          <a:ea typeface="黑体" panose="02010609060101010101" charset="-122"/>
                          <a:sym typeface="黑体" panose="02010609060101010101" charset="-122"/>
                        </a:rPr>
                        <a:t>则</a:t>
                      </a:r>
                      <a:r>
                        <a:rPr lang="zh-CN" altLang="en-US" sz="2800" b="1">
                          <a:solidFill>
                            <a:srgbClr val="FF33CC"/>
                          </a:solidFill>
                          <a:latin typeface="黑体" panose="02010609060101010101" charset="-122"/>
                          <a:ea typeface="黑体" panose="02010609060101010101" charset="-122"/>
                          <a:sym typeface="黑体" panose="02010609060101010101" charset="-122"/>
                        </a:rPr>
                        <a:t>这两个三角形全等</a:t>
                      </a:r>
                      <a:r>
                        <a:rPr lang="en-US" altLang="zh-CN" sz="2800" b="1">
                          <a:latin typeface="Times New Roman" panose="02020603050405020304" pitchFamily="18" charset="0"/>
                          <a:ea typeface="黑体" panose="02010609060101010101" charset="-122"/>
                          <a:sym typeface="黑体" panose="02010609060101010101" charset="-122"/>
                        </a:rPr>
                        <a:t>.(</a:t>
                      </a:r>
                      <a:r>
                        <a:rPr lang="zh-CN" altLang="en-US" sz="2800" b="1">
                          <a:latin typeface="Times New Roman" panose="02020603050405020304" pitchFamily="18" charset="0"/>
                          <a:ea typeface="黑体" panose="02010609060101010101" charset="-122"/>
                          <a:sym typeface="黑体" panose="02010609060101010101" charset="-122"/>
                        </a:rPr>
                        <a:t>假</a:t>
                      </a:r>
                      <a:r>
                        <a:rPr lang="en-US" altLang="zh-CN" sz="2800" b="1">
                          <a:latin typeface="Times New Roman" panose="02020603050405020304" pitchFamily="18" charset="0"/>
                          <a:ea typeface="黑体" panose="02010609060101010101" charset="-122"/>
                          <a:sym typeface="黑体" panose="02010609060101010101" charset="-122"/>
                        </a:rPr>
                        <a:t>)</a:t>
                      </a:r>
                      <a:endParaRPr lang="zh-CN" altLang="en-US"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vert="horz" anchor="ctr" anchorCtr="0">
                    <a:lnL w="12700">
                      <a:solidFill>
                        <a:prstClr val="black"/>
                      </a:solidFill>
                      <a:miter lim="800000"/>
                    </a:lnL>
                    <a:lnR w="12700">
                      <a:solidFill>
                        <a:prstClr val="black"/>
                      </a:solidFill>
                      <a:miter lim="800000"/>
                    </a:lnR>
                    <a:lnT w="12700">
                      <a:solidFill>
                        <a:prstClr val="black"/>
                      </a:solidFill>
                      <a:miter lim="800000"/>
                    </a:lnT>
                    <a:lnB w="12700">
                      <a:solidFill>
                        <a:prstClr val="black"/>
                      </a:solidFill>
                      <a:miter lim="8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722" name="文本框 6"/>
          <p:cNvSpPr/>
          <p:nvPr/>
        </p:nvSpPr>
        <p:spPr>
          <a:xfrm>
            <a:off x="7115175" y="1039813"/>
            <a:ext cx="2324100" cy="5207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defTabSz="685800"/>
            <a:r>
              <a:rPr lang="en-US" altLang="zh-CN" sz="2800" b="1">
                <a:latin typeface="Times New Roman" panose="02020603050405020304" pitchFamily="18" charset="0"/>
                <a:ea typeface="黑体" panose="02010609060101010101" charset="-122"/>
              </a:rPr>
              <a:t>“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</a:rPr>
              <a:t>若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charset="-122"/>
              </a:rPr>
              <a:t>p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</a:rPr>
              <a:t>，则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charset="-122"/>
              </a:rPr>
              <a:t>q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charset="-122"/>
              </a:rPr>
              <a:t>”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假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9723" name="对象 10"/>
          <p:cNvGraphicFramePr>
            <a:graphicFrameLocks noChangeAspect="1"/>
          </p:cNvGraphicFramePr>
          <p:nvPr/>
        </p:nvGraphicFramePr>
        <p:xfrm>
          <a:off x="3968750" y="1665288"/>
          <a:ext cx="11525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" r:id="rId1" imgW="444500" imgH="177165" progId="Equation.KSEE3">
                  <p:embed/>
                </p:oleObj>
              </mc:Choice>
              <mc:Fallback>
                <p:oleObj name="" r:id="rId1" imgW="444500" imgH="1771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68750" y="1665288"/>
                        <a:ext cx="1152525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4" name="文本框 13"/>
          <p:cNvSpPr/>
          <p:nvPr/>
        </p:nvSpPr>
        <p:spPr>
          <a:xfrm>
            <a:off x="3275013" y="2139950"/>
            <a:ext cx="2682875" cy="5222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defTabSz="685800"/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2800" b="1" i="1">
                <a:solidFill>
                  <a:srgbClr val="FF3399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充分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条件</a:t>
            </a:r>
            <a:endParaRPr lang="zh-CN" altLang="en-US" sz="28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9725" name="文本框 15"/>
          <p:cNvSpPr/>
          <p:nvPr/>
        </p:nvSpPr>
        <p:spPr>
          <a:xfrm>
            <a:off x="3275013" y="2659063"/>
            <a:ext cx="2682875" cy="5222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defTabSz="685800"/>
            <a:r>
              <a:rPr lang="en-US" altLang="zh-CN" sz="2800" b="1" i="1">
                <a:solidFill>
                  <a:srgbClr val="FF3399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必要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条件</a:t>
            </a:r>
            <a:endParaRPr lang="zh-CN" altLang="en-US" sz="28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9726" name="文本框 19"/>
          <p:cNvSpPr/>
          <p:nvPr/>
        </p:nvSpPr>
        <p:spPr>
          <a:xfrm>
            <a:off x="6757988" y="2139950"/>
            <a:ext cx="3040062" cy="5222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defTabSz="685800"/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不是</a:t>
            </a:r>
            <a:r>
              <a:rPr lang="en-US" altLang="zh-CN" sz="2800" b="1" i="1">
                <a:solidFill>
                  <a:srgbClr val="FF3399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的充分条件</a:t>
            </a:r>
            <a:endParaRPr lang="zh-CN" altLang="en-US" sz="28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9727" name="文本框 20"/>
          <p:cNvSpPr/>
          <p:nvPr/>
        </p:nvSpPr>
        <p:spPr>
          <a:xfrm>
            <a:off x="6757988" y="2659063"/>
            <a:ext cx="3040062" cy="5207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defTabSz="685800"/>
            <a:r>
              <a:rPr lang="en-US" altLang="zh-CN" sz="2800" b="1" i="1">
                <a:solidFill>
                  <a:srgbClr val="FF3399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不是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的必要条件</a:t>
            </a:r>
            <a:endParaRPr lang="zh-CN" altLang="en-US" sz="28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pSp>
        <p:nvGrpSpPr>
          <p:cNvPr id="29728" name="组合 27"/>
          <p:cNvGrpSpPr/>
          <p:nvPr/>
        </p:nvGrpSpPr>
        <p:grpSpPr>
          <a:xfrm>
            <a:off x="7700963" y="1635125"/>
            <a:ext cx="1152525" cy="490538"/>
            <a:chOff x="13678" y="3690"/>
            <a:chExt cx="1814" cy="772"/>
          </a:xfrm>
        </p:grpSpPr>
        <p:graphicFrame>
          <p:nvGraphicFramePr>
            <p:cNvPr id="29729" name="对象 10"/>
            <p:cNvGraphicFramePr>
              <a:graphicFrameLocks noChangeAspect="1"/>
            </p:cNvGraphicFramePr>
            <p:nvPr/>
          </p:nvGraphicFramePr>
          <p:xfrm>
            <a:off x="13677" y="3736"/>
            <a:ext cx="1815" cy="7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" name="" r:id="rId3" imgW="444500" imgH="177165" progId="Equation.KSEE3">
                    <p:embed/>
                  </p:oleObj>
                </mc:Choice>
                <mc:Fallback>
                  <p:oleObj name="" r:id="rId3" imgW="4445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3677" y="3736"/>
                          <a:ext cx="1815" cy="7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30" name="对象 16"/>
            <p:cNvGraphicFramePr>
              <a:graphicFrameLocks noChangeAspect="1"/>
            </p:cNvGraphicFramePr>
            <p:nvPr/>
          </p:nvGraphicFramePr>
          <p:xfrm>
            <a:off x="14378" y="3689"/>
            <a:ext cx="415" cy="7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1" name="" r:id="rId4" imgW="101600" imgH="177165" progId="Equation.KSEE3">
                    <p:embed/>
                  </p:oleObj>
                </mc:Choice>
                <mc:Fallback>
                  <p:oleObj name="" r:id="rId4" imgW="1016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4378" y="3689"/>
                          <a:ext cx="415" cy="7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6"/>
    </p:custData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7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7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9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9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9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97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97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97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97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97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97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29699" grpId="0"/>
      <p:bldP spid="29724" grpId="0"/>
      <p:bldP spid="29725" grpId="0"/>
      <p:bldP spid="29722" grpId="0"/>
      <p:bldP spid="29726" grpId="0"/>
      <p:bldP spid="297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5"/>
          <p:cNvSpPr>
            <a:spLocks noGrp="1"/>
          </p:cNvSpPr>
          <p:nvPr>
            <p:ph type="title"/>
          </p:nvPr>
        </p:nvSpPr>
        <p:spPr>
          <a:xfrm>
            <a:off x="0" y="-33661"/>
            <a:ext cx="7024999" cy="9017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anchor="ctr">
            <a:scene3d>
              <a:camera prst="orthographicFront"/>
              <a:lightRig rig="threePt" dir="t"/>
            </a:scene3d>
          </a:bodyPr>
          <a:lstStyle/>
          <a:p>
            <a:pPr algn="ctr" fontAlgn="auto">
              <a:lnSpc>
                <a:spcPct val="100000"/>
              </a:lnSpc>
            </a:pPr>
            <a:r>
              <a:rPr lang="zh-CN" altLang="en-US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新知演练：充分与必要条件</a:t>
            </a:r>
            <a:endParaRPr lang="zh-CN" altLang="en-US" sz="4000" b="1" strike="noStrike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1746" name="文本框 13"/>
          <p:cNvSpPr/>
          <p:nvPr/>
        </p:nvSpPr>
        <p:spPr>
          <a:xfrm>
            <a:off x="635000" y="981075"/>
            <a:ext cx="7932738" cy="5826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defTabSz="685800"/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▲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⇒</a:t>
            </a:r>
            <a:r>
              <a:rPr lang="en-US" altLang="zh-CN" sz="3200" b="1" i="1">
                <a:solidFill>
                  <a:srgbClr val="FF3399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：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3200" b="1" i="1">
                <a:solidFill>
                  <a:srgbClr val="FF3399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的充分条件，</a:t>
            </a:r>
            <a:r>
              <a:rPr lang="en-US" altLang="zh-CN" sz="3200" b="1" i="1">
                <a:solidFill>
                  <a:srgbClr val="FF3399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的必要条件</a:t>
            </a:r>
            <a:endParaRPr lang="zh-CN" altLang="en-US" sz="32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aphicFrame>
        <p:nvGraphicFramePr>
          <p:cNvPr id="31747" name="对象 39"/>
          <p:cNvGraphicFramePr>
            <a:graphicFrameLocks noChangeAspect="1"/>
          </p:cNvGraphicFramePr>
          <p:nvPr/>
        </p:nvGraphicFramePr>
        <p:xfrm>
          <a:off x="1343025" y="2349500"/>
          <a:ext cx="3260725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" r:id="rId1" imgW="1257300" imgH="215900" progId="Equation.KSEE3">
                  <p:embed/>
                </p:oleObj>
              </mc:Choice>
              <mc:Fallback>
                <p:oleObj name="" r:id="rId1" imgW="12573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43025" y="2349500"/>
                        <a:ext cx="3260725" cy="560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8" name="标题 1"/>
          <p:cNvSpPr>
            <a:spLocks noGrp="1"/>
          </p:cNvSpPr>
          <p:nvPr/>
        </p:nvSpPr>
        <p:spPr>
          <a:xfrm>
            <a:off x="4668838" y="2295525"/>
            <a:ext cx="2022475" cy="6699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1440" tIns="45720" rIns="91440" bIns="4572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(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真命题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)</a:t>
            </a:r>
            <a:endParaRPr lang="en-US" altLang="zh-CN" sz="30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1749" name="标题 1"/>
          <p:cNvSpPr>
            <a:spLocks noGrp="1"/>
          </p:cNvSpPr>
          <p:nvPr/>
        </p:nvSpPr>
        <p:spPr>
          <a:xfrm>
            <a:off x="4668838" y="3432175"/>
            <a:ext cx="2022475" cy="6699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1440" tIns="45720" rIns="91440" bIns="4572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(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假命题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)</a:t>
            </a:r>
            <a:endParaRPr lang="en-US" altLang="zh-CN" sz="30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1750" name="标题 1"/>
          <p:cNvSpPr>
            <a:spLocks noGrp="1"/>
          </p:cNvSpPr>
          <p:nvPr/>
        </p:nvSpPr>
        <p:spPr>
          <a:xfrm>
            <a:off x="768350" y="1793875"/>
            <a:ext cx="10637838" cy="4984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1440" tIns="45720" rIns="91440" bIns="4572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 sz="3000">
                <a:latin typeface="Times New Roman" panose="02020603050405020304" pitchFamily="18" charset="0"/>
                <a:ea typeface="黑体" panose="02010609060101010101" charset="-122"/>
              </a:rPr>
              <a:t>[</a:t>
            </a:r>
            <a:r>
              <a:rPr lang="zh-CN" altLang="en-US" sz="3000">
                <a:latin typeface="Times New Roman" panose="02020603050405020304" pitchFamily="18" charset="0"/>
                <a:ea typeface="黑体" panose="02010609060101010101" charset="-122"/>
              </a:rPr>
              <a:t>导练</a:t>
            </a:r>
            <a:r>
              <a:rPr lang="en-US" altLang="zh-CN" sz="3000">
                <a:latin typeface="Times New Roman" panose="02020603050405020304" pitchFamily="18" charset="0"/>
                <a:ea typeface="黑体" panose="02010609060101010101" charset="-122"/>
              </a:rPr>
              <a:t>3]</a:t>
            </a:r>
            <a:r>
              <a:rPr lang="zh-CN" altLang="en-US" sz="3000">
                <a:latin typeface="Times New Roman" panose="02020603050405020304" pitchFamily="18" charset="0"/>
                <a:ea typeface="黑体" panose="02010609060101010101" charset="-122"/>
              </a:rPr>
              <a:t>判断下列命题的真假，分析命题的条件和结论的关系。</a:t>
            </a:r>
            <a:endParaRPr lang="zh-CN" altLang="en-US" sz="300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graphicFrame>
        <p:nvGraphicFramePr>
          <p:cNvPr id="31751" name="对象 39"/>
          <p:cNvGraphicFramePr>
            <a:graphicFrameLocks noChangeAspect="1"/>
          </p:cNvGraphicFramePr>
          <p:nvPr/>
        </p:nvGraphicFramePr>
        <p:xfrm>
          <a:off x="338138" y="2865438"/>
          <a:ext cx="7445375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" r:id="rId3" imgW="2870200" imgH="215900" progId="Equation.KSEE3">
                  <p:embed/>
                </p:oleObj>
              </mc:Choice>
              <mc:Fallback>
                <p:oleObj name="" r:id="rId3" imgW="28702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8138" y="2865438"/>
                        <a:ext cx="7445375" cy="560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对象 39"/>
          <p:cNvGraphicFramePr>
            <a:graphicFrameLocks noChangeAspect="1"/>
          </p:cNvGraphicFramePr>
          <p:nvPr/>
        </p:nvGraphicFramePr>
        <p:xfrm>
          <a:off x="1343025" y="3503613"/>
          <a:ext cx="332581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" r:id="rId5" imgW="1282700" imgH="203200" progId="Equation.KSEE3">
                  <p:embed/>
                </p:oleObj>
              </mc:Choice>
              <mc:Fallback>
                <p:oleObj name="" r:id="rId5" imgW="12827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43025" y="3503613"/>
                        <a:ext cx="3325813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3" name="对象 39"/>
          <p:cNvGraphicFramePr>
            <a:graphicFrameLocks noChangeAspect="1"/>
          </p:cNvGraphicFramePr>
          <p:nvPr/>
        </p:nvGraphicFramePr>
        <p:xfrm>
          <a:off x="1392238" y="4075113"/>
          <a:ext cx="7872412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" r:id="rId7" imgW="3035300" imgH="203200" progId="Equation.KSEE3">
                  <p:embed/>
                </p:oleObj>
              </mc:Choice>
              <mc:Fallback>
                <p:oleObj name="" r:id="rId7" imgW="30353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92238" y="4075113"/>
                        <a:ext cx="7872412" cy="528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4" name="对象 39"/>
          <p:cNvGraphicFramePr>
            <a:graphicFrameLocks noChangeAspect="1"/>
          </p:cNvGraphicFramePr>
          <p:nvPr/>
        </p:nvGraphicFramePr>
        <p:xfrm>
          <a:off x="7783513" y="2868613"/>
          <a:ext cx="4281487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" r:id="rId9" imgW="1651000" imgH="215900" progId="Equation.KSEE3">
                  <p:embed/>
                </p:oleObj>
              </mc:Choice>
              <mc:Fallback>
                <p:oleObj name="" r:id="rId9" imgW="16510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783513" y="2868613"/>
                        <a:ext cx="4281487" cy="560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5" name="对象 39"/>
          <p:cNvGraphicFramePr>
            <a:graphicFrameLocks noChangeAspect="1"/>
          </p:cNvGraphicFramePr>
          <p:nvPr/>
        </p:nvGraphicFramePr>
        <p:xfrm>
          <a:off x="1343025" y="5151438"/>
          <a:ext cx="30622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" r:id="rId11" imgW="1181100" imgH="203200" progId="Equation.KSEE3">
                  <p:embed/>
                </p:oleObj>
              </mc:Choice>
              <mc:Fallback>
                <p:oleObj name="" r:id="rId11" imgW="11811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43025" y="5151438"/>
                        <a:ext cx="3062288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6" name="标题 1"/>
          <p:cNvSpPr>
            <a:spLocks noGrp="1"/>
          </p:cNvSpPr>
          <p:nvPr/>
        </p:nvSpPr>
        <p:spPr>
          <a:xfrm>
            <a:off x="4368800" y="5080000"/>
            <a:ext cx="2022475" cy="6699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1440" tIns="45720" rIns="91440" bIns="4572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(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真命题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)</a:t>
            </a:r>
            <a:endParaRPr lang="en-US" altLang="zh-CN" sz="30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graphicFrame>
        <p:nvGraphicFramePr>
          <p:cNvPr id="31757" name="对象 39"/>
          <p:cNvGraphicFramePr>
            <a:graphicFrameLocks noChangeAspect="1"/>
          </p:cNvGraphicFramePr>
          <p:nvPr/>
        </p:nvGraphicFramePr>
        <p:xfrm>
          <a:off x="1343025" y="5627688"/>
          <a:ext cx="7050088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" r:id="rId13" imgW="2717800" imgH="203200" progId="Equation.KSEE3">
                  <p:embed/>
                </p:oleObj>
              </mc:Choice>
              <mc:Fallback>
                <p:oleObj name="" r:id="rId13" imgW="27178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43025" y="5627688"/>
                        <a:ext cx="7050088" cy="528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8" name="对象 39"/>
          <p:cNvGraphicFramePr>
            <a:graphicFrameLocks noChangeAspect="1"/>
          </p:cNvGraphicFramePr>
          <p:nvPr/>
        </p:nvGraphicFramePr>
        <p:xfrm>
          <a:off x="4224338" y="6154738"/>
          <a:ext cx="411797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" r:id="rId15" imgW="1587500" imgH="203200" progId="Equation.KSEE3">
                  <p:embed/>
                </p:oleObj>
              </mc:Choice>
              <mc:Fallback>
                <p:oleObj name="" r:id="rId15" imgW="15875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24338" y="6154738"/>
                        <a:ext cx="4117975" cy="528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9" name="对象 39"/>
          <p:cNvGraphicFramePr>
            <a:graphicFrameLocks noChangeAspect="1"/>
          </p:cNvGraphicFramePr>
          <p:nvPr/>
        </p:nvGraphicFramePr>
        <p:xfrm>
          <a:off x="4521200" y="4600575"/>
          <a:ext cx="474345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" r:id="rId17" imgW="1828800" imgH="203200" progId="Equation.KSEE3">
                  <p:embed/>
                </p:oleObj>
              </mc:Choice>
              <mc:Fallback>
                <p:oleObj name="" r:id="rId17" imgW="18288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21200" y="4600575"/>
                        <a:ext cx="4743450" cy="528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0" name="对象 39"/>
          <p:cNvGraphicFramePr>
            <a:graphicFrameLocks noChangeAspect="1"/>
          </p:cNvGraphicFramePr>
          <p:nvPr/>
        </p:nvGraphicFramePr>
        <p:xfrm>
          <a:off x="6383338" y="3519488"/>
          <a:ext cx="342582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" r:id="rId19" imgW="1320165" imgH="203200" progId="Equation.KSEE3">
                  <p:embed/>
                </p:oleObj>
              </mc:Choice>
              <mc:Fallback>
                <p:oleObj name="" r:id="rId19" imgW="1320165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383338" y="3519488"/>
                        <a:ext cx="3425825" cy="528637"/>
                      </a:xfrm>
                      <a:prstGeom prst="rect">
                        <a:avLst/>
                      </a:prstGeom>
                      <a:solidFill>
                        <a:srgbClr val="FEEED2"/>
                      </a:solidFill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1" name="标题 1"/>
          <p:cNvSpPr>
            <a:spLocks noGrp="1"/>
          </p:cNvSpPr>
          <p:nvPr/>
        </p:nvSpPr>
        <p:spPr>
          <a:xfrm>
            <a:off x="9840913" y="3503613"/>
            <a:ext cx="2278062" cy="1331912"/>
          </a:xfrm>
          <a:prstGeom prst="rect">
            <a:avLst/>
          </a:prstGeom>
          <a:noFill/>
          <a:ln w="28575">
            <a:solidFill>
              <a:srgbClr val="FF0000"/>
            </a:solidFill>
            <a:round/>
          </a:ln>
        </p:spPr>
        <p:txBody>
          <a:bodyPr lIns="91440" tIns="45720" rIns="91440" bIns="4572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sz="26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举反例</a:t>
            </a:r>
            <a:r>
              <a:rPr lang="zh-CN" altLang="en-US" sz="2600" b="1">
                <a:solidFill>
                  <a:srgbClr val="0D0D0D"/>
                </a:solidFill>
                <a:latin typeface="Times New Roman" panose="02020603050405020304" pitchFamily="18" charset="0"/>
                <a:ea typeface="黑体" panose="02010609060101010101" charset="-122"/>
              </a:rPr>
              <a:t>是判断命题为</a:t>
            </a:r>
            <a:r>
              <a:rPr lang="zh-CN" altLang="en-US" sz="26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假命题</a:t>
            </a:r>
            <a:r>
              <a:rPr lang="zh-CN" altLang="en-US" sz="2600" b="1">
                <a:solidFill>
                  <a:srgbClr val="0D0D0D"/>
                </a:solidFill>
                <a:latin typeface="Times New Roman" panose="02020603050405020304" pitchFamily="18" charset="0"/>
                <a:ea typeface="黑体" panose="02010609060101010101" charset="-122"/>
              </a:rPr>
              <a:t>的重要方法</a:t>
            </a:r>
            <a:r>
              <a:rPr lang="en-US" altLang="zh-CN" sz="2600" b="1">
                <a:solidFill>
                  <a:srgbClr val="0D0D0D"/>
                </a:solidFill>
                <a:latin typeface="Times New Roman" panose="02020603050405020304" pitchFamily="18" charset="0"/>
                <a:ea typeface="黑体" panose="02010609060101010101" charset="-122"/>
              </a:rPr>
              <a:t>.</a:t>
            </a:r>
            <a:endParaRPr lang="en-US" altLang="zh-CN" sz="2600" b="1">
              <a:solidFill>
                <a:srgbClr val="0D0D0D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</p:spTree>
    <p:custDataLst>
      <p:tags r:id="rId21"/>
    </p:custData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7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17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7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7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17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7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17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17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17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17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/>
      <p:bldP spid="31749" grpId="0"/>
      <p:bldP spid="31756" grpId="0"/>
      <p:bldP spid="3176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5"/>
          <p:cNvSpPr>
            <a:spLocks noGrp="1"/>
          </p:cNvSpPr>
          <p:nvPr>
            <p:ph type="title"/>
          </p:nvPr>
        </p:nvSpPr>
        <p:spPr>
          <a:xfrm>
            <a:off x="0" y="0"/>
            <a:ext cx="6995795" cy="86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anchor="ctr">
            <a:scene3d>
              <a:camera prst="orthographicFront"/>
              <a:lightRig rig="threePt" dir="t"/>
            </a:scene3d>
          </a:bodyPr>
          <a:lstStyle/>
          <a:p>
            <a:pPr algn="ctr" fontAlgn="auto">
              <a:lnSpc>
                <a:spcPct val="100000"/>
              </a:lnSpc>
            </a:pPr>
            <a:r>
              <a:rPr lang="zh-CN" altLang="en-US" sz="3800" b="1" strike="noStrike" noProof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charset="-122"/>
              </a:rPr>
              <a:t>新知巩固：充分与必要条件</a:t>
            </a:r>
            <a:r>
              <a:rPr lang="en-US" altLang="zh-CN" sz="3800" b="1" strike="noStrike" noProof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charset="-122"/>
              </a:rPr>
              <a:t>P20</a:t>
            </a:r>
            <a:endParaRPr lang="en-US" altLang="zh-CN" sz="3800" b="1" strike="noStrike" noProof="1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黑体" panose="02010609060101010101" charset="-122"/>
            </a:endParaRPr>
          </a:p>
        </p:txBody>
      </p:sp>
      <p:pic>
        <p:nvPicPr>
          <p:cNvPr id="33794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63" y="908050"/>
            <a:ext cx="12101512" cy="511651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33795" name="圆角矩形 6"/>
          <p:cNvSpPr/>
          <p:nvPr/>
        </p:nvSpPr>
        <p:spPr>
          <a:xfrm>
            <a:off x="6311900" y="1628775"/>
            <a:ext cx="2232025" cy="4318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92D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33796" name="文本框 7"/>
          <p:cNvSpPr/>
          <p:nvPr/>
        </p:nvSpPr>
        <p:spPr>
          <a:xfrm>
            <a:off x="8616950" y="3324225"/>
            <a:ext cx="1135063" cy="5524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⇒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?</a:t>
            </a:r>
            <a:endParaRPr lang="en-US" altLang="zh-CN" sz="30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3797" name="文本框 8"/>
          <p:cNvSpPr/>
          <p:nvPr/>
        </p:nvSpPr>
        <p:spPr>
          <a:xfrm>
            <a:off x="7753350" y="1989138"/>
            <a:ext cx="2324100" cy="4603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的充分条件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3798" name="文本框 9"/>
          <p:cNvSpPr/>
          <p:nvPr/>
        </p:nvSpPr>
        <p:spPr>
          <a:xfrm>
            <a:off x="9264650" y="2449513"/>
            <a:ext cx="2630488" cy="4603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不是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的充分条件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3799" name="文本框 14"/>
          <p:cNvSpPr/>
          <p:nvPr/>
        </p:nvSpPr>
        <p:spPr>
          <a:xfrm>
            <a:off x="8616950" y="2924175"/>
            <a:ext cx="2324100" cy="4603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的充分条件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3800" name="圆角矩形 16"/>
          <p:cNvSpPr/>
          <p:nvPr/>
        </p:nvSpPr>
        <p:spPr>
          <a:xfrm>
            <a:off x="6311900" y="3384550"/>
            <a:ext cx="2232025" cy="4318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92D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33801" name="文本框 17"/>
          <p:cNvSpPr/>
          <p:nvPr/>
        </p:nvSpPr>
        <p:spPr>
          <a:xfrm>
            <a:off x="8185150" y="3789363"/>
            <a:ext cx="2324100" cy="4603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的必要条件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3802" name="文本框 18"/>
          <p:cNvSpPr/>
          <p:nvPr/>
        </p:nvSpPr>
        <p:spPr>
          <a:xfrm>
            <a:off x="5016500" y="4249738"/>
            <a:ext cx="2628900" cy="4603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不是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的必要条件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aphicFrame>
        <p:nvGraphicFramePr>
          <p:cNvPr id="33803" name="对象 39"/>
          <p:cNvGraphicFramePr>
            <a:graphicFrameLocks noChangeAspect="1"/>
          </p:cNvGraphicFramePr>
          <p:nvPr/>
        </p:nvGraphicFramePr>
        <p:xfrm>
          <a:off x="7699375" y="4227513"/>
          <a:ext cx="14541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" r:id="rId2" imgW="711200" imgH="228600" progId="Equation.KSEE3">
                  <p:embed/>
                </p:oleObj>
              </mc:Choice>
              <mc:Fallback>
                <p:oleObj name="" r:id="rId2" imgW="7112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99375" y="4227513"/>
                        <a:ext cx="1454150" cy="466725"/>
                      </a:xfrm>
                      <a:prstGeom prst="rect">
                        <a:avLst/>
                      </a:prstGeom>
                      <a:solidFill>
                        <a:srgbClr val="FEEED2"/>
                      </a:solidFill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804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6488" y="188913"/>
            <a:ext cx="3168650" cy="1800225"/>
          </a:xfrm>
          <a:prstGeom prst="rect">
            <a:avLst/>
          </a:prstGeom>
          <a:solidFill>
            <a:srgbClr val="FEEED2"/>
          </a:solidFill>
          <a:ln>
            <a:noFill/>
            <a:miter lim="800000"/>
            <a:headEnd/>
            <a:tailEnd/>
          </a:ln>
        </p:spPr>
      </p:pic>
      <p:sp>
        <p:nvSpPr>
          <p:cNvPr id="33805" name="文本框 20"/>
          <p:cNvSpPr/>
          <p:nvPr/>
        </p:nvSpPr>
        <p:spPr>
          <a:xfrm>
            <a:off x="6888163" y="1076325"/>
            <a:ext cx="1135062" cy="5524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⇒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?</a:t>
            </a:r>
            <a:endParaRPr lang="en-US" altLang="zh-CN" sz="30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3806" name="文本框 21"/>
          <p:cNvSpPr/>
          <p:nvPr/>
        </p:nvSpPr>
        <p:spPr>
          <a:xfrm>
            <a:off x="3935413" y="5661025"/>
            <a:ext cx="1728787" cy="552450"/>
          </a:xfrm>
          <a:prstGeom prst="rect">
            <a:avLst/>
          </a:prstGeom>
          <a:solidFill>
            <a:schemeClr val="bg1"/>
          </a:solidFill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___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⇒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a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//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b</a:t>
            </a:r>
            <a:endParaRPr lang="en-US" altLang="zh-CN" sz="30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3807" name="文本框 22"/>
          <p:cNvSpPr/>
          <p:nvPr/>
        </p:nvSpPr>
        <p:spPr>
          <a:xfrm>
            <a:off x="6024563" y="5661025"/>
            <a:ext cx="1728787" cy="552450"/>
          </a:xfrm>
          <a:prstGeom prst="rect">
            <a:avLst/>
          </a:prstGeom>
          <a:solidFill>
            <a:schemeClr val="bg1"/>
          </a:solidFill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a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//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b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⇒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___</a:t>
            </a:r>
            <a:endParaRPr lang="en-US" altLang="zh-CN" sz="30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</p:spTree>
    <p:custDataLst>
      <p:tags r:id="rId5"/>
    </p:custData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8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8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8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8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38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38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3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3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38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38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/>
      <p:bldP spid="33796" grpId="0"/>
      <p:bldP spid="33797" grpId="0"/>
      <p:bldP spid="33798" grpId="0"/>
      <p:bldP spid="33799" grpId="0"/>
      <p:bldP spid="33800" grpId="0"/>
      <p:bldP spid="33801" grpId="0"/>
      <p:bldP spid="33802" grpId="0"/>
      <p:bldP spid="33805" grpId="0"/>
      <p:bldP spid="33806" grpId="0"/>
      <p:bldP spid="3380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5"/>
          <p:cNvSpPr>
            <a:spLocks noGrp="1"/>
          </p:cNvSpPr>
          <p:nvPr>
            <p:ph type="title"/>
          </p:nvPr>
        </p:nvSpPr>
        <p:spPr>
          <a:xfrm>
            <a:off x="0" y="0"/>
            <a:ext cx="6941185" cy="823595"/>
          </a:xfrm>
          <a:prstGeom prst="rect">
            <a:avLst/>
          </a:prstGeom>
        </p:spPr>
        <p:txBody>
          <a:bodyPr vert="horz" lIns="91440" tIns="45720" rIns="91440" bIns="45720" anchor="ctr">
            <a:scene3d>
              <a:camera prst="orthographicFront"/>
              <a:lightRig rig="threePt" dir="t"/>
            </a:scene3d>
          </a:bodyPr>
          <a:lstStyle/>
          <a:p>
            <a:pPr algn="ctr" fontAlgn="auto">
              <a:lnSpc>
                <a:spcPct val="100000"/>
              </a:lnSpc>
            </a:pPr>
            <a:r>
              <a:rPr lang="zh-CN" altLang="en-US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新知</a:t>
            </a:r>
            <a:r>
              <a:rPr lang="en-US" altLang="zh-CN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2.</a:t>
            </a:r>
            <a:r>
              <a:rPr lang="zh-CN" altLang="en-US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充分条件与必要条件</a:t>
            </a:r>
            <a:endParaRPr lang="zh-CN" altLang="en-US" sz="4000" b="1" strike="noStrike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5842" name="文本框 13"/>
          <p:cNvSpPr/>
          <p:nvPr/>
        </p:nvSpPr>
        <p:spPr>
          <a:xfrm>
            <a:off x="876300" y="981075"/>
            <a:ext cx="7450138" cy="5524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defTabSz="685800"/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▲</a:t>
            </a:r>
            <a:r>
              <a:rPr lang="en-US" altLang="zh-CN" sz="30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⇒</a:t>
            </a:r>
            <a:r>
              <a:rPr lang="en-US" altLang="zh-CN" sz="3000" b="1" i="1">
                <a:solidFill>
                  <a:srgbClr val="FF3399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：</a:t>
            </a:r>
            <a:r>
              <a:rPr lang="en-US" altLang="zh-CN" sz="30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3000" b="1" i="1">
                <a:solidFill>
                  <a:srgbClr val="FF3399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的充分条件，</a:t>
            </a:r>
            <a:r>
              <a:rPr lang="en-US" altLang="zh-CN" sz="3000" b="1" i="1">
                <a:solidFill>
                  <a:srgbClr val="FF3399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30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的必要条件</a:t>
            </a:r>
            <a:endParaRPr lang="zh-CN" altLang="en-US" sz="30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5843" name="文本框 1"/>
          <p:cNvSpPr/>
          <p:nvPr/>
        </p:nvSpPr>
        <p:spPr>
          <a:xfrm>
            <a:off x="635000" y="3852863"/>
            <a:ext cx="11080750" cy="11747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defTabSz="685800">
              <a:lnSpc>
                <a:spcPct val="110000"/>
              </a:lnSpc>
            </a:pPr>
            <a:r>
              <a:rPr lang="en-US" altLang="zh-CN" sz="3200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[</a:t>
            </a:r>
            <a:r>
              <a:rPr lang="zh-CN" altLang="en-US" sz="3200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导练</a:t>
            </a:r>
            <a:r>
              <a:rPr lang="en-US" altLang="zh-CN" sz="3200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4]</a:t>
            </a:r>
            <a:r>
              <a:rPr lang="zh-CN" altLang="en-US" sz="3200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填空，是的下列命题为真命题：</a:t>
            </a:r>
            <a:endParaRPr lang="en-US" altLang="zh-CN" sz="3200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  <a:p>
            <a:pPr marL="0" lvl="0" indent="0" defTabSz="685800">
              <a:lnSpc>
                <a:spcPct val="110000"/>
              </a:lnSpc>
            </a:pP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若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_________________________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，则</a:t>
            </a:r>
            <a:r>
              <a:rPr lang="zh-CN" altLang="en-US" sz="3200" b="1">
                <a:solidFill>
                  <a:srgbClr val="FF33CC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这个四边形是平行四边形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.</a:t>
            </a:r>
            <a:endParaRPr lang="en-US" altLang="zh-CN" sz="32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5844" name="文本框 2"/>
          <p:cNvSpPr/>
          <p:nvPr/>
        </p:nvSpPr>
        <p:spPr>
          <a:xfrm>
            <a:off x="1200150" y="4429125"/>
            <a:ext cx="5081588" cy="584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四边形的两组对边分别相等</a:t>
            </a:r>
            <a:endParaRPr lang="zh-CN" altLang="en-US" sz="32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5845" name="文本框 4"/>
          <p:cNvSpPr/>
          <p:nvPr/>
        </p:nvSpPr>
        <p:spPr>
          <a:xfrm>
            <a:off x="1200150" y="5027613"/>
            <a:ext cx="5081588" cy="5826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四边形的两组对边分别平行</a:t>
            </a:r>
            <a:endParaRPr lang="zh-CN" altLang="en-US" sz="32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5846" name="文本框 5"/>
          <p:cNvSpPr/>
          <p:nvPr/>
        </p:nvSpPr>
        <p:spPr>
          <a:xfrm>
            <a:off x="1200150" y="5610225"/>
            <a:ext cx="5489575" cy="584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四边形的一组对边平行且相等</a:t>
            </a:r>
            <a:endParaRPr lang="zh-CN" altLang="en-US" sz="32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5847" name="文本框 6"/>
          <p:cNvSpPr/>
          <p:nvPr/>
        </p:nvSpPr>
        <p:spPr>
          <a:xfrm>
            <a:off x="1200150" y="6162675"/>
            <a:ext cx="5489575" cy="584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四边形的两条对角线互相平分</a:t>
            </a:r>
            <a:endParaRPr lang="zh-CN" altLang="en-US" sz="32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5848" name="文本框 10"/>
          <p:cNvSpPr/>
          <p:nvPr/>
        </p:nvSpPr>
        <p:spPr>
          <a:xfrm>
            <a:off x="1200150" y="1533525"/>
            <a:ext cx="8089900" cy="5524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defTabSz="685800"/>
            <a:r>
              <a:rPr lang="en-US" altLang="zh-CN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[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注</a:t>
            </a:r>
            <a:r>
              <a:rPr lang="en-US" altLang="zh-CN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]</a:t>
            </a:r>
            <a:r>
              <a:rPr lang="en-US" altLang="zh-CN" sz="30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3000" b="1" i="1">
                <a:solidFill>
                  <a:srgbClr val="FF3399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的充分条件：是指条件</a:t>
            </a:r>
            <a:r>
              <a:rPr lang="en-US" altLang="zh-CN" sz="30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可推出结论</a:t>
            </a:r>
            <a:r>
              <a:rPr lang="en-US" altLang="zh-CN" sz="30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，</a:t>
            </a:r>
            <a:endParaRPr lang="zh-CN" altLang="en-US" sz="30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5849" name="文本框 11"/>
          <p:cNvSpPr txBox="1"/>
          <p:nvPr/>
        </p:nvSpPr>
        <p:spPr>
          <a:xfrm>
            <a:off x="3365500" y="2060575"/>
            <a:ext cx="592455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 defTabSz="685800" fontAlgn="base"/>
            <a:r>
              <a:rPr lang="zh-CN" altLang="en-US" sz="3000" b="1" strike="noStrike" noProof="1">
                <a:latin typeface="Times New Roman" panose="02020603050405020304" pitchFamily="18" charset="0"/>
                <a:ea typeface="黑体" panose="02010609060101010101" charset="-122"/>
                <a:cs typeface="+mn-cs"/>
                <a:sym typeface="黑体" panose="02010609060101010101" charset="-122"/>
              </a:rPr>
              <a:t>不意味着</a:t>
            </a:r>
            <a:r>
              <a:rPr lang="zh-CN" altLang="en-US" sz="3000" b="1" strike="noStrike" noProof="1"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charset="-122"/>
                <a:cs typeface="+mn-cs"/>
                <a:sym typeface="黑体" panose="02010609060101010101" charset="-122"/>
              </a:rPr>
              <a:t>只有</a:t>
            </a:r>
            <a:r>
              <a:rPr lang="zh-CN" altLang="en-US" sz="3000" b="1" strike="noStrike" noProof="1">
                <a:latin typeface="Times New Roman" panose="02020603050405020304" pitchFamily="18" charset="0"/>
                <a:ea typeface="黑体" panose="02010609060101010101" charset="-122"/>
                <a:cs typeface="+mn-cs"/>
                <a:sym typeface="黑体" panose="02010609060101010101" charset="-122"/>
              </a:rPr>
              <a:t>条件</a:t>
            </a:r>
            <a:r>
              <a:rPr lang="en-US" altLang="zh-CN" sz="3000" b="1" i="1" strike="noStrike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  <a:sym typeface="黑体" panose="02010609060101010101" charset="-122"/>
              </a:rPr>
              <a:t>p</a:t>
            </a:r>
            <a:r>
              <a:rPr lang="zh-CN" altLang="en-US" sz="3000" b="1" strike="noStrike" noProof="1">
                <a:latin typeface="Times New Roman" panose="02020603050405020304" pitchFamily="18" charset="0"/>
                <a:ea typeface="黑体" panose="02010609060101010101" charset="-122"/>
                <a:cs typeface="+mn-cs"/>
                <a:sym typeface="黑体" panose="02010609060101010101" charset="-122"/>
              </a:rPr>
              <a:t>可推出结论</a:t>
            </a:r>
            <a:r>
              <a:rPr lang="en-US" altLang="zh-CN" sz="3000" b="1" i="1" strike="noStrike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  <a:sym typeface="黑体" panose="02010609060101010101" charset="-122"/>
              </a:rPr>
              <a:t>q</a:t>
            </a:r>
            <a:r>
              <a:rPr lang="zh-CN" altLang="en-US" sz="3000" b="1" strike="noStrike" noProof="1">
                <a:latin typeface="Times New Roman" panose="02020603050405020304" pitchFamily="18" charset="0"/>
                <a:ea typeface="黑体" panose="02010609060101010101" charset="-122"/>
                <a:cs typeface="+mn-cs"/>
                <a:sym typeface="黑体" panose="02010609060101010101" charset="-122"/>
              </a:rPr>
              <a:t>，</a:t>
            </a:r>
            <a:endParaRPr lang="zh-CN" altLang="en-US" sz="3000" b="1" strike="noStrike" noProof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5850" name="文本框 12"/>
          <p:cNvSpPr/>
          <p:nvPr/>
        </p:nvSpPr>
        <p:spPr>
          <a:xfrm>
            <a:off x="1655763" y="2613025"/>
            <a:ext cx="8509000" cy="552450"/>
          </a:xfrm>
          <a:prstGeom prst="rect">
            <a:avLst/>
          </a:prstGeom>
          <a:solidFill>
            <a:srgbClr val="D4E9F6"/>
          </a:solidFill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defTabSz="685800"/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即：对</a:t>
            </a:r>
            <a:r>
              <a:rPr lang="zh-CN" altLang="en-US" sz="3000" b="1" u="sng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给定结论</a:t>
            </a:r>
            <a:r>
              <a:rPr lang="en-US" altLang="zh-CN" sz="3000" b="1" i="1" u="sng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，使得</a:t>
            </a:r>
            <a:r>
              <a:rPr lang="en-US" altLang="zh-CN" sz="3000" b="1" i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成立的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条件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是不唯一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</a:t>
            </a:r>
            <a:r>
              <a:rPr lang="en-US" altLang="zh-CN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.</a:t>
            </a:r>
            <a:endParaRPr lang="zh-CN" altLang="en-US" sz="30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5851" name="文本框 15"/>
          <p:cNvSpPr/>
          <p:nvPr/>
        </p:nvSpPr>
        <p:spPr>
          <a:xfrm>
            <a:off x="911225" y="3279775"/>
            <a:ext cx="11004550" cy="552450"/>
          </a:xfrm>
          <a:prstGeom prst="rect">
            <a:avLst/>
          </a:prstGeom>
          <a:solidFill>
            <a:srgbClr val="FEEED2"/>
          </a:solidFill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defTabSz="685800"/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数学的每条</a:t>
            </a:r>
            <a:r>
              <a:rPr lang="zh-CN" altLang="en-US" sz="30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判定定理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都给出了相应数学结论成立的一个</a:t>
            </a:r>
            <a:r>
              <a:rPr lang="zh-CN" altLang="en-US" sz="30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充分条件</a:t>
            </a:r>
            <a:r>
              <a:rPr lang="en-US" altLang="zh-CN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.</a:t>
            </a:r>
            <a:endParaRPr lang="en-US" altLang="zh-CN" sz="30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58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58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/>
      <p:bldP spid="35845" grpId="0"/>
      <p:bldP spid="35846" grpId="0"/>
      <p:bldP spid="35847" grpId="0"/>
      <p:bldP spid="35848" grpId="0"/>
      <p:bldP spid="35849" grpId="0"/>
      <p:bldP spid="35850" grpId="0"/>
      <p:bldP spid="358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标题 5"/>
          <p:cNvSpPr>
            <a:spLocks noGrp="1"/>
          </p:cNvSpPr>
          <p:nvPr>
            <p:ph type="title"/>
          </p:nvPr>
        </p:nvSpPr>
        <p:spPr>
          <a:xfrm>
            <a:off x="0" y="0"/>
            <a:ext cx="6941185" cy="823595"/>
          </a:xfrm>
          <a:prstGeom prst="rect">
            <a:avLst/>
          </a:prstGeom>
        </p:spPr>
        <p:txBody>
          <a:bodyPr vert="horz" lIns="91440" tIns="45720" rIns="91440" bIns="45720" anchor="ctr">
            <a:scene3d>
              <a:camera prst="orthographicFront"/>
              <a:lightRig rig="threePt" dir="t"/>
            </a:scene3d>
          </a:bodyPr>
          <a:lstStyle/>
          <a:p>
            <a:pPr algn="ctr" fontAlgn="auto">
              <a:lnSpc>
                <a:spcPct val="100000"/>
              </a:lnSpc>
            </a:pPr>
            <a:r>
              <a:rPr lang="zh-CN" altLang="en-US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新知</a:t>
            </a:r>
            <a:r>
              <a:rPr lang="en-US" altLang="zh-CN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2.</a:t>
            </a:r>
            <a:r>
              <a:rPr lang="zh-CN" altLang="en-US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充分条件与必要条件</a:t>
            </a:r>
            <a:endParaRPr lang="zh-CN" altLang="en-US" sz="4000" b="1" strike="noStrike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7890" name="文本框 13"/>
          <p:cNvSpPr/>
          <p:nvPr/>
        </p:nvSpPr>
        <p:spPr>
          <a:xfrm>
            <a:off x="876300" y="981075"/>
            <a:ext cx="7450138" cy="5524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defTabSz="685800"/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▲</a:t>
            </a:r>
            <a:r>
              <a:rPr lang="en-US" altLang="zh-CN" sz="30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⇒</a:t>
            </a:r>
            <a:r>
              <a:rPr lang="en-US" altLang="zh-CN" sz="3000" b="1" i="1">
                <a:solidFill>
                  <a:srgbClr val="FF3399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：</a:t>
            </a:r>
            <a:r>
              <a:rPr lang="en-US" altLang="zh-CN" sz="30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3000" b="1" i="1">
                <a:solidFill>
                  <a:srgbClr val="FF3399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的充分条件，</a:t>
            </a:r>
            <a:r>
              <a:rPr lang="en-US" altLang="zh-CN" sz="3000" b="1" i="1">
                <a:solidFill>
                  <a:srgbClr val="FF3399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30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的必要条件</a:t>
            </a:r>
            <a:endParaRPr lang="zh-CN" altLang="en-US" sz="30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7891" name="文本框 1"/>
          <p:cNvSpPr/>
          <p:nvPr/>
        </p:nvSpPr>
        <p:spPr>
          <a:xfrm>
            <a:off x="635000" y="3852863"/>
            <a:ext cx="8640763" cy="11747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defTabSz="685800">
              <a:lnSpc>
                <a:spcPct val="110000"/>
              </a:lnSpc>
            </a:pPr>
            <a:r>
              <a:rPr lang="en-US" altLang="zh-CN" sz="3200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[</a:t>
            </a:r>
            <a:r>
              <a:rPr lang="zh-CN" altLang="en-US" sz="3200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导练</a:t>
            </a:r>
            <a:r>
              <a:rPr lang="en-US" altLang="zh-CN" sz="3200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5]</a:t>
            </a:r>
            <a:r>
              <a:rPr lang="zh-CN" altLang="en-US" sz="3200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填空，是的下列命题为真命题：</a:t>
            </a:r>
            <a:endParaRPr lang="en-US" altLang="zh-CN" sz="3200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  <a:p>
            <a:pPr marL="0" lvl="0" indent="0" defTabSz="685800">
              <a:lnSpc>
                <a:spcPct val="110000"/>
              </a:lnSpc>
            </a:pP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若平面内的两条直线平行，则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_______________.</a:t>
            </a:r>
            <a:endParaRPr lang="en-US" altLang="zh-CN" sz="32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7892" name="文本框 2"/>
          <p:cNvSpPr/>
          <p:nvPr/>
        </p:nvSpPr>
        <p:spPr>
          <a:xfrm>
            <a:off x="6234113" y="4365625"/>
            <a:ext cx="2224087" cy="584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内错角相等</a:t>
            </a:r>
            <a:endParaRPr lang="zh-CN" altLang="en-US" sz="32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7893" name="文本框 4"/>
          <p:cNvSpPr/>
          <p:nvPr/>
        </p:nvSpPr>
        <p:spPr>
          <a:xfrm>
            <a:off x="6234113" y="5013325"/>
            <a:ext cx="2224087" cy="584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同位角相等</a:t>
            </a:r>
            <a:endParaRPr lang="zh-CN" altLang="en-US" sz="32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7894" name="文本框 10"/>
          <p:cNvSpPr/>
          <p:nvPr/>
        </p:nvSpPr>
        <p:spPr>
          <a:xfrm>
            <a:off x="1200150" y="1533525"/>
            <a:ext cx="8089900" cy="5524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defTabSz="685800"/>
            <a:r>
              <a:rPr lang="en-US" altLang="zh-CN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[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注</a:t>
            </a:r>
            <a:r>
              <a:rPr lang="en-US" altLang="zh-CN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]</a:t>
            </a:r>
            <a:r>
              <a:rPr lang="en-US" altLang="zh-CN" sz="3000" b="1" i="1">
                <a:solidFill>
                  <a:srgbClr val="FF3399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30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的必要条件：是指条件</a:t>
            </a:r>
            <a:r>
              <a:rPr lang="en-US" altLang="zh-CN" sz="30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可推出结论</a:t>
            </a:r>
            <a:r>
              <a:rPr lang="en-US" altLang="zh-CN" sz="30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，</a:t>
            </a:r>
            <a:endParaRPr lang="zh-CN" altLang="en-US" sz="30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7895" name="文本框 11"/>
          <p:cNvSpPr/>
          <p:nvPr/>
        </p:nvSpPr>
        <p:spPr>
          <a:xfrm>
            <a:off x="3557588" y="2060575"/>
            <a:ext cx="5541962" cy="5524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defTabSz="685800"/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不意味着条件</a:t>
            </a:r>
            <a:r>
              <a:rPr lang="en-US" altLang="zh-CN" sz="30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3000" b="1" u="sng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只能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推出结论</a:t>
            </a:r>
            <a:r>
              <a:rPr lang="en-US" altLang="zh-CN" sz="30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，</a:t>
            </a:r>
            <a:endParaRPr lang="zh-CN" altLang="en-US" sz="30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7896" name="文本框 12"/>
          <p:cNvSpPr/>
          <p:nvPr/>
        </p:nvSpPr>
        <p:spPr>
          <a:xfrm>
            <a:off x="1657350" y="2613025"/>
            <a:ext cx="8507413" cy="552450"/>
          </a:xfrm>
          <a:prstGeom prst="rect">
            <a:avLst/>
          </a:prstGeom>
          <a:solidFill>
            <a:srgbClr val="D4E9F6"/>
          </a:solidFill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defTabSz="685800"/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即：对</a:t>
            </a:r>
            <a:r>
              <a:rPr lang="zh-CN" altLang="en-US" sz="3000" b="1" u="sng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给定条件</a:t>
            </a:r>
            <a:r>
              <a:rPr lang="en-US" altLang="zh-CN" sz="3000" b="1" i="1" u="sng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，由</a:t>
            </a:r>
            <a:r>
              <a:rPr lang="en-US" altLang="zh-CN" sz="3000" b="1" i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可推出的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结论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是不唯一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</a:t>
            </a:r>
            <a:r>
              <a:rPr lang="en-US" altLang="zh-CN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.</a:t>
            </a:r>
            <a:endParaRPr lang="zh-CN" altLang="en-US" sz="30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7897" name="文本框 15"/>
          <p:cNvSpPr/>
          <p:nvPr/>
        </p:nvSpPr>
        <p:spPr>
          <a:xfrm>
            <a:off x="911225" y="3279775"/>
            <a:ext cx="11004550" cy="552450"/>
          </a:xfrm>
          <a:prstGeom prst="rect">
            <a:avLst/>
          </a:prstGeom>
          <a:solidFill>
            <a:srgbClr val="FEEED2"/>
          </a:solidFill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defTabSz="685800"/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数学的每条性质</a:t>
            </a:r>
            <a:r>
              <a:rPr lang="zh-CN" altLang="en-US" sz="30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定理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都给出了相应数学结论成立的一个必要</a:t>
            </a:r>
            <a:r>
              <a:rPr lang="zh-CN" altLang="en-US" sz="30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条件</a:t>
            </a:r>
            <a:r>
              <a:rPr lang="en-US" altLang="zh-CN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.</a:t>
            </a:r>
            <a:endParaRPr lang="en-US" altLang="zh-CN" sz="30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7898" name="文本框 3"/>
          <p:cNvSpPr/>
          <p:nvPr/>
        </p:nvSpPr>
        <p:spPr>
          <a:xfrm>
            <a:off x="6234113" y="5535613"/>
            <a:ext cx="2633662" cy="5826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同旁内角互补</a:t>
            </a:r>
            <a:endParaRPr lang="zh-CN" altLang="en-US" sz="32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pic>
        <p:nvPicPr>
          <p:cNvPr id="37899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11861800" y="12407900"/>
            <a:ext cx="330200" cy="241300"/>
          </a:xfrm>
          <a:prstGeom prst="cube">
            <a:avLst/>
          </a:prstGeom>
        </p:spPr>
      </p:pic>
    </p:spTree>
    <p:custDataLst>
      <p:tags r:id="rId2"/>
    </p:custData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37893" grpId="0"/>
      <p:bldP spid="37894" grpId="0"/>
      <p:bldP spid="37895" grpId="0"/>
      <p:bldP spid="37896" grpId="0"/>
      <p:bldP spid="37897" grpId="0"/>
      <p:bldP spid="37898" grpId="0"/>
    </p:bldLst>
  </p:timing>
</p:sld>
</file>

<file path=ppt/tags/tag1.xml><?xml version="1.0" encoding="utf-8"?>
<p:tagLst xmlns:p="http://schemas.openxmlformats.org/presentationml/2006/main">
  <p:tag name="MH" val="20151210175510"/>
  <p:tag name="MH_LIBRARY" val="GRAPHIC"/>
  <p:tag name="MH_ORDER" val="Rectangle 28"/>
</p:tagLst>
</file>

<file path=ppt/tags/tag2.xml><?xml version="1.0" encoding="utf-8"?>
<p:tagLst xmlns:p="http://schemas.openxmlformats.org/presentationml/2006/main">
  <p:tag name="MH" val="20151210175510"/>
  <p:tag name="MH_LIBRARY" val="GRAPHIC"/>
  <p:tag name="MH_ORDER" val="Rectangle 117"/>
</p:tagLst>
</file>

<file path=ppt/tags/tag3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4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5.xml><?xml version="1.0" encoding="utf-8"?>
<p:tagLst xmlns:p="http://schemas.openxmlformats.org/presentationml/2006/main">
  <p:tag name="MH" val="20151210175510"/>
  <p:tag name="MH_LIBRARY" val="GRAPHIC"/>
  <p:tag name="MH_ORDER" val="Rectangle 28"/>
</p:tagLst>
</file>

<file path=ppt/tags/tag6.xml><?xml version="1.0" encoding="utf-8"?>
<p:tagLst xmlns:p="http://schemas.openxmlformats.org/presentationml/2006/main">
  <p:tag name="MH" val="20151210175510"/>
  <p:tag name="MH_LIBRARY" val="GRAPHIC"/>
  <p:tag name="MH_ORDER" val="Rectangle 117"/>
</p:tagLst>
</file>

<file path=ppt/tags/tag7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8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9.xml><?xml version="1.0" encoding="utf-8"?>
<p:tagLst xmlns:p="http://schemas.openxmlformats.org/presentationml/2006/main">
  <p:tag name="MH" val="20151210175510"/>
  <p:tag name="MH_LIBRARY" val="GRAPHIC"/>
  <p:tag name="MH_ORDER" val="Rectangle 28"/>
</p:tagLst>
</file>

<file path=ppt/tags/tag10.xml><?xml version="1.0" encoding="utf-8"?>
<p:tagLst xmlns:p="http://schemas.openxmlformats.org/presentationml/2006/main">
  <p:tag name="MH" val="20151210175510"/>
  <p:tag name="MH_LIBRARY" val="GRAPHIC"/>
  <p:tag name="MH_ORDER" val="Rectangle 117"/>
</p:tagLst>
</file>

<file path=ppt/tags/tag11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12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TEMPLATE_CATEGORY" val="custom"/>
  <p:tag name="KSO_WM_TEMPLATE_INDEX" val="277"/>
</p:tagLst>
</file>

<file path=ppt/tags/tag15.xml><?xml version="1.0" encoding="utf-8"?>
<p:tagLst xmlns:p="http://schemas.openxmlformats.org/presentationml/2006/main">
  <p:tag name="KSO_WM_TEMPLATE_CATEGORY" val="custom"/>
  <p:tag name="KSO_WM_TEMPLATE_INDEX" val="277"/>
</p:tagLst>
</file>

<file path=ppt/tags/tag16.xml><?xml version="1.0" encoding="utf-8"?>
<p:tagLst xmlns:p="http://schemas.openxmlformats.org/presentationml/2006/main">
  <p:tag name="KSO_WM_TEMPLATE_CATEGORY" val="custom"/>
  <p:tag name="KSO_WM_TEMPLATE_INDEX" val="277"/>
</p:tagLst>
</file>

<file path=ppt/tags/tag17.xml><?xml version="1.0" encoding="utf-8"?>
<p:tagLst xmlns:p="http://schemas.openxmlformats.org/presentationml/2006/main">
  <p:tag name="KSO_WM_TEMPLATE_CATEGORY" val="custom"/>
  <p:tag name="KSO_WM_TEMPLATE_INDEX" val="277"/>
</p:tagLst>
</file>

<file path=ppt/tags/tag18.xml><?xml version="1.0" encoding="utf-8"?>
<p:tagLst xmlns:p="http://schemas.openxmlformats.org/presentationml/2006/main">
  <p:tag name="KSO_WM_TEMPLATE_CATEGORY" val="custom"/>
  <p:tag name="KSO_WM_TEMPLATE_INDEX" val="277"/>
</p:tagLst>
</file>

<file path=ppt/tags/tag19.xml><?xml version="1.0" encoding="utf-8"?>
<p:tagLst xmlns:p="http://schemas.openxmlformats.org/presentationml/2006/main">
  <p:tag name="KSO_WM_TEMPLATE_CATEGORY" val="custom"/>
  <p:tag name="KSO_WM_TEMPLATE_INDEX" val="277"/>
</p:tagLst>
</file>

<file path=ppt/tags/tag20.xml><?xml version="1.0" encoding="utf-8"?>
<p:tagLst xmlns:p="http://schemas.openxmlformats.org/presentationml/2006/main">
  <p:tag name="KSO_WM_TEMPLATE_CATEGORY" val="custom"/>
  <p:tag name="KSO_WM_TEMPLATE_INDEX" val="277"/>
</p:tagLst>
</file>

<file path=ppt/tags/tag21.xml><?xml version="1.0" encoding="utf-8"?>
<p:tagLst xmlns:p="http://schemas.openxmlformats.org/presentationml/2006/main">
  <p:tag name="KSO_WM_TEMPLATE_CATEGORY" val="custom"/>
  <p:tag name="KSO_WM_TEMPLATE_INDEX" val="277"/>
</p:tagLst>
</file>

<file path=ppt/tags/tag22.xml><?xml version="1.0" encoding="utf-8"?>
<p:tagLst xmlns:p="http://schemas.openxmlformats.org/presentationml/2006/main">
  <p:tag name="AS_OS" val="Unix 3.10 unknown"/>
  <p:tag name="AS_RELEASE_DATE" val="2020.11.30"/>
  <p:tag name="AS_TITLE" val="Aspose.Slides for Java"/>
  <p:tag name="AS_VERSION" val="20.11"/>
  <p:tag name="COMMONDATA" val="eyJoZGlkIjoiNTMxMzIzY2ZmYTJlMDViNWZlNzkwZDk5ODJjYWJjMzgifQ=="/>
  <p:tag name="commondata" val="eyJoZGlkIjoiMDBjYjA5NWI2NTcxMjEwMDg2NWEwNjE3MjllZTk2ZjkifQ=="/>
</p:tagLst>
</file>

<file path=ppt/theme/theme1.xml><?xml version="1.0" encoding="utf-8"?>
<a:theme xmlns:a="http://schemas.openxmlformats.org/drawingml/2006/main" name="2_Office 主题">
  <a:themeElements>
    <a:clrScheme name="自定义 22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CAC1F"/>
      </a:accent1>
      <a:accent2>
        <a:srgbClr val="2C91CE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7">
      <a:majorFont>
        <a:latin typeface="Arial"/>
        <a:ea typeface="黑体"/>
        <a:cs typeface="Arial"/>
      </a:majorFont>
      <a:minorFont>
        <a:latin typeface="Arial"/>
        <a:ea typeface="黑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2D05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">
  <a:themeElements>
    <a:clrScheme name="自定义 22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CAC1F"/>
      </a:accent1>
      <a:accent2>
        <a:srgbClr val="2C91CE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7">
      <a:majorFont>
        <a:latin typeface="Arial"/>
        <a:ea typeface="黑体"/>
        <a:cs typeface="Arial"/>
      </a:majorFont>
      <a:minorFont>
        <a:latin typeface="Arial"/>
        <a:ea typeface="黑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2D05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8_Office 主题">
  <a:themeElements>
    <a:clrScheme name="自定义 22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CAC1F"/>
      </a:accent1>
      <a:accent2>
        <a:srgbClr val="2C91CE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7">
      <a:majorFont>
        <a:latin typeface="Arial"/>
        <a:ea typeface="黑体"/>
        <a:cs typeface="Arial"/>
      </a:majorFont>
      <a:minorFont>
        <a:latin typeface="Arial"/>
        <a:ea typeface="黑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2D05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1419</Words>
  <Application>WPS 演示</Application>
  <PresentationFormat/>
  <Paragraphs>185</Paragraphs>
  <Slides>8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15</vt:i4>
      </vt:variant>
      <vt:variant>
        <vt:lpstr>幻灯片标题</vt:lpstr>
      </vt:variant>
      <vt:variant>
        <vt:i4>8</vt:i4>
      </vt:variant>
    </vt:vector>
  </HeadingPairs>
  <TitlesOfParts>
    <vt:vector size="34" baseType="lpstr">
      <vt:lpstr>Arial</vt:lpstr>
      <vt:lpstr>宋体</vt:lpstr>
      <vt:lpstr>Wingdings</vt:lpstr>
      <vt:lpstr>黑体</vt:lpstr>
      <vt:lpstr>Calibri</vt:lpstr>
      <vt:lpstr>Times New Roman</vt:lpstr>
      <vt:lpstr>微软雅黑</vt:lpstr>
      <vt:lpstr>Arial Unicode MS</vt:lpstr>
      <vt:lpstr>2_Office 主题</vt:lpstr>
      <vt:lpstr>3_Office 主题</vt:lpstr>
      <vt:lpstr>8_Office 主题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新知1.命题的定义与真假判断</vt:lpstr>
      <vt:lpstr>新知1.命题的形式</vt:lpstr>
      <vt:lpstr>新知2.充分条件与必要条件</vt:lpstr>
      <vt:lpstr>新知演练：充分与必要条件</vt:lpstr>
      <vt:lpstr>新知巩固：充分与必要条件P20</vt:lpstr>
      <vt:lpstr>新知2.充分条件与必要条件</vt:lpstr>
      <vt:lpstr>新知2.充分条件与必要条件</vt:lpstr>
    </vt:vector>
  </TitlesOfParts>
  <Company>邦达数学</Company>
  <LinksUpToDate>false</LinksUpToDate>
  <SharedDoc>false</SharedDoc>
  <HyperlinksChanged>false</HyperlinksChanged>
  <AppVersion>14.0000</AppVersion>
  <Manager>邦达数学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邦达数学</dc:title>
  <dc:creator>邦达数学</dc:creator>
  <cp:keywords>邦达数学</cp:keywords>
  <dc:description>邦达数学</dc:description>
  <dc:subject>邦达数学</dc:subject>
  <cp:category>邦达数学</cp:category>
  <cp:lastModifiedBy>林建彬²º¹⁸</cp:lastModifiedBy>
  <cp:revision>3</cp:revision>
  <cp:lastPrinted>2022-07-29T14:51:00Z</cp:lastPrinted>
  <dcterms:created xsi:type="dcterms:W3CDTF">2022-07-29T14:51:00Z</dcterms:created>
  <dcterms:modified xsi:type="dcterms:W3CDTF">2025-02-24T12:28:16Z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EF0559521B464BDFB26D03C27C613FEA_12</vt:lpwstr>
  </property>
  <property fmtid="{D5CDD505-2E9C-101B-9397-08002B2CF9AE}" pid="3" name="KSOProductBuildVer">
    <vt:lpwstr>2052-12.1.0.20305</vt:lpwstr>
  </property>
</Properties>
</file>