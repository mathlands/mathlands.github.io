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7" r:id="rId4"/>
    <p:sldId id="258" r:id="rId5"/>
    <p:sldId id="259" r:id="rId6"/>
    <p:sldId id="260" r:id="rId7"/>
    <p:sldId id="261" r:id="rId8"/>
    <p:sldId id="283" r:id="rId9"/>
    <p:sldId id="303" r:id="rId10"/>
    <p:sldId id="304" r:id="rId11"/>
  </p:sldIdLst>
  <p:sldSz cx="12192000" cy="6858000"/>
  <p:notesSz cx="6858000" cy="9144000"/>
  <p:custDataLst>
    <p:tags r:id="rId16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0" userDrawn="1">
          <p15:clr>
            <a:srgbClr val="A4A3A4"/>
          </p15:clr>
        </p15:guide>
        <p15:guide id="2" pos="3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新课标第一网" initials="新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81" d="100"/>
          <a:sy n="81" d="100"/>
        </p:scale>
        <p:origin x="-90" y="-288"/>
      </p:cViewPr>
      <p:guideLst>
        <p:guide orient="horz" pos="2190"/>
        <p:guide pos="385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gs" Target="tags/tag122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6" Type="http://schemas.openxmlformats.org/officeDocument/2006/relationships/image" Target="../media/image33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42.wmf"/><Relationship Id="rId8" Type="http://schemas.openxmlformats.org/officeDocument/2006/relationships/image" Target="../media/image41.wmf"/><Relationship Id="rId7" Type="http://schemas.openxmlformats.org/officeDocument/2006/relationships/image" Target="../media/image40.wmf"/><Relationship Id="rId6" Type="http://schemas.openxmlformats.org/officeDocument/2006/relationships/image" Target="../media/image39.wmf"/><Relationship Id="rId5" Type="http://schemas.openxmlformats.org/officeDocument/2006/relationships/image" Target="../media/image38.wmf"/><Relationship Id="rId4" Type="http://schemas.openxmlformats.org/officeDocument/2006/relationships/image" Target="../media/image37.wmf"/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0" Type="http://schemas.openxmlformats.org/officeDocument/2006/relationships/image" Target="../media/image43.wmf"/><Relationship Id="rId1" Type="http://schemas.openxmlformats.org/officeDocument/2006/relationships/image" Target="../media/image34.wmf"/></Relationships>
</file>

<file path=ppt/drawings/_rels/vmlDrawing3.vml.rels><?xml version="1.0" encoding="UTF-8" standalone="yes"?>
<Relationships xmlns="http://schemas.openxmlformats.org/package/2006/relationships"><Relationship Id="rId9" Type="http://schemas.openxmlformats.org/officeDocument/2006/relationships/image" Target="../media/image52.wmf"/><Relationship Id="rId8" Type="http://schemas.openxmlformats.org/officeDocument/2006/relationships/image" Target="../media/image51.wmf"/><Relationship Id="rId7" Type="http://schemas.openxmlformats.org/officeDocument/2006/relationships/image" Target="../media/image50.wmf"/><Relationship Id="rId6" Type="http://schemas.openxmlformats.org/officeDocument/2006/relationships/image" Target="../media/image49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5.vml.rels><?xml version="1.0" encoding="UTF-8" standalone="yes"?>
<Relationships xmlns="http://schemas.openxmlformats.org/package/2006/relationships"><Relationship Id="rId9" Type="http://schemas.openxmlformats.org/officeDocument/2006/relationships/image" Target="../media/image64.wmf"/><Relationship Id="rId8" Type="http://schemas.openxmlformats.org/officeDocument/2006/relationships/image" Target="../media/image63.wmf"/><Relationship Id="rId7" Type="http://schemas.openxmlformats.org/officeDocument/2006/relationships/image" Target="../media/image62.wmf"/><Relationship Id="rId6" Type="http://schemas.openxmlformats.org/officeDocument/2006/relationships/image" Target="../media/image61.wmf"/><Relationship Id="rId5" Type="http://schemas.openxmlformats.org/officeDocument/2006/relationships/image" Target="../media/image60.wmf"/><Relationship Id="rId4" Type="http://schemas.openxmlformats.org/officeDocument/2006/relationships/image" Target="../media/image59.wmf"/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2" Type="http://schemas.openxmlformats.org/officeDocument/2006/relationships/image" Target="../media/image67.wmf"/><Relationship Id="rId11" Type="http://schemas.openxmlformats.org/officeDocument/2006/relationships/image" Target="../media/image66.wmf"/><Relationship Id="rId10" Type="http://schemas.openxmlformats.org/officeDocument/2006/relationships/image" Target="../media/image65.wmf"/><Relationship Id="rId1" Type="http://schemas.openxmlformats.org/officeDocument/2006/relationships/image" Target="../media/image56.wmf"/></Relationships>
</file>

<file path=ppt/drawings/_rels/vmlDrawing6.vml.rels><?xml version="1.0" encoding="UTF-8" standalone="yes"?>
<Relationships xmlns="http://schemas.openxmlformats.org/package/2006/relationships"><Relationship Id="rId9" Type="http://schemas.openxmlformats.org/officeDocument/2006/relationships/image" Target="../media/image76.wmf"/><Relationship Id="rId8" Type="http://schemas.openxmlformats.org/officeDocument/2006/relationships/image" Target="../media/image75.wmf"/><Relationship Id="rId7" Type="http://schemas.openxmlformats.org/officeDocument/2006/relationships/image" Target="../media/image74.wmf"/><Relationship Id="rId6" Type="http://schemas.openxmlformats.org/officeDocument/2006/relationships/image" Target="../media/image73.wmf"/><Relationship Id="rId5" Type="http://schemas.openxmlformats.org/officeDocument/2006/relationships/image" Target="../media/image72.wmf"/><Relationship Id="rId4" Type="http://schemas.openxmlformats.org/officeDocument/2006/relationships/image" Target="../media/image71.wmf"/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2" Type="http://schemas.openxmlformats.org/officeDocument/2006/relationships/image" Target="../media/image79.wmf"/><Relationship Id="rId11" Type="http://schemas.openxmlformats.org/officeDocument/2006/relationships/image" Target="../media/image78.wmf"/><Relationship Id="rId10" Type="http://schemas.openxmlformats.org/officeDocument/2006/relationships/image" Target="../media/image77.wmf"/><Relationship Id="rId1" Type="http://schemas.openxmlformats.org/officeDocument/2006/relationships/image" Target="../media/image68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4.xml"/><Relationship Id="rId7" Type="http://schemas.openxmlformats.org/officeDocument/2006/relationships/image" Target="../media/image4.png"/><Relationship Id="rId6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tags" Target="../tags/tag2.xml"/><Relationship Id="rId3" Type="http://schemas.openxmlformats.org/officeDocument/2006/relationships/image" Target="../media/image2.png"/><Relationship Id="rId20" Type="http://schemas.openxmlformats.org/officeDocument/2006/relationships/tags" Target="../tags/tag11.xml"/><Relationship Id="rId2" Type="http://schemas.openxmlformats.org/officeDocument/2006/relationships/tags" Target="../tags/tag1.xml"/><Relationship Id="rId19" Type="http://schemas.openxmlformats.org/officeDocument/2006/relationships/tags" Target="../tags/tag10.xml"/><Relationship Id="rId18" Type="http://schemas.openxmlformats.org/officeDocument/2006/relationships/tags" Target="../tags/tag9.xml"/><Relationship Id="rId17" Type="http://schemas.openxmlformats.org/officeDocument/2006/relationships/image" Target="../media/image9.png"/><Relationship Id="rId16" Type="http://schemas.openxmlformats.org/officeDocument/2006/relationships/tags" Target="../tags/tag8.xml"/><Relationship Id="rId15" Type="http://schemas.openxmlformats.org/officeDocument/2006/relationships/image" Target="../media/image8.png"/><Relationship Id="rId14" Type="http://schemas.openxmlformats.org/officeDocument/2006/relationships/tags" Target="../tags/tag7.xml"/><Relationship Id="rId13" Type="http://schemas.openxmlformats.org/officeDocument/2006/relationships/image" Target="../media/image7.png"/><Relationship Id="rId12" Type="http://schemas.openxmlformats.org/officeDocument/2006/relationships/tags" Target="../tags/tag6.xml"/><Relationship Id="rId11" Type="http://schemas.openxmlformats.org/officeDocument/2006/relationships/image" Target="../media/image6.png"/><Relationship Id="rId10" Type="http://schemas.openxmlformats.org/officeDocument/2006/relationships/tags" Target="../tags/tag5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image" Target="../media/image11.png"/><Relationship Id="rId4" Type="http://schemas.openxmlformats.org/officeDocument/2006/relationships/tags" Target="../tags/tag13.xml"/><Relationship Id="rId3" Type="http://schemas.openxmlformats.org/officeDocument/2006/relationships/image" Target="../media/image10.png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image" Target="../media/image12.png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image" Target="../media/image11.png"/><Relationship Id="rId4" Type="http://schemas.openxmlformats.org/officeDocument/2006/relationships/tags" Target="../tags/tag22.xml"/><Relationship Id="rId3" Type="http://schemas.openxmlformats.org/officeDocument/2006/relationships/image" Target="../media/image10.png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image" Target="../media/image11.png"/><Relationship Id="rId4" Type="http://schemas.openxmlformats.org/officeDocument/2006/relationships/tags" Target="../tags/tag27.xml"/><Relationship Id="rId3" Type="http://schemas.openxmlformats.org/officeDocument/2006/relationships/image" Target="../media/image10.png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image" Target="../media/image15.png"/><Relationship Id="rId6" Type="http://schemas.openxmlformats.org/officeDocument/2006/relationships/tags" Target="../tags/tag33.xml"/><Relationship Id="rId5" Type="http://schemas.openxmlformats.org/officeDocument/2006/relationships/image" Target="../media/image14.png"/><Relationship Id="rId4" Type="http://schemas.openxmlformats.org/officeDocument/2006/relationships/tags" Target="../tags/tag32.xml"/><Relationship Id="rId3" Type="http://schemas.openxmlformats.org/officeDocument/2006/relationships/image" Target="../media/image13.png"/><Relationship Id="rId2" Type="http://schemas.openxmlformats.org/officeDocument/2006/relationships/tags" Target="../tags/tag31.xml"/><Relationship Id="rId10" Type="http://schemas.openxmlformats.org/officeDocument/2006/relationships/tags" Target="../tags/tag3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image" Target="../media/image17.png"/><Relationship Id="rId4" Type="http://schemas.openxmlformats.org/officeDocument/2006/relationships/tags" Target="../tags/tag41.xml"/><Relationship Id="rId3" Type="http://schemas.openxmlformats.org/officeDocument/2006/relationships/image" Target="../media/image16.png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tags" Target="../tags/tag49.xml"/><Relationship Id="rId7" Type="http://schemas.openxmlformats.org/officeDocument/2006/relationships/tags" Target="../tags/tag48.xml"/><Relationship Id="rId6" Type="http://schemas.openxmlformats.org/officeDocument/2006/relationships/image" Target="../media/image19.png"/><Relationship Id="rId5" Type="http://schemas.openxmlformats.org/officeDocument/2006/relationships/tags" Target="../tags/tag47.xml"/><Relationship Id="rId4" Type="http://schemas.openxmlformats.org/officeDocument/2006/relationships/image" Target="../media/image18.png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image" Target="../media/image19.png"/><Relationship Id="rId5" Type="http://schemas.openxmlformats.org/officeDocument/2006/relationships/tags" Target="../tags/tag53.xml"/><Relationship Id="rId4" Type="http://schemas.openxmlformats.org/officeDocument/2006/relationships/image" Target="../media/image18.png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5.png"/><Relationship Id="rId8" Type="http://schemas.openxmlformats.org/officeDocument/2006/relationships/tags" Target="../tags/tag60.xml"/><Relationship Id="rId7" Type="http://schemas.openxmlformats.org/officeDocument/2006/relationships/image" Target="../media/image4.png"/><Relationship Id="rId6" Type="http://schemas.openxmlformats.org/officeDocument/2006/relationships/tags" Target="../tags/tag59.xml"/><Relationship Id="rId5" Type="http://schemas.openxmlformats.org/officeDocument/2006/relationships/image" Target="../media/image3.png"/><Relationship Id="rId4" Type="http://schemas.openxmlformats.org/officeDocument/2006/relationships/tags" Target="../tags/tag58.xml"/><Relationship Id="rId3" Type="http://schemas.openxmlformats.org/officeDocument/2006/relationships/image" Target="../media/image20.png"/><Relationship Id="rId20" Type="http://schemas.openxmlformats.org/officeDocument/2006/relationships/tags" Target="../tags/tag67.xml"/><Relationship Id="rId2" Type="http://schemas.openxmlformats.org/officeDocument/2006/relationships/tags" Target="../tags/tag57.xml"/><Relationship Id="rId19" Type="http://schemas.openxmlformats.org/officeDocument/2006/relationships/tags" Target="../tags/tag66.xml"/><Relationship Id="rId18" Type="http://schemas.openxmlformats.org/officeDocument/2006/relationships/tags" Target="../tags/tag65.xml"/><Relationship Id="rId17" Type="http://schemas.openxmlformats.org/officeDocument/2006/relationships/image" Target="../media/image9.png"/><Relationship Id="rId16" Type="http://schemas.openxmlformats.org/officeDocument/2006/relationships/tags" Target="../tags/tag64.xml"/><Relationship Id="rId15" Type="http://schemas.openxmlformats.org/officeDocument/2006/relationships/image" Target="../media/image8.png"/><Relationship Id="rId14" Type="http://schemas.openxmlformats.org/officeDocument/2006/relationships/tags" Target="../tags/tag63.xml"/><Relationship Id="rId13" Type="http://schemas.openxmlformats.org/officeDocument/2006/relationships/image" Target="../media/image7.png"/><Relationship Id="rId12" Type="http://schemas.openxmlformats.org/officeDocument/2006/relationships/tags" Target="../tags/tag62.xml"/><Relationship Id="rId11" Type="http://schemas.openxmlformats.org/officeDocument/2006/relationships/image" Target="../media/image6.png"/><Relationship Id="rId10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image" Target="../media/image23.png"/><Relationship Id="rId6" Type="http://schemas.openxmlformats.org/officeDocument/2006/relationships/tags" Target="../tags/tag70.xml"/><Relationship Id="rId5" Type="http://schemas.openxmlformats.org/officeDocument/2006/relationships/image" Target="../media/image22.png"/><Relationship Id="rId4" Type="http://schemas.openxmlformats.org/officeDocument/2006/relationships/tags" Target="../tags/tag69.xml"/><Relationship Id="rId3" Type="http://schemas.openxmlformats.org/officeDocument/2006/relationships/image" Target="../media/image21.png"/><Relationship Id="rId2" Type="http://schemas.openxmlformats.org/officeDocument/2006/relationships/tags" Target="../tags/tag68.xml"/><Relationship Id="rId10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image" Target="../media/image19.png"/><Relationship Id="rId5" Type="http://schemas.openxmlformats.org/officeDocument/2006/relationships/tags" Target="../tags/tag76.xml"/><Relationship Id="rId4" Type="http://schemas.openxmlformats.org/officeDocument/2006/relationships/image" Target="../media/image18.png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image" Target="../media/image24.png"/><Relationship Id="rId2" Type="http://schemas.openxmlformats.org/officeDocument/2006/relationships/tags" Target="../tags/tag80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image" Target="../media/image21.png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image" Target="../media/image21.png"/><Relationship Id="rId2" Type="http://schemas.openxmlformats.org/officeDocument/2006/relationships/tags" Target="../tags/tag90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5" Type="http://schemas.openxmlformats.org/officeDocument/2006/relationships/tags" Target="../tags/tag98.xml"/><Relationship Id="rId4" Type="http://schemas.openxmlformats.org/officeDocument/2006/relationships/tags" Target="../tags/tag97.xml"/><Relationship Id="rId3" Type="http://schemas.openxmlformats.org/officeDocument/2006/relationships/tags" Target="../tags/tag96.xml"/><Relationship Id="rId2" Type="http://schemas.openxmlformats.org/officeDocument/2006/relationships/tags" Target="../tags/tag95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03.xml"/><Relationship Id="rId8" Type="http://schemas.openxmlformats.org/officeDocument/2006/relationships/image" Target="../media/image27.png"/><Relationship Id="rId7" Type="http://schemas.openxmlformats.org/officeDocument/2006/relationships/tags" Target="../tags/tag102.xml"/><Relationship Id="rId6" Type="http://schemas.openxmlformats.org/officeDocument/2006/relationships/image" Target="../media/image26.png"/><Relationship Id="rId5" Type="http://schemas.openxmlformats.org/officeDocument/2006/relationships/tags" Target="../tags/tag101.xml"/><Relationship Id="rId4" Type="http://schemas.openxmlformats.org/officeDocument/2006/relationships/image" Target="../media/image25.png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1" Type="http://schemas.openxmlformats.org/officeDocument/2006/relationships/tags" Target="../tags/tag105.xml"/><Relationship Id="rId10" Type="http://schemas.openxmlformats.org/officeDocument/2006/relationships/tags" Target="../tags/tag10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wheel spokes="8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wheel spokes="8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wheel spokes="8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wheel spokes="8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wheel spokes="8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wheel spokes="8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wheel spokes="8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wheel spokes="8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wheel spokes="8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wheel spokes="8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4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>
    <p:wheel spokes="8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rot="-8719925">
            <a:off x="10647363" y="117475"/>
            <a:ext cx="1911350" cy="18732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6" name="图片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-931862" y="2711450"/>
            <a:ext cx="3667125" cy="41544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7" name="图片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249363" y="4908550"/>
            <a:ext cx="2757487" cy="19415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8" name="图片 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 flipH="1">
            <a:off x="9121775" y="5133975"/>
            <a:ext cx="2112963" cy="17303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79" name="图片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 flipH="1">
            <a:off x="7015163" y="4976813"/>
            <a:ext cx="2217737" cy="1889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0" name="图片 11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3457575" y="4330700"/>
            <a:ext cx="1484313" cy="2527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1" name="图片 12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10958513" y="4443413"/>
            <a:ext cx="1038225" cy="24145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082" name="图片 1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 rot="-581047">
            <a:off x="5494338" y="5702300"/>
            <a:ext cx="1303337" cy="10144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15348" y="2010793"/>
            <a:ext cx="9115200" cy="818100"/>
          </a:xfrm>
        </p:spPr>
        <p:txBody>
          <a:bodyPr lIns="90000" tIns="46800" rIns="90000" bIns="0" anchor="b" anchorCtr="0">
            <a:normAutofit/>
          </a:bodyPr>
          <a:lstStyle>
            <a:lvl1pPr algn="ctr">
              <a:defRPr sz="4575" u="none" strike="noStrike" kern="1200" cap="none" spc="6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pPr fontAlgn="auto"/>
            <a:r>
              <a:rPr lang="zh-CN" altLang="en-US" sz="4575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3162348" y="3239097"/>
            <a:ext cx="5821200" cy="310500"/>
          </a:xfrm>
        </p:spPr>
        <p:txBody>
          <a:bodyPr lIns="90000" tIns="0" rIns="90000" bIns="46800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725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auto"/>
            <a:r>
              <a:rPr lang="zh-CN" altLang="en-US" sz="1725" strike="noStrike" noProof="1"/>
              <a:t>单击此处编辑副标题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</p:nvPr>
        </p:nvSpPr>
        <p:spPr>
          <a:xfrm>
            <a:off x="3162348" y="3993761"/>
            <a:ext cx="2655571" cy="264795"/>
          </a:xfrm>
        </p:spPr>
        <p:txBody>
          <a:bodyPr/>
          <a:lstStyle>
            <a:lvl1pPr marL="0" indent="0" algn="r" eaLnBrk="1" fontAlgn="auto" latinLnBrk="0" hangingPunct="1">
              <a:lnSpc>
                <a:spcPct val="100000"/>
              </a:lnSpc>
              <a:buNone/>
              <a:defRPr sz="1350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 fontAlgn="auto"/>
            <a:r>
              <a:rPr lang="zh-CN" altLang="en-US" sz="1350" strike="noStrike" noProof="1"/>
              <a:t>编辑文本</a:t>
            </a:r>
            <a:endParaRPr lang="zh-CN" altLang="en-US" strike="noStrike" noProof="1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4" hasCustomPrompt="1"/>
          </p:nvPr>
        </p:nvSpPr>
        <p:spPr>
          <a:xfrm>
            <a:off x="6377353" y="3993761"/>
            <a:ext cx="2606040" cy="264795"/>
          </a:xfrm>
        </p:spPr>
        <p:txBody>
          <a:bodyPr/>
          <a:lstStyle>
            <a:lvl1pPr marL="0" indent="0" eaLnBrk="1" fontAlgn="auto" latinLnBrk="0" hangingPunct="1">
              <a:lnSpc>
                <a:spcPct val="100000"/>
              </a:lnSpc>
              <a:buNone/>
              <a:defRPr sz="1350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 fontAlgn="auto"/>
            <a:r>
              <a:rPr lang="zh-CN" altLang="en-US" sz="1350" strike="noStrike" noProof="1"/>
              <a:t>编辑文本</a:t>
            </a:r>
            <a:endParaRPr lang="zh-CN" altLang="en-US" strike="noStrike" noProof="1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8"/>
            </p:custDataLst>
          </p:nvPr>
        </p:nvSpPr>
        <p:spPr>
          <a:xfrm>
            <a:off x="879475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9"/>
            </p:custDataLst>
          </p:nvPr>
        </p:nvSpPr>
        <p:spPr>
          <a:xfrm>
            <a:off x="4116388" y="6389688"/>
            <a:ext cx="3959225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20"/>
            </p:custDataLst>
          </p:nvPr>
        </p:nvSpPr>
        <p:spPr>
          <a:xfrm>
            <a:off x="8610600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>
    <p:wheel spokes="8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9" name="组合 9"/>
          <p:cNvGrpSpPr/>
          <p:nvPr userDrawn="1"/>
        </p:nvGrpSpPr>
        <p:grpSpPr>
          <a:xfrm>
            <a:off x="-74612" y="5203825"/>
            <a:ext cx="1465262" cy="1673225"/>
            <a:chOff x="-99" y="4272"/>
            <a:chExt cx="5723" cy="6540"/>
          </a:xfrm>
        </p:grpSpPr>
        <p:pic>
          <p:nvPicPr>
            <p:cNvPr id="4100" name="图片 10"/>
            <p:cNvPicPr>
              <a:picLocks noChangeAspect="1"/>
            </p:cNvPicPr>
            <p:nvPr userDrawn="1">
              <p:custDataLst>
                <p:tags r:id="rId2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-99" y="4272"/>
              <a:ext cx="3720" cy="6541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4101" name="图片 11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280" y="7730"/>
              <a:ext cx="4344" cy="3060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单击此处编辑母版标题样式</a:t>
            </a:r>
            <a:endParaRPr strike="noStrike"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881" y="1626121"/>
            <a:ext cx="10852237" cy="4041680"/>
          </a:xfrm>
        </p:spPr>
        <p:txBody>
          <a:bodyPr vert="horz" lIns="101600" tIns="0" rIns="82550" bIns="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 fontAlgn="auto"/>
            <a:r>
              <a:rPr strike="noStrike" noProof="1">
                <a:sym typeface="+mn-ea"/>
              </a:rPr>
              <a:t>单击此处编辑母版文本样式</a:t>
            </a:r>
            <a:endParaRPr strike="noStrike" noProof="1">
              <a:sym typeface="+mn-ea"/>
            </a:endParaRPr>
          </a:p>
          <a:p>
            <a:pPr lvl="1" fontAlgn="auto"/>
            <a:r>
              <a:rPr strike="noStrike" noProof="1">
                <a:sym typeface="+mn-ea"/>
              </a:rPr>
              <a:t>第二级</a:t>
            </a:r>
            <a:endParaRPr strike="noStrike" noProof="1">
              <a:sym typeface="+mn-ea"/>
            </a:endParaRPr>
          </a:p>
          <a:p>
            <a:pPr lvl="2" fontAlgn="auto"/>
            <a:r>
              <a:rPr strike="noStrike" noProof="1">
                <a:sym typeface="+mn-ea"/>
              </a:rPr>
              <a:t>第三级</a:t>
            </a:r>
            <a:endParaRPr strike="noStrike" noProof="1">
              <a:sym typeface="+mn-ea"/>
            </a:endParaRPr>
          </a:p>
          <a:p>
            <a:pPr lvl="3" fontAlgn="auto"/>
            <a:r>
              <a:rPr strike="noStrike" noProof="1">
                <a:sym typeface="+mn-ea"/>
              </a:rPr>
              <a:t>第四级</a:t>
            </a:r>
            <a:endParaRPr strike="noStrike" noProof="1">
              <a:sym typeface="+mn-ea"/>
            </a:endParaRPr>
          </a:p>
          <a:p>
            <a:pPr lvl="4" fontAlgn="auto"/>
            <a:r>
              <a:rPr strike="noStrike" noProof="1">
                <a:sym typeface="+mn-ea"/>
              </a:rPr>
              <a:t>第五级</a:t>
            </a:r>
            <a:endParaRPr strike="noStrike"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475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388" y="6389688"/>
            <a:ext cx="3959225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>
    <p:wheel spokes="8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-2"/>
          <a:stretch>
            <a:fillRect/>
          </a:stretch>
        </p:blipFill>
        <p:spPr>
          <a:xfrm rot="204530">
            <a:off x="3903663" y="922338"/>
            <a:ext cx="4384675" cy="2994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584473" y="5220904"/>
            <a:ext cx="7221600" cy="450900"/>
          </a:xfrm>
        </p:spPr>
        <p:txBody>
          <a:bodyPr lIns="90000" tIns="46800" rIns="90000" bIns="0" anchor="b" anchorCtr="0">
            <a:normAutofit/>
          </a:bodyPr>
          <a:lstStyle>
            <a:lvl1pPr algn="ctr">
              <a:defRPr sz="2400" u="none" strike="noStrike" kern="1200" cap="none" spc="3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794611" y="5975742"/>
            <a:ext cx="6801323" cy="251100"/>
          </a:xfrm>
        </p:spPr>
        <p:txBody>
          <a:bodyPr lIns="90000" tIns="0" rIns="90000" bIns="46800" anchor="t">
            <a:normAutofit/>
          </a:bodyPr>
          <a:lstStyle>
            <a:lvl1pPr marL="0" indent="0" algn="ctr" eaLnBrk="1" fontAlgn="auto" latinLnBrk="0" hangingPunct="1">
              <a:lnSpc>
                <a:spcPct val="120000"/>
              </a:lnSpc>
              <a:buNone/>
              <a:defRPr kumimoji="0" lang="zh-CN" altLang="en-US" sz="1125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z="1125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475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388" y="6389688"/>
            <a:ext cx="3959225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>
    <p:wheel spokes="8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7" name="组合 10"/>
          <p:cNvGrpSpPr/>
          <p:nvPr userDrawn="1"/>
        </p:nvGrpSpPr>
        <p:grpSpPr>
          <a:xfrm>
            <a:off x="-74612" y="5203825"/>
            <a:ext cx="1465262" cy="1673225"/>
            <a:chOff x="-99" y="4272"/>
            <a:chExt cx="5723" cy="6540"/>
          </a:xfrm>
        </p:grpSpPr>
        <p:pic>
          <p:nvPicPr>
            <p:cNvPr id="6148" name="图片 11"/>
            <p:cNvPicPr>
              <a:picLocks noChangeAspect="1"/>
            </p:cNvPicPr>
            <p:nvPr userDrawn="1">
              <p:custDataLst>
                <p:tags r:id="rId2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-99" y="4272"/>
              <a:ext cx="3720" cy="6541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6149" name="图片 13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280" y="7730"/>
              <a:ext cx="4344" cy="3060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单击此处编辑母版标题样式</a:t>
            </a:r>
            <a:endParaRPr strike="noStrike"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29" y="1626121"/>
            <a:ext cx="5283243" cy="4041680"/>
          </a:xfrm>
        </p:spPr>
        <p:txBody>
          <a:bodyPr vert="horz" lIns="101600" tIns="0" rIns="82550" bIns="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 fontAlgn="auto"/>
            <a:r>
              <a:rPr strike="noStrike" noProof="1">
                <a:sym typeface="+mn-ea"/>
              </a:rPr>
              <a:t>单击此处编辑母版文本样式</a:t>
            </a:r>
            <a:endParaRPr strike="noStrike" noProof="1">
              <a:sym typeface="+mn-ea"/>
            </a:endParaRPr>
          </a:p>
          <a:p>
            <a:pPr lvl="1" fontAlgn="auto"/>
            <a:r>
              <a:rPr strike="noStrike" noProof="1">
                <a:sym typeface="+mn-ea"/>
              </a:rPr>
              <a:t>第二级</a:t>
            </a:r>
            <a:endParaRPr strike="noStrike" noProof="1">
              <a:sym typeface="+mn-ea"/>
            </a:endParaRPr>
          </a:p>
          <a:p>
            <a:pPr lvl="2" fontAlgn="auto"/>
            <a:r>
              <a:rPr strike="noStrike" noProof="1">
                <a:sym typeface="+mn-ea"/>
              </a:rPr>
              <a:t>第三级</a:t>
            </a:r>
            <a:endParaRPr strike="noStrike" noProof="1">
              <a:sym typeface="+mn-ea"/>
            </a:endParaRPr>
          </a:p>
          <a:p>
            <a:pPr lvl="3" fontAlgn="auto"/>
            <a:r>
              <a:rPr strike="noStrike" noProof="1">
                <a:sym typeface="+mn-ea"/>
              </a:rPr>
              <a:t>第四级</a:t>
            </a:r>
            <a:endParaRPr strike="noStrike" noProof="1">
              <a:sym typeface="+mn-ea"/>
            </a:endParaRPr>
          </a:p>
          <a:p>
            <a:pPr lvl="4" fontAlgn="auto"/>
            <a:r>
              <a:rPr strike="noStrike" noProof="1">
                <a:sym typeface="+mn-ea"/>
              </a:rPr>
              <a:t>第五级</a:t>
            </a:r>
            <a:endParaRPr strike="noStrike"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8877" y="1626121"/>
            <a:ext cx="5283243" cy="4041680"/>
          </a:xfrm>
        </p:spPr>
        <p:txBody>
          <a:bodyPr>
            <a:normAutofit/>
          </a:bodyPr>
          <a:lstStyle>
            <a:lvl1pPr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2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475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388" y="6389688"/>
            <a:ext cx="3959225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>
    <p:wheel spokes="8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1" name="组合 12"/>
          <p:cNvGrpSpPr/>
          <p:nvPr userDrawn="1"/>
        </p:nvGrpSpPr>
        <p:grpSpPr>
          <a:xfrm>
            <a:off x="-74612" y="5203825"/>
            <a:ext cx="1465262" cy="1673225"/>
            <a:chOff x="-99" y="4272"/>
            <a:chExt cx="5723" cy="6540"/>
          </a:xfrm>
        </p:grpSpPr>
        <p:pic>
          <p:nvPicPr>
            <p:cNvPr id="7172" name="图片 13"/>
            <p:cNvPicPr>
              <a:picLocks noChangeAspect="1"/>
            </p:cNvPicPr>
            <p:nvPr userDrawn="1">
              <p:custDataLst>
                <p:tags r:id="rId2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-99" y="4272"/>
              <a:ext cx="3720" cy="6541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7173" name="图片 14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280" y="7730"/>
              <a:ext cx="4344" cy="3060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单击此处编辑母版标题样式</a:t>
            </a:r>
            <a:endParaRPr strike="noStrike"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69929" y="1000133"/>
            <a:ext cx="5283243" cy="285752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ct val="0"/>
              </a:spcAft>
              <a:buNone/>
              <a:defRPr sz="1500" b="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9925" y="2023369"/>
            <a:ext cx="5283200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 fontAlgn="auto"/>
            <a:r>
              <a:rPr strike="noStrike" noProof="1">
                <a:sym typeface="+mn-ea"/>
              </a:rPr>
              <a:t>单击此处编辑母版文本样式</a:t>
            </a:r>
            <a:endParaRPr strike="noStrike" noProof="1">
              <a:sym typeface="+mn-ea"/>
            </a:endParaRPr>
          </a:p>
          <a:p>
            <a:pPr lvl="1" fontAlgn="auto"/>
            <a:r>
              <a:rPr strike="noStrike" noProof="1">
                <a:sym typeface="+mn-ea"/>
              </a:rPr>
              <a:t>第二级</a:t>
            </a:r>
            <a:endParaRPr strike="noStrike" noProof="1">
              <a:sym typeface="+mn-ea"/>
            </a:endParaRPr>
          </a:p>
          <a:p>
            <a:pPr lvl="2" fontAlgn="auto"/>
            <a:r>
              <a:rPr strike="noStrike" noProof="1">
                <a:sym typeface="+mn-ea"/>
              </a:rPr>
              <a:t>第三级</a:t>
            </a:r>
            <a:endParaRPr strike="noStrike" noProof="1">
              <a:sym typeface="+mn-ea"/>
            </a:endParaRPr>
          </a:p>
          <a:p>
            <a:pPr lvl="3" fontAlgn="auto"/>
            <a:r>
              <a:rPr strike="noStrike" noProof="1">
                <a:sym typeface="+mn-ea"/>
              </a:rPr>
              <a:t>第四级</a:t>
            </a:r>
            <a:endParaRPr strike="noStrike" noProof="1">
              <a:sym typeface="+mn-ea"/>
            </a:endParaRPr>
          </a:p>
          <a:p>
            <a:pPr lvl="4" fontAlgn="auto"/>
            <a:r>
              <a:rPr strike="noStrike" noProof="1">
                <a:sym typeface="+mn-ea"/>
              </a:rPr>
              <a:t>第五级</a:t>
            </a:r>
            <a:endParaRPr strike="noStrike"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49" y="1000133"/>
            <a:ext cx="5283243" cy="285752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auto"/>
            <a:r>
              <a:rPr strike="noStrike" noProof="1">
                <a:sym typeface="+mn-ea"/>
              </a:rPr>
              <a:t>单击此处编辑文本</a:t>
            </a:r>
            <a:endParaRPr strike="noStrike"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49" y="2023369"/>
            <a:ext cx="5283243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 fontAlgn="auto"/>
            <a:r>
              <a:rPr strike="noStrike" noProof="1">
                <a:sym typeface="+mn-ea"/>
              </a:rPr>
              <a:t>单击此处编辑母版文本样式</a:t>
            </a:r>
            <a:endParaRPr strike="noStrike" noProof="1">
              <a:sym typeface="+mn-ea"/>
            </a:endParaRPr>
          </a:p>
          <a:p>
            <a:pPr lvl="1" fontAlgn="auto"/>
            <a:r>
              <a:rPr strike="noStrike" noProof="1">
                <a:sym typeface="+mn-ea"/>
              </a:rPr>
              <a:t>第二级</a:t>
            </a:r>
            <a:endParaRPr strike="noStrike" noProof="1">
              <a:sym typeface="+mn-ea"/>
            </a:endParaRPr>
          </a:p>
          <a:p>
            <a:pPr lvl="2" fontAlgn="auto"/>
            <a:r>
              <a:rPr strike="noStrike" noProof="1">
                <a:sym typeface="+mn-ea"/>
              </a:rPr>
              <a:t>第三级</a:t>
            </a:r>
            <a:endParaRPr strike="noStrike" noProof="1">
              <a:sym typeface="+mn-ea"/>
            </a:endParaRPr>
          </a:p>
          <a:p>
            <a:pPr lvl="3" fontAlgn="auto"/>
            <a:r>
              <a:rPr strike="noStrike" noProof="1">
                <a:sym typeface="+mn-ea"/>
              </a:rPr>
              <a:t>第四级</a:t>
            </a:r>
            <a:endParaRPr strike="noStrike" noProof="1">
              <a:sym typeface="+mn-ea"/>
            </a:endParaRPr>
          </a:p>
          <a:p>
            <a:pPr lvl="4" fontAlgn="auto"/>
            <a:r>
              <a:rPr strike="noStrike" noProof="1">
                <a:sym typeface="+mn-ea"/>
              </a:rPr>
              <a:t>第五级</a:t>
            </a:r>
            <a:endParaRPr strike="noStrike" noProof="1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475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388" y="6389688"/>
            <a:ext cx="3959225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>
    <p:wheel spokes="8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5" name="组合 5"/>
          <p:cNvGrpSpPr/>
          <p:nvPr userDrawn="1"/>
        </p:nvGrpSpPr>
        <p:grpSpPr>
          <a:xfrm>
            <a:off x="46038" y="0"/>
            <a:ext cx="12145962" cy="6858000"/>
            <a:chOff x="45584" y="0"/>
            <a:chExt cx="12146416" cy="6858001"/>
          </a:xfrm>
        </p:grpSpPr>
        <p:grpSp>
          <p:nvGrpSpPr>
            <p:cNvPr id="8196" name="组合 8"/>
            <p:cNvGrpSpPr/>
            <p:nvPr userDrawn="1"/>
          </p:nvGrpSpPr>
          <p:grpSpPr>
            <a:xfrm>
              <a:off x="45584" y="4391343"/>
              <a:ext cx="893743" cy="2466658"/>
              <a:chOff x="-2041" y="4391343"/>
              <a:chExt cx="893743" cy="2466658"/>
            </a:xfrm>
          </p:grpSpPr>
          <p:pic>
            <p:nvPicPr>
              <p:cNvPr id="8197" name="图片 9"/>
              <p:cNvPicPr>
                <a:picLocks noChangeAspect="1"/>
              </p:cNvPicPr>
              <p:nvPr>
                <p:custDataLst>
                  <p:tags r:id="rId2"/>
                </p:custDataLst>
              </p:nvPr>
            </p:nvPicPr>
            <p:blipFill>
              <a:blip r:embed="rId3"/>
              <a:stretch>
                <a:fillRect/>
              </a:stretch>
            </p:blipFill>
            <p:spPr>
              <a:xfrm>
                <a:off x="0" y="5917327"/>
                <a:ext cx="891702" cy="940674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8198" name="图片 10"/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5"/>
              <a:stretch>
                <a:fillRect/>
              </a:stretch>
            </p:blipFill>
            <p:spPr>
              <a:xfrm rot="1953062" flipH="1">
                <a:off x="-2041" y="4391343"/>
                <a:ext cx="757605" cy="2455724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  <p:pic>
          <p:nvPicPr>
            <p:cNvPr id="8199" name="图片 11"/>
            <p:cNvPicPr>
              <a:picLocks noChangeAspect="1"/>
            </p:cNvPicPr>
            <p:nvPr userDrawn="1">
              <p:custDataLst>
                <p:tags r:id="rId6"/>
              </p:custDataLst>
            </p:nvPr>
          </p:nvPicPr>
          <p:blipFill>
            <a:blip r:embed="rId7"/>
            <a:stretch>
              <a:fillRect/>
            </a:stretch>
          </p:blipFill>
          <p:spPr>
            <a:xfrm flipH="1" flipV="1">
              <a:off x="11261476" y="0"/>
              <a:ext cx="930524" cy="1238250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1" y="498476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单击此处编辑母版标题样式</a:t>
            </a:r>
            <a:endParaRPr strike="noStrike" noProof="1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79475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388" y="6389688"/>
            <a:ext cx="3959225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>
    <p:wheel spokes="8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475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388" y="6389688"/>
            <a:ext cx="3959225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>
    <p:wheel spokes="8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3" name="组合 12"/>
          <p:cNvGrpSpPr/>
          <p:nvPr userDrawn="1"/>
        </p:nvGrpSpPr>
        <p:grpSpPr>
          <a:xfrm>
            <a:off x="-63500" y="5473700"/>
            <a:ext cx="1217613" cy="1392238"/>
            <a:chOff x="-99" y="4272"/>
            <a:chExt cx="5723" cy="6540"/>
          </a:xfrm>
        </p:grpSpPr>
        <p:pic>
          <p:nvPicPr>
            <p:cNvPr id="10244" name="图片 7"/>
            <p:cNvPicPr>
              <a:picLocks noChangeAspect="1"/>
            </p:cNvPicPr>
            <p:nvPr userDrawn="1">
              <p:custDataLst>
                <p:tags r:id="rId2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-99" y="4272"/>
              <a:ext cx="3720" cy="6541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0245" name="图片 8"/>
            <p:cNvPicPr>
              <a:picLocks noChangeAspect="1"/>
            </p:cNvPicPr>
            <p:nvPr userDrawn="1"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1280" y="7730"/>
              <a:ext cx="4344" cy="3060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9" y="498479"/>
            <a:ext cx="10852237" cy="331473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单击此处编辑母版标题样式</a:t>
            </a:r>
            <a:endParaRPr strike="noStrike"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29" y="1626121"/>
            <a:ext cx="5283243" cy="4041680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 fontAlgn="auto"/>
            <a:endParaRPr strike="noStrike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1626121"/>
            <a:ext cx="5283243" cy="4041680"/>
          </a:xfrm>
        </p:spPr>
        <p:txBody>
          <a:bodyPr vert="horz" lIns="101600" tIns="0" rIns="82550" bIns="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单击此处编辑母版文本样式</a:t>
            </a:r>
            <a:endParaRPr strike="noStrike" noProof="1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79475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9EFD9D74-47D9-4702-A33C-335B63B48DBF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116388" y="6389688"/>
            <a:ext cx="3959225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FABC47A4-756D-490B-A52F-7D9E2C9FC05F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>
    <p:wheel spokes="8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7" name="组合 10"/>
          <p:cNvGrpSpPr/>
          <p:nvPr userDrawn="1"/>
        </p:nvGrpSpPr>
        <p:grpSpPr>
          <a:xfrm>
            <a:off x="292100" y="304800"/>
            <a:ext cx="11901488" cy="6589713"/>
            <a:chOff x="292800" y="304200"/>
            <a:chExt cx="11900700" cy="6590545"/>
          </a:xfrm>
        </p:grpSpPr>
        <p:sp>
          <p:nvSpPr>
            <p:cNvPr id="12" name="矩形 11"/>
            <p:cNvSpPr/>
            <p:nvPr userDrawn="1">
              <p:custDataLst>
                <p:tags r:id="rId2"/>
              </p:custDataLst>
            </p:nvPr>
          </p:nvSpPr>
          <p:spPr>
            <a:xfrm>
              <a:off x="292800" y="304200"/>
              <a:ext cx="11606400" cy="6249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0" strike="noStrike" noProof="1"/>
            </a:p>
          </p:txBody>
        </p:sp>
        <p:grpSp>
          <p:nvGrpSpPr>
            <p:cNvPr id="11269" name="组合 12"/>
            <p:cNvGrpSpPr/>
            <p:nvPr userDrawn="1"/>
          </p:nvGrpSpPr>
          <p:grpSpPr>
            <a:xfrm>
              <a:off x="11126700" y="4668778"/>
              <a:ext cx="1066800" cy="2225967"/>
              <a:chOff x="11126700" y="4668778"/>
              <a:chExt cx="1066800" cy="2225967"/>
            </a:xfrm>
          </p:grpSpPr>
          <p:pic>
            <p:nvPicPr>
              <p:cNvPr id="11270" name="图片 13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flipH="1">
                <a:off x="11126700" y="5739503"/>
                <a:ext cx="1066800" cy="112538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1271" name="图片 14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-1953062">
                <a:off x="11486962" y="4668778"/>
                <a:ext cx="606573" cy="2225967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571135" y="1626121"/>
            <a:ext cx="950984" cy="4041680"/>
          </a:xfrm>
        </p:spPr>
        <p:txBody>
          <a:bodyPr vert="eaVert" lIns="101600" tIns="38100" rIns="76200" bIns="381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ct val="0"/>
              </a:spcAft>
              <a:buNone/>
              <a:defRPr kumimoji="0" lang="zh-CN" altLang="en-US" sz="1800" b="1" i="0" u="none" strike="noStrike" kern="1200" cap="none" spc="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单击此处编辑母版标题样式</a:t>
            </a:r>
            <a:endParaRPr strike="noStrike"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69925" y="1626113"/>
            <a:ext cx="9828101" cy="4041680"/>
          </a:xfrm>
        </p:spPr>
        <p:txBody>
          <a:bodyPr vert="eaVert">
            <a:normAutofit/>
          </a:bodyPr>
          <a:lstStyle>
            <a:lvl1pPr indent="0" eaLnBrk="1" fontAlgn="auto" latinLnBrk="0" hangingPunct="1"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79475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388" y="6389688"/>
            <a:ext cx="3959225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>
    <p:wheel spokes="8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1" name="组合 8"/>
          <p:cNvGrpSpPr/>
          <p:nvPr userDrawn="1"/>
        </p:nvGrpSpPr>
        <p:grpSpPr>
          <a:xfrm>
            <a:off x="292100" y="304800"/>
            <a:ext cx="11901488" cy="6589713"/>
            <a:chOff x="292800" y="304200"/>
            <a:chExt cx="11900700" cy="6590545"/>
          </a:xfrm>
        </p:grpSpPr>
        <p:sp>
          <p:nvSpPr>
            <p:cNvPr id="10" name="矩形 9"/>
            <p:cNvSpPr/>
            <p:nvPr userDrawn="1">
              <p:custDataLst>
                <p:tags r:id="rId2"/>
              </p:custDataLst>
            </p:nvPr>
          </p:nvSpPr>
          <p:spPr>
            <a:xfrm>
              <a:off x="292800" y="304200"/>
              <a:ext cx="11606400" cy="6249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z="100" strike="noStrike" noProof="1"/>
            </a:p>
          </p:txBody>
        </p:sp>
        <p:grpSp>
          <p:nvGrpSpPr>
            <p:cNvPr id="12293" name="组合 10"/>
            <p:cNvGrpSpPr/>
            <p:nvPr userDrawn="1"/>
          </p:nvGrpSpPr>
          <p:grpSpPr>
            <a:xfrm>
              <a:off x="11126700" y="4668778"/>
              <a:ext cx="1066800" cy="2225967"/>
              <a:chOff x="11126700" y="4668778"/>
              <a:chExt cx="1066800" cy="2225967"/>
            </a:xfrm>
          </p:grpSpPr>
          <p:pic>
            <p:nvPicPr>
              <p:cNvPr id="12294" name="图片 11"/>
              <p:cNvPicPr>
                <a:picLocks noChangeAspect="1"/>
              </p:cNvPicPr>
              <p:nvPr>
                <p:custDataLst>
                  <p:tags r:id="rId3"/>
                </p:custDataLst>
              </p:nvPr>
            </p:nvPicPr>
            <p:blipFill>
              <a:blip r:embed="rId4"/>
              <a:stretch>
                <a:fillRect/>
              </a:stretch>
            </p:blipFill>
            <p:spPr>
              <a:xfrm flipH="1">
                <a:off x="11126700" y="5739503"/>
                <a:ext cx="1066800" cy="112538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pic>
            <p:nvPicPr>
              <p:cNvPr id="12295" name="图片 12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 rot="-1953062">
                <a:off x="11486962" y="4668778"/>
                <a:ext cx="606573" cy="2225967"/>
              </a:xfrm>
              <a:prstGeom prst="rect">
                <a:avLst/>
              </a:prstGeom>
              <a:noFill/>
              <a:ln w="9525">
                <a:noFill/>
              </a:ln>
            </p:spPr>
          </p:pic>
        </p:grpSp>
      </p:grp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29" y="1626121"/>
            <a:ext cx="10852237" cy="4041680"/>
          </a:xfrm>
        </p:spPr>
        <p:txBody>
          <a:bodyPr/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</a:defRPr>
            </a:lvl1pPr>
            <a:lvl2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</a:defRPr>
            </a:lvl2pPr>
            <a:lvl3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</a:defRPr>
            </a:lvl3pPr>
            <a:lvl4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</a:defRPr>
            </a:lvl4pPr>
            <a:lvl5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79475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388" y="6389688"/>
            <a:ext cx="3959225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>
    <p:wheel spokes="8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rot="-9578991">
            <a:off x="9598025" y="325438"/>
            <a:ext cx="2432050" cy="2384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6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-931862" y="2711450"/>
            <a:ext cx="3667125" cy="41544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7" name="图片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249363" y="4908550"/>
            <a:ext cx="2757487" cy="19415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8" name="图片 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 flipH="1">
            <a:off x="9121775" y="5133975"/>
            <a:ext cx="2112963" cy="17303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19" name="图片 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 flipH="1">
            <a:off x="7015163" y="4976813"/>
            <a:ext cx="2217737" cy="18891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20" name="图片 10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3457575" y="4330700"/>
            <a:ext cx="1484313" cy="2527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21" name="图片 11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10958513" y="4443413"/>
            <a:ext cx="1038225" cy="241458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3322" name="图片 12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 rot="-581047">
            <a:off x="5494338" y="5702300"/>
            <a:ext cx="1303337" cy="10144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007060" y="2088519"/>
            <a:ext cx="4046400" cy="877500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4725" b="1" i="0" u="none" strike="noStrike" kern="1200" cap="none" spc="600" normalizeH="0" baseline="0" noProof="1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z="4725" strike="noStrike" noProof="1">
                <a:sym typeface="+mn-ea"/>
              </a:rPr>
              <a:t>编辑标题</a:t>
            </a:r>
            <a:endParaRPr strike="noStrike" noProof="1">
              <a:sym typeface="+mn-ea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3" hasCustomPrompt="1"/>
          </p:nvPr>
        </p:nvSpPr>
        <p:spPr>
          <a:xfrm>
            <a:off x="3997319" y="3375334"/>
            <a:ext cx="4046400" cy="327305"/>
          </a:xfrm>
        </p:spPr>
        <p:txBody>
          <a:bodyPr/>
          <a:lstStyle>
            <a:lvl1pPr marL="0" indent="0" algn="dist">
              <a:buNone/>
              <a:defRPr/>
            </a:lvl1pPr>
          </a:lstStyle>
          <a:p>
            <a:pPr lvl="0" fontAlgn="auto"/>
            <a:r>
              <a:rPr lang="zh-CN" altLang="en-US" strike="noStrike" noProof="1"/>
              <a:t>编辑标题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8"/>
            </p:custDataLst>
          </p:nvPr>
        </p:nvSpPr>
        <p:spPr>
          <a:xfrm>
            <a:off x="879475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9"/>
            </p:custDataLst>
          </p:nvPr>
        </p:nvSpPr>
        <p:spPr>
          <a:xfrm>
            <a:off x="4116388" y="6389688"/>
            <a:ext cx="3959225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0"/>
            </p:custDataLst>
          </p:nvPr>
        </p:nvSpPr>
        <p:spPr>
          <a:xfrm>
            <a:off x="8610600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>
    <p:wheel spokes="8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9" name="图片 5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rot="-4964683" flipH="1">
            <a:off x="11171238" y="-44450"/>
            <a:ext cx="1035050" cy="661988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4340" name="组合 6"/>
          <p:cNvGrpSpPr/>
          <p:nvPr userDrawn="1"/>
        </p:nvGrpSpPr>
        <p:grpSpPr>
          <a:xfrm>
            <a:off x="0" y="4886325"/>
            <a:ext cx="712788" cy="1971675"/>
            <a:chOff x="0" y="4391345"/>
            <a:chExt cx="891702" cy="2466656"/>
          </a:xfrm>
        </p:grpSpPr>
        <p:pic>
          <p:nvPicPr>
            <p:cNvPr id="14341" name="图片 7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>
              <a:off x="0" y="5917327"/>
              <a:ext cx="891702" cy="940674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4342" name="图片 8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tretch>
              <a:fillRect/>
            </a:stretch>
          </p:blipFill>
          <p:spPr>
            <a:xfrm rot="1953062" flipH="1">
              <a:off x="67048" y="4391345"/>
              <a:ext cx="757605" cy="2455724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1" y="498476"/>
            <a:ext cx="10852237" cy="331473"/>
          </a:xfrm>
        </p:spPr>
        <p:txBody>
          <a:bodyPr/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879475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116388" y="6389688"/>
            <a:ext cx="3959225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>
    <p:wheel spokes="8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100" y="304800"/>
            <a:ext cx="11607800" cy="6248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/>
          </a:p>
        </p:txBody>
      </p:sp>
      <p:grpSp>
        <p:nvGrpSpPr>
          <p:cNvPr id="15364" name="组合 5"/>
          <p:cNvGrpSpPr/>
          <p:nvPr userDrawn="1"/>
        </p:nvGrpSpPr>
        <p:grpSpPr>
          <a:xfrm>
            <a:off x="11126788" y="4668838"/>
            <a:ext cx="1066800" cy="2225675"/>
            <a:chOff x="11126700" y="4668778"/>
            <a:chExt cx="1066800" cy="2225967"/>
          </a:xfrm>
        </p:grpSpPr>
        <p:pic>
          <p:nvPicPr>
            <p:cNvPr id="15365" name="图片 9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 flipH="1">
              <a:off x="11126700" y="5739503"/>
              <a:ext cx="1066800" cy="1125388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5366" name="图片 1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 rot="-1953062">
              <a:off x="11486962" y="4668778"/>
              <a:ext cx="606573" cy="2225967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2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1281600" y="1339650"/>
            <a:ext cx="9626400" cy="542700"/>
          </a:xfrm>
        </p:spPr>
        <p:txBody>
          <a:bodyPr anchor="ctr"/>
          <a:lstStyle>
            <a:lvl1pPr>
              <a:defRPr sz="24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</p:nvPr>
        </p:nvSpPr>
        <p:spPr>
          <a:xfrm>
            <a:off x="1281113" y="2594250"/>
            <a:ext cx="9626600" cy="2583900"/>
          </a:xfrm>
        </p:spPr>
        <p:txBody>
          <a:bodyPr/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7"/>
            </p:custDataLst>
          </p:nvPr>
        </p:nvSpPr>
        <p:spPr>
          <a:xfrm>
            <a:off x="879475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>
          <a:xfrm>
            <a:off x="4116388" y="6389688"/>
            <a:ext cx="3959225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>
          <a:xfrm>
            <a:off x="8610600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>
    <p:wheel spokes="8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图片 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rot="-9578991">
            <a:off x="11217275" y="130175"/>
            <a:ext cx="1038225" cy="10175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矩形 7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4822825" cy="6865938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fontAlgn="base"/>
            <a:endParaRPr lang="en-US" altLang="zh-CN" sz="100" strike="noStrike" noProof="1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83200" y="880650"/>
            <a:ext cx="3960000" cy="661500"/>
          </a:xfrm>
        </p:spPr>
        <p:txBody>
          <a:bodyPr anchor="ctr"/>
          <a:lstStyle>
            <a:lvl1pPr>
              <a:defRPr sz="27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auto"/>
            <a:r>
              <a:rPr lang="zh-CN" altLang="en-US" strike="noStrike" noProof="1"/>
              <a:t>单击编辑标题</a:t>
            </a:r>
            <a:endParaRPr lang="zh-CN" altLang="en-US" strike="noStrike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586800" y="2275650"/>
            <a:ext cx="3956400" cy="3069900"/>
          </a:xfrm>
        </p:spPr>
        <p:txBody>
          <a:bodyPr/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5101200" y="1405930"/>
            <a:ext cx="6480000" cy="3815953"/>
          </a:xfrm>
        </p:spPr>
        <p:txBody>
          <a:bodyPr/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475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388" y="6389688"/>
            <a:ext cx="3959225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>
    <p:wheel spokes="8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1" name="图片 10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rot="-4964682" flipV="1">
            <a:off x="-44450" y="6262688"/>
            <a:ext cx="1036638" cy="6619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矩形 9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266382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fontAlgn="base"/>
            <a:endParaRPr lang="en-US" altLang="zh-CN" sz="100" strike="noStrike" noProof="1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2000" y="859500"/>
            <a:ext cx="10976400" cy="469800"/>
          </a:xfrm>
        </p:spPr>
        <p:txBody>
          <a:bodyPr anchor="ctr"/>
          <a:lstStyle>
            <a:lvl1pPr algn="ctr">
              <a:defRPr sz="27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612000" y="1763100"/>
            <a:ext cx="10975975" cy="621000"/>
          </a:xfrm>
        </p:spPr>
        <p:txBody>
          <a:bodyPr/>
          <a:lstStyle>
            <a:lvl1pPr algn="ctr"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612775" y="3236850"/>
            <a:ext cx="10965600" cy="2573100"/>
          </a:xfrm>
        </p:spPr>
        <p:txBody>
          <a:bodyPr/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475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388" y="6389688"/>
            <a:ext cx="3959225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>
    <p:wheel spokes="8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5" name="图片 9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 rot="-4964682" flipH="1">
            <a:off x="11171238" y="-44450"/>
            <a:ext cx="1035050" cy="6619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矩形 7"/>
          <p:cNvSpPr/>
          <p:nvPr userDrawn="1">
            <p:custDataLst>
              <p:tags r:id="rId4"/>
            </p:custDataLst>
          </p:nvPr>
        </p:nvSpPr>
        <p:spPr>
          <a:xfrm>
            <a:off x="0" y="5029200"/>
            <a:ext cx="12192000" cy="18288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fontAlgn="base"/>
            <a:endParaRPr lang="en-US" altLang="zh-CN" sz="100" strike="noStrike" noProof="1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4800" y="740250"/>
            <a:ext cx="10976400" cy="423900"/>
          </a:xfrm>
        </p:spPr>
        <p:txBody>
          <a:bodyPr anchor="ctr"/>
          <a:lstStyle>
            <a:lvl1pPr algn="ctr">
              <a:defRPr sz="2400" u="none" strike="noStrike" kern="1200" cap="all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4837" y="2082600"/>
            <a:ext cx="10990800" cy="2408400"/>
          </a:xfrm>
        </p:spPr>
        <p:txBody>
          <a:bodyPr/>
          <a:lstStyle>
            <a:lvl1pPr>
              <a:defRPr u="none" strike="noStrike" kern="1200" cap="all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u="none" strike="noStrike" kern="1200" cap="all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u="none" strike="noStrike" kern="1200" cap="all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u="none" strike="noStrike" kern="1200" cap="all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u="none" strike="noStrike" kern="1200" cap="all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594000" y="5306850"/>
            <a:ext cx="11001600" cy="758700"/>
          </a:xfrm>
        </p:spPr>
        <p:txBody>
          <a:bodyPr/>
          <a:lstStyle>
            <a:lvl1pPr>
              <a:defRPr u="none" strike="noStrike" kern="1200" cap="all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475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388" y="6389688"/>
            <a:ext cx="3959225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>
    <p:wheel spokes="8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fontAlgn="base"/>
            <a:endParaRPr lang="en-US" altLang="zh-CN" sz="100" strike="noStrike" noProof="1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9600" y="292846"/>
            <a:ext cx="11037600" cy="331473"/>
          </a:xfrm>
        </p:spPr>
        <p:txBody>
          <a:bodyPr/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579600" y="2025000"/>
            <a:ext cx="5342400" cy="2170800"/>
          </a:xfrm>
        </p:spPr>
        <p:txBody>
          <a:bodyPr/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</p:nvPr>
        </p:nvSpPr>
        <p:spPr>
          <a:xfrm>
            <a:off x="6242400" y="2025000"/>
            <a:ext cx="5367600" cy="2170800"/>
          </a:xfrm>
        </p:spPr>
        <p:txBody>
          <a:bodyPr/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auto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auto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</p:nvPr>
        </p:nvSpPr>
        <p:spPr>
          <a:xfrm>
            <a:off x="572400" y="4914450"/>
            <a:ext cx="5342400" cy="585900"/>
          </a:xfrm>
        </p:spPr>
        <p:txBody>
          <a:bodyPr/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</p:nvPr>
        </p:nvSpPr>
        <p:spPr>
          <a:xfrm>
            <a:off x="6253200" y="4910850"/>
            <a:ext cx="5367600" cy="585900"/>
          </a:xfrm>
        </p:spPr>
        <p:txBody>
          <a:bodyPr/>
          <a:lstStyle>
            <a:lvl1pPr>
              <a:defRPr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475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388" y="6389688"/>
            <a:ext cx="3959225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>
    <p:wheel spokes="8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1576388"/>
            <a:ext cx="12192000" cy="3705225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 fontAlgn="base"/>
            <a:endParaRPr lang="en-US" altLang="zh-CN" sz="100" strike="noStrike" noProof="1">
              <a:sym typeface="+mn-ea"/>
            </a:endParaRPr>
          </a:p>
        </p:txBody>
      </p:sp>
      <p:grpSp>
        <p:nvGrpSpPr>
          <p:cNvPr id="20484" name="组合 7"/>
          <p:cNvGrpSpPr/>
          <p:nvPr userDrawn="1"/>
        </p:nvGrpSpPr>
        <p:grpSpPr>
          <a:xfrm flipH="1">
            <a:off x="10666413" y="2647950"/>
            <a:ext cx="1525587" cy="4210050"/>
            <a:chOff x="-2041" y="4391343"/>
            <a:chExt cx="893743" cy="2466658"/>
          </a:xfrm>
        </p:grpSpPr>
        <p:pic>
          <p:nvPicPr>
            <p:cNvPr id="20485" name="图片 8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tretch>
              <a:fillRect/>
            </a:stretch>
          </p:blipFill>
          <p:spPr>
            <a:xfrm>
              <a:off x="0" y="5917327"/>
              <a:ext cx="891702" cy="940674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20486" name="图片 1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 rot="1953062" flipH="1">
              <a:off x="-2041" y="4391343"/>
              <a:ext cx="757605" cy="2455724"/>
            </a:xfrm>
            <a:prstGeom prst="rect">
              <a:avLst/>
            </a:prstGeom>
            <a:noFill/>
            <a:ln w="9525">
              <a:noFill/>
            </a:ln>
          </p:spPr>
        </p:pic>
      </p:grpSp>
      <p:pic>
        <p:nvPicPr>
          <p:cNvPr id="20487" name="图片 11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 flipV="1">
            <a:off x="0" y="0"/>
            <a:ext cx="1625600" cy="21621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522800" y="1637550"/>
            <a:ext cx="9144000" cy="1790100"/>
          </a:xfrm>
        </p:spPr>
        <p:txBody>
          <a:bodyPr anchor="b"/>
          <a:lstStyle>
            <a:lvl1pPr algn="ctr">
              <a:defRPr sz="4500" u="none" strike="noStrike" kern="1200" cap="none" spc="0" normalizeH="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  <a:endParaRPr lang="zh-CN" altLang="en-US" strike="noStrike" noProof="1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522413" y="4069800"/>
            <a:ext cx="9144000" cy="1242000"/>
          </a:xfrm>
        </p:spPr>
        <p:txBody>
          <a:bodyPr/>
          <a:lstStyle>
            <a:lvl1pPr algn="ctr">
              <a:defRPr u="none" strike="noStrike" kern="1200" cap="none" spc="0" normalizeH="0" baseline="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879475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4116388" y="6389688"/>
            <a:ext cx="3959225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89688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  <p:transition>
    <p:wheel spokes="8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file:///D:\qq&#25991;&#20214;\712321467\Image\C2C\Image2\%7b75232B38-A165-1FB7-499C-2E1C792CACB5%7d.png" TargetMode="Externa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7" Type="http://schemas.openxmlformats.org/officeDocument/2006/relationships/theme" Target="../theme/theme2.xml"/><Relationship Id="rId26" Type="http://schemas.openxmlformats.org/officeDocument/2006/relationships/image" Target="file:///D:\qq&#25991;&#20214;\712321467\Image\C2C\Image2\%7b75232B38-A165-1FB7-499C-2E1C792CACB5%7d.png" TargetMode="External"/><Relationship Id="rId25" Type="http://schemas.openxmlformats.org/officeDocument/2006/relationships/image" Target="../media/image1.png"/><Relationship Id="rId24" Type="http://schemas.openxmlformats.org/officeDocument/2006/relationships/tags" Target="../tags/tag111.xml"/><Relationship Id="rId23" Type="http://schemas.openxmlformats.org/officeDocument/2006/relationships/tags" Target="../tags/tag110.xml"/><Relationship Id="rId22" Type="http://schemas.openxmlformats.org/officeDocument/2006/relationships/tags" Target="../tags/tag109.xml"/><Relationship Id="rId21" Type="http://schemas.openxmlformats.org/officeDocument/2006/relationships/tags" Target="../tags/tag108.xml"/><Relationship Id="rId20" Type="http://schemas.openxmlformats.org/officeDocument/2006/relationships/tags" Target="../tags/tag107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06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5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  <p:pic>
        <p:nvPicPr>
          <p:cNvPr id="1031" name="图片 1073743875" descr="学科网 zxxk.com"/>
          <p:cNvPicPr>
            <a:picLocks noChangeAspect="1"/>
          </p:cNvPicPr>
          <p:nvPr/>
        </p:nvPicPr>
        <p:blipFill>
          <a:blip r:embed="rId12" r:link="rId13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heel spokes="8"/>
  </p:transition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925" y="1189038"/>
            <a:ext cx="10852150" cy="331787"/>
          </a:xfrm>
          <a:prstGeom prst="rect">
            <a:avLst/>
          </a:prstGeom>
          <a:noFill/>
          <a:ln w="9525">
            <a:noFill/>
          </a:ln>
        </p:spPr>
        <p:txBody>
          <a:bodyPr vert="horz" lIns="101600" tIns="38100" rIns="76200" bIns="38100" anchor="t" anchorCtr="0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051" name="文本占位符 2"/>
          <p:cNvSpPr>
            <a:spLocks noGrp="1"/>
          </p:cNvSpPr>
          <p:nvPr>
            <p:ph type="body" idx="5"/>
            <p:custDataLst>
              <p:tags r:id="rId20"/>
            </p:custDataLst>
          </p:nvPr>
        </p:nvSpPr>
        <p:spPr>
          <a:xfrm>
            <a:off x="669925" y="1571625"/>
            <a:ext cx="10852150" cy="4041775"/>
          </a:xfrm>
          <a:prstGeom prst="rect">
            <a:avLst/>
          </a:prstGeom>
          <a:noFill/>
          <a:ln w="9525">
            <a:noFill/>
          </a:ln>
        </p:spPr>
        <p:txBody>
          <a:bodyPr vert="horz" lIns="101600" tIns="0" rIns="82550" bIns="0" anchor="t" anchorCtr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475" y="5619750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388" y="5619750"/>
            <a:ext cx="3959225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5619750"/>
            <a:ext cx="2700338" cy="238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7" name="KSO_TEMPLATE" hidden="1"/>
          <p:cNvSpPr/>
          <p:nvPr>
            <p:custDataLst>
              <p:tags r:id="rId24"/>
            </p:custDataLst>
          </p:nvPr>
        </p:nvSpPr>
        <p:spPr>
          <a:xfrm flipH="1"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endParaRPr lang="zh-CN" altLang="en-US" sz="100" strike="noStrike" noProof="1">
              <a:solidFill>
                <a:schemeClr val="lt1"/>
              </a:solidFill>
            </a:endParaRPr>
          </a:p>
        </p:txBody>
      </p:sp>
      <p:pic>
        <p:nvPicPr>
          <p:cNvPr id="2052" name="图片 1073743875" descr="学科网 zxxk.com"/>
          <p:cNvPicPr>
            <a:picLocks noChangeAspect="1"/>
          </p:cNvPicPr>
          <p:nvPr/>
        </p:nvPicPr>
        <p:blipFill>
          <a:blip r:embed="rId25" r:link="rId26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ransition>
    <p:wheel spokes="8"/>
  </p:transition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18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汉仪旗黑-85S" panose="00020600040101010101" pitchFamily="18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14.xml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31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0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9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28.wmf"/><Relationship Id="rId15" Type="http://schemas.openxmlformats.org/officeDocument/2006/relationships/vmlDrawing" Target="../drawings/vmlDrawing1.vml"/><Relationship Id="rId14" Type="http://schemas.openxmlformats.org/officeDocument/2006/relationships/slideLayout" Target="../slideLayouts/slideLayout21.xml"/><Relationship Id="rId13" Type="http://schemas.openxmlformats.org/officeDocument/2006/relationships/tags" Target="../tags/tag115.xml"/><Relationship Id="rId12" Type="http://schemas.openxmlformats.org/officeDocument/2006/relationships/image" Target="../media/image33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32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.bin"/><Relationship Id="rId8" Type="http://schemas.openxmlformats.org/officeDocument/2006/relationships/image" Target="../media/image37.wmf"/><Relationship Id="rId7" Type="http://schemas.openxmlformats.org/officeDocument/2006/relationships/oleObject" Target="../embeddings/oleObject10.bin"/><Relationship Id="rId6" Type="http://schemas.openxmlformats.org/officeDocument/2006/relationships/image" Target="../media/image36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35.wmf"/><Relationship Id="rId3" Type="http://schemas.openxmlformats.org/officeDocument/2006/relationships/oleObject" Target="../embeddings/oleObject8.bin"/><Relationship Id="rId23" Type="http://schemas.openxmlformats.org/officeDocument/2006/relationships/vmlDrawing" Target="../drawings/vmlDrawing2.vml"/><Relationship Id="rId22" Type="http://schemas.openxmlformats.org/officeDocument/2006/relationships/slideLayout" Target="../slideLayouts/slideLayout28.xml"/><Relationship Id="rId21" Type="http://schemas.openxmlformats.org/officeDocument/2006/relationships/tags" Target="../tags/tag116.xml"/><Relationship Id="rId20" Type="http://schemas.openxmlformats.org/officeDocument/2006/relationships/image" Target="../media/image43.wmf"/><Relationship Id="rId2" Type="http://schemas.openxmlformats.org/officeDocument/2006/relationships/image" Target="../media/image34.wmf"/><Relationship Id="rId19" Type="http://schemas.openxmlformats.org/officeDocument/2006/relationships/oleObject" Target="../embeddings/oleObject16.bin"/><Relationship Id="rId18" Type="http://schemas.openxmlformats.org/officeDocument/2006/relationships/image" Target="../media/image42.wmf"/><Relationship Id="rId17" Type="http://schemas.openxmlformats.org/officeDocument/2006/relationships/oleObject" Target="../embeddings/oleObject15.bin"/><Relationship Id="rId16" Type="http://schemas.openxmlformats.org/officeDocument/2006/relationships/image" Target="../media/image41.wmf"/><Relationship Id="rId15" Type="http://schemas.openxmlformats.org/officeDocument/2006/relationships/oleObject" Target="../embeddings/oleObject14.bin"/><Relationship Id="rId14" Type="http://schemas.openxmlformats.org/officeDocument/2006/relationships/image" Target="../media/image40.wmf"/><Relationship Id="rId13" Type="http://schemas.openxmlformats.org/officeDocument/2006/relationships/oleObject" Target="../embeddings/oleObject13.bin"/><Relationship Id="rId12" Type="http://schemas.openxmlformats.org/officeDocument/2006/relationships/image" Target="../media/image39.wmf"/><Relationship Id="rId11" Type="http://schemas.openxmlformats.org/officeDocument/2006/relationships/oleObject" Target="../embeddings/oleObject12.bin"/><Relationship Id="rId10" Type="http://schemas.openxmlformats.org/officeDocument/2006/relationships/image" Target="../media/image38.wmf"/><Relationship Id="rId1" Type="http://schemas.openxmlformats.org/officeDocument/2006/relationships/oleObject" Target="../embeddings/oleObject7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1.bin"/><Relationship Id="rId8" Type="http://schemas.openxmlformats.org/officeDocument/2006/relationships/image" Target="../media/image47.wmf"/><Relationship Id="rId7" Type="http://schemas.openxmlformats.org/officeDocument/2006/relationships/oleObject" Target="../embeddings/oleObject20.bin"/><Relationship Id="rId6" Type="http://schemas.openxmlformats.org/officeDocument/2006/relationships/image" Target="../media/image46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45.wmf"/><Relationship Id="rId3" Type="http://schemas.openxmlformats.org/officeDocument/2006/relationships/oleObject" Target="../embeddings/oleObject18.bin"/><Relationship Id="rId21" Type="http://schemas.openxmlformats.org/officeDocument/2006/relationships/vmlDrawing" Target="../drawings/vmlDrawing3.vml"/><Relationship Id="rId20" Type="http://schemas.openxmlformats.org/officeDocument/2006/relationships/slideLayout" Target="../slideLayouts/slideLayout28.xml"/><Relationship Id="rId2" Type="http://schemas.openxmlformats.org/officeDocument/2006/relationships/image" Target="../media/image44.wmf"/><Relationship Id="rId19" Type="http://schemas.openxmlformats.org/officeDocument/2006/relationships/tags" Target="../tags/tag117.xml"/><Relationship Id="rId18" Type="http://schemas.openxmlformats.org/officeDocument/2006/relationships/image" Target="../media/image52.wmf"/><Relationship Id="rId17" Type="http://schemas.openxmlformats.org/officeDocument/2006/relationships/oleObject" Target="../embeddings/oleObject25.bin"/><Relationship Id="rId16" Type="http://schemas.openxmlformats.org/officeDocument/2006/relationships/image" Target="../media/image51.wmf"/><Relationship Id="rId15" Type="http://schemas.openxmlformats.org/officeDocument/2006/relationships/oleObject" Target="../embeddings/oleObject24.bin"/><Relationship Id="rId14" Type="http://schemas.openxmlformats.org/officeDocument/2006/relationships/image" Target="../media/image50.wmf"/><Relationship Id="rId13" Type="http://schemas.openxmlformats.org/officeDocument/2006/relationships/oleObject" Target="../embeddings/oleObject23.bin"/><Relationship Id="rId12" Type="http://schemas.openxmlformats.org/officeDocument/2006/relationships/image" Target="../media/image49.wmf"/><Relationship Id="rId11" Type="http://schemas.openxmlformats.org/officeDocument/2006/relationships/oleObject" Target="../embeddings/oleObject22.bin"/><Relationship Id="rId10" Type="http://schemas.openxmlformats.org/officeDocument/2006/relationships/image" Target="../media/image48.wmf"/><Relationship Id="rId1" Type="http://schemas.openxmlformats.org/officeDocument/2006/relationships/oleObject" Target="../embeddings/oleObject17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4.vml"/><Relationship Id="rId7" Type="http://schemas.openxmlformats.org/officeDocument/2006/relationships/slideLayout" Target="../slideLayouts/slideLayout28.xml"/><Relationship Id="rId6" Type="http://schemas.openxmlformats.org/officeDocument/2006/relationships/tags" Target="../tags/tag118.xml"/><Relationship Id="rId5" Type="http://schemas.openxmlformats.org/officeDocument/2006/relationships/image" Target="../media/image55.wmf"/><Relationship Id="rId4" Type="http://schemas.openxmlformats.org/officeDocument/2006/relationships/oleObject" Target="../embeddings/oleObject27.bin"/><Relationship Id="rId3" Type="http://schemas.openxmlformats.org/officeDocument/2006/relationships/image" Target="../media/image54.wmf"/><Relationship Id="rId2" Type="http://schemas.openxmlformats.org/officeDocument/2006/relationships/oleObject" Target="../embeddings/oleObject26.bin"/><Relationship Id="rId1" Type="http://schemas.openxmlformats.org/officeDocument/2006/relationships/image" Target="../media/image53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2.bin"/><Relationship Id="rId8" Type="http://schemas.openxmlformats.org/officeDocument/2006/relationships/image" Target="../media/image59.wmf"/><Relationship Id="rId7" Type="http://schemas.openxmlformats.org/officeDocument/2006/relationships/oleObject" Target="../embeddings/oleObject31.bin"/><Relationship Id="rId6" Type="http://schemas.openxmlformats.org/officeDocument/2006/relationships/image" Target="../media/image58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57.wmf"/><Relationship Id="rId3" Type="http://schemas.openxmlformats.org/officeDocument/2006/relationships/oleObject" Target="../embeddings/oleObject29.bin"/><Relationship Id="rId28" Type="http://schemas.openxmlformats.org/officeDocument/2006/relationships/vmlDrawing" Target="../drawings/vmlDrawing5.vml"/><Relationship Id="rId27" Type="http://schemas.openxmlformats.org/officeDocument/2006/relationships/slideLayout" Target="../slideLayouts/slideLayout28.xml"/><Relationship Id="rId26" Type="http://schemas.openxmlformats.org/officeDocument/2006/relationships/tags" Target="../tags/tag119.xml"/><Relationship Id="rId25" Type="http://schemas.openxmlformats.org/officeDocument/2006/relationships/oleObject" Target="../embeddings/oleObject40.bin"/><Relationship Id="rId24" Type="http://schemas.openxmlformats.org/officeDocument/2006/relationships/image" Target="../media/image67.wmf"/><Relationship Id="rId23" Type="http://schemas.openxmlformats.org/officeDocument/2006/relationships/oleObject" Target="../embeddings/oleObject39.bin"/><Relationship Id="rId22" Type="http://schemas.openxmlformats.org/officeDocument/2006/relationships/image" Target="../media/image66.wmf"/><Relationship Id="rId21" Type="http://schemas.openxmlformats.org/officeDocument/2006/relationships/oleObject" Target="../embeddings/oleObject38.bin"/><Relationship Id="rId20" Type="http://schemas.openxmlformats.org/officeDocument/2006/relationships/image" Target="../media/image65.wmf"/><Relationship Id="rId2" Type="http://schemas.openxmlformats.org/officeDocument/2006/relationships/image" Target="../media/image56.wmf"/><Relationship Id="rId19" Type="http://schemas.openxmlformats.org/officeDocument/2006/relationships/oleObject" Target="../embeddings/oleObject37.bin"/><Relationship Id="rId18" Type="http://schemas.openxmlformats.org/officeDocument/2006/relationships/image" Target="../media/image64.wmf"/><Relationship Id="rId17" Type="http://schemas.openxmlformats.org/officeDocument/2006/relationships/oleObject" Target="../embeddings/oleObject36.bin"/><Relationship Id="rId16" Type="http://schemas.openxmlformats.org/officeDocument/2006/relationships/image" Target="../media/image63.wmf"/><Relationship Id="rId15" Type="http://schemas.openxmlformats.org/officeDocument/2006/relationships/oleObject" Target="../embeddings/oleObject35.bin"/><Relationship Id="rId14" Type="http://schemas.openxmlformats.org/officeDocument/2006/relationships/image" Target="../media/image62.wmf"/><Relationship Id="rId13" Type="http://schemas.openxmlformats.org/officeDocument/2006/relationships/oleObject" Target="../embeddings/oleObject34.bin"/><Relationship Id="rId12" Type="http://schemas.openxmlformats.org/officeDocument/2006/relationships/image" Target="../media/image61.wmf"/><Relationship Id="rId11" Type="http://schemas.openxmlformats.org/officeDocument/2006/relationships/oleObject" Target="../embeddings/oleObject33.bin"/><Relationship Id="rId10" Type="http://schemas.openxmlformats.org/officeDocument/2006/relationships/image" Target="../media/image60.wmf"/><Relationship Id="rId1" Type="http://schemas.openxmlformats.org/officeDocument/2006/relationships/oleObject" Target="../embeddings/oleObject28.bin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5.bin"/><Relationship Id="rId8" Type="http://schemas.openxmlformats.org/officeDocument/2006/relationships/image" Target="../media/image71.wmf"/><Relationship Id="rId7" Type="http://schemas.openxmlformats.org/officeDocument/2006/relationships/oleObject" Target="../embeddings/oleObject44.bin"/><Relationship Id="rId6" Type="http://schemas.openxmlformats.org/officeDocument/2006/relationships/image" Target="../media/image70.wmf"/><Relationship Id="rId5" Type="http://schemas.openxmlformats.org/officeDocument/2006/relationships/oleObject" Target="../embeddings/oleObject43.bin"/><Relationship Id="rId4" Type="http://schemas.openxmlformats.org/officeDocument/2006/relationships/image" Target="../media/image69.wmf"/><Relationship Id="rId3" Type="http://schemas.openxmlformats.org/officeDocument/2006/relationships/oleObject" Target="../embeddings/oleObject42.bin"/><Relationship Id="rId27" Type="http://schemas.openxmlformats.org/officeDocument/2006/relationships/vmlDrawing" Target="../drawings/vmlDrawing6.vml"/><Relationship Id="rId26" Type="http://schemas.openxmlformats.org/officeDocument/2006/relationships/slideLayout" Target="../slideLayouts/slideLayout28.xml"/><Relationship Id="rId25" Type="http://schemas.openxmlformats.org/officeDocument/2006/relationships/tags" Target="../tags/tag120.xml"/><Relationship Id="rId24" Type="http://schemas.openxmlformats.org/officeDocument/2006/relationships/image" Target="../media/image79.wmf"/><Relationship Id="rId23" Type="http://schemas.openxmlformats.org/officeDocument/2006/relationships/oleObject" Target="../embeddings/oleObject52.bin"/><Relationship Id="rId22" Type="http://schemas.openxmlformats.org/officeDocument/2006/relationships/image" Target="../media/image78.wmf"/><Relationship Id="rId21" Type="http://schemas.openxmlformats.org/officeDocument/2006/relationships/oleObject" Target="../embeddings/oleObject51.bin"/><Relationship Id="rId20" Type="http://schemas.openxmlformats.org/officeDocument/2006/relationships/image" Target="../media/image77.wmf"/><Relationship Id="rId2" Type="http://schemas.openxmlformats.org/officeDocument/2006/relationships/image" Target="../media/image68.wmf"/><Relationship Id="rId19" Type="http://schemas.openxmlformats.org/officeDocument/2006/relationships/oleObject" Target="../embeddings/oleObject50.bin"/><Relationship Id="rId18" Type="http://schemas.openxmlformats.org/officeDocument/2006/relationships/image" Target="../media/image76.wmf"/><Relationship Id="rId17" Type="http://schemas.openxmlformats.org/officeDocument/2006/relationships/oleObject" Target="../embeddings/oleObject49.bin"/><Relationship Id="rId16" Type="http://schemas.openxmlformats.org/officeDocument/2006/relationships/image" Target="../media/image75.wmf"/><Relationship Id="rId15" Type="http://schemas.openxmlformats.org/officeDocument/2006/relationships/oleObject" Target="../embeddings/oleObject48.bin"/><Relationship Id="rId14" Type="http://schemas.openxmlformats.org/officeDocument/2006/relationships/image" Target="../media/image74.wmf"/><Relationship Id="rId13" Type="http://schemas.openxmlformats.org/officeDocument/2006/relationships/oleObject" Target="../embeddings/oleObject47.bin"/><Relationship Id="rId12" Type="http://schemas.openxmlformats.org/officeDocument/2006/relationships/image" Target="../media/image73.wmf"/><Relationship Id="rId11" Type="http://schemas.openxmlformats.org/officeDocument/2006/relationships/oleObject" Target="../embeddings/oleObject46.bin"/><Relationship Id="rId10" Type="http://schemas.openxmlformats.org/officeDocument/2006/relationships/image" Target="../media/image72.wmf"/><Relationship Id="rId1" Type="http://schemas.openxmlformats.org/officeDocument/2006/relationships/oleObject" Target="../embeddings/oleObject4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121.xml"/><Relationship Id="rId1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95325" y="1700213"/>
            <a:ext cx="10772775" cy="1420812"/>
          </a:xfrm>
        </p:spPr>
        <p:txBody>
          <a:bodyPr vert="horz" lIns="90000" tIns="46800" rIns="90000" bIns="0" anchor="b" anchorCtr="0">
            <a:normAutofit fontScale="90000"/>
          </a:bodyPr>
          <a:lstStyle/>
          <a:p>
            <a:pPr defTabSz="685800">
              <a:lnSpc>
                <a:spcPct val="140000"/>
              </a:lnSpc>
              <a:buClrTx/>
              <a:buSzTx/>
              <a:buFontTx/>
              <a:buNone/>
            </a:pPr>
            <a:r>
              <a:rPr lang="zh-CN" altLang="en-US" sz="3600" kern="1200" normalizeH="0" baseline="0">
                <a:solidFill>
                  <a:srgbClr val="11461E"/>
                </a:solidFill>
                <a:latin typeface="Times New Roman" panose="02020603050405020304" charset="0"/>
                <a:ea typeface="汉仪旗黑-85S" panose="00020600040101010101" pitchFamily="18" charset="-122"/>
                <a:cs typeface="+mj-cs"/>
              </a:rPr>
              <a:t>第一章</a:t>
            </a:r>
            <a:r>
              <a:rPr lang="en-US" altLang="zh-CN" sz="3600" kern="1200" normalizeH="0" baseline="0">
                <a:solidFill>
                  <a:srgbClr val="11461E"/>
                </a:solidFill>
                <a:latin typeface="Times New Roman" panose="02020603050405020304" charset="0"/>
                <a:ea typeface="汉仪旗黑-85S" panose="00020600040101010101" pitchFamily="18" charset="-122"/>
                <a:cs typeface="+mj-cs"/>
              </a:rPr>
              <a:t> </a:t>
            </a:r>
            <a:r>
              <a:rPr lang="zh-CN" altLang="en-US" sz="3600" kern="1200" normalizeH="0" baseline="0">
                <a:solidFill>
                  <a:srgbClr val="11461E"/>
                </a:solidFill>
                <a:latin typeface="Times New Roman" panose="02020603050405020304" charset="0"/>
                <a:ea typeface="汉仪旗黑-85S" panose="00020600040101010101" pitchFamily="18" charset="-122"/>
                <a:cs typeface="+mj-cs"/>
              </a:rPr>
              <a:t>集合与常用逻辑用语</a:t>
            </a:r>
            <a:br>
              <a:rPr lang="zh-CN" altLang="en-US" sz="3600" kern="1200" normalizeH="0" baseline="0">
                <a:solidFill>
                  <a:srgbClr val="1A692C"/>
                </a:solidFill>
                <a:latin typeface="Times New Roman" panose="02020603050405020304" charset="0"/>
                <a:ea typeface="汉仪旗黑-85S" panose="00020600040101010101" pitchFamily="18" charset="-122"/>
                <a:cs typeface="+mj-cs"/>
              </a:rPr>
            </a:br>
            <a:r>
              <a:rPr lang="en-US" altLang="zh-CN" sz="6000" kern="1200" normalizeH="0" baseline="0">
                <a:latin typeface="Times New Roman" panose="02020603050405020304" charset="0"/>
                <a:ea typeface="汉仪旗黑-85S" panose="00020600040101010101" pitchFamily="18" charset="-122"/>
                <a:cs typeface="+mj-cs"/>
              </a:rPr>
              <a:t>1.5.1</a:t>
            </a:r>
            <a:r>
              <a:rPr lang="zh-CN" altLang="en-US" sz="6000" kern="1200" normalizeH="0" baseline="0">
                <a:latin typeface="Times New Roman" panose="02020603050405020304" charset="0"/>
                <a:ea typeface="汉仪旗黑-85S" panose="00020600040101010101" pitchFamily="18" charset="-122"/>
                <a:cs typeface="+mj-cs"/>
              </a:rPr>
              <a:t>全称量词与存在量词</a:t>
            </a:r>
            <a:endParaRPr lang="en-US" altLang="zh-CN" sz="6000" kern="1200" normalizeH="0" baseline="0">
              <a:latin typeface="Times New Roman" panose="02020603050405020304" charset="0"/>
              <a:ea typeface="汉仪旗黑-85S" panose="00020600040101010101" pitchFamily="18" charset="-122"/>
              <a:cs typeface="+mj-cs"/>
            </a:endParaRPr>
          </a:p>
        </p:txBody>
      </p:sp>
      <p:sp>
        <p:nvSpPr>
          <p:cNvPr id="5127" name="文本框 99"/>
          <p:cNvSpPr txBox="1"/>
          <p:nvPr>
            <p:custDataLst>
              <p:tags r:id="rId2"/>
            </p:custDataLst>
          </p:nvPr>
        </p:nvSpPr>
        <p:spPr>
          <a:xfrm>
            <a:off x="3287395" y="4221480"/>
            <a:ext cx="5080000" cy="119888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zh-CN" altLang="zh-CN" sz="1800">
                <a:latin typeface="Calibri" panose="020F0502020204030204" charset="0"/>
                <a:ea typeface="宋体" panose="02010600030101010101" pitchFamily="2" charset="-122"/>
              </a:rPr>
              <a:t>成套的课件成套的教案成套的试题成套的微</a:t>
            </a:r>
            <a:r>
              <a:rPr lang="en-US" altLang="zh-CN" sz="1800">
                <a:latin typeface="Calibri" panose="020F0502020204030204" charset="0"/>
                <a:ea typeface="宋体" panose="02010600030101010101" pitchFamily="2" charset="-122"/>
              </a:rPr>
              <a:t>	</a:t>
            </a:r>
            <a:r>
              <a:rPr lang="zh-CN" altLang="zh-CN" sz="1800">
                <a:latin typeface="Calibri" panose="020F0502020204030204" charset="0"/>
                <a:ea typeface="宋体" panose="02010600030101010101" pitchFamily="2" charset="-122"/>
              </a:rPr>
              <a:t>专题尽在高中数学同步资源大全</a:t>
            </a:r>
            <a:r>
              <a:rPr lang="en-US" altLang="zh-CN" sz="1800">
                <a:latin typeface="Calibri" panose="020F0502020204030204" charset="0"/>
                <a:ea typeface="宋体" panose="02010600030101010101" pitchFamily="2" charset="-122"/>
              </a:rPr>
              <a:t>QQ</a:t>
            </a:r>
            <a:r>
              <a:rPr lang="zh-CN" altLang="zh-CN" sz="1800">
                <a:latin typeface="Calibri" panose="020F0502020204030204" charset="0"/>
                <a:ea typeface="宋体" panose="02010600030101010101" pitchFamily="2" charset="-122"/>
              </a:rPr>
              <a:t>群</a:t>
            </a:r>
            <a:r>
              <a:rPr lang="en-US" altLang="zh-CN" sz="1800">
                <a:latin typeface="Calibri" panose="020F0502020204030204" charset="0"/>
                <a:ea typeface="宋体" panose="02010600030101010101" pitchFamily="2" charset="-122"/>
              </a:rPr>
              <a:t>552511468</a:t>
            </a:r>
            <a:r>
              <a:rPr lang="zh-CN" altLang="zh-CN" sz="1800">
                <a:latin typeface="Calibri" panose="020F0502020204030204" charset="0"/>
                <a:ea typeface="宋体" panose="02010600030101010101" pitchFamily="2" charset="-122"/>
              </a:rPr>
              <a:t>也可联系微信</a:t>
            </a:r>
            <a:r>
              <a:rPr lang="en-US" altLang="zh-CN" sz="1800">
                <a:latin typeface="Calibri" panose="020F0502020204030204" charset="0"/>
                <a:ea typeface="宋体" panose="02010600030101010101" pitchFamily="2" charset="-122"/>
              </a:rPr>
              <a:t>fjshuxue</a:t>
            </a:r>
            <a:r>
              <a:rPr lang="zh-CN" altLang="zh-CN" sz="1800">
                <a:latin typeface="Calibri" panose="020F0502020204030204" charset="0"/>
                <a:ea typeface="宋体" panose="02010600030101010101" pitchFamily="2" charset="-122"/>
              </a:rPr>
              <a:t>加入百度或夸克网盘群</a:t>
            </a:r>
            <a:r>
              <a:rPr lang="en-US" altLang="zh-CN" sz="1800">
                <a:latin typeface="Calibri" panose="020F0502020204030204" charset="0"/>
                <a:ea typeface="宋体" panose="02010600030101010101" pitchFamily="2" charset="-122"/>
              </a:rPr>
              <a:t>4000G</a:t>
            </a:r>
            <a:r>
              <a:rPr lang="zh-CN" altLang="zh-CN" sz="1800">
                <a:latin typeface="Calibri" panose="020F0502020204030204" charset="0"/>
                <a:ea typeface="宋体" panose="02010600030101010101" pitchFamily="2" charset="-122"/>
              </a:rPr>
              <a:t>一线老师必备资料一键转存自动更新永不过期  </a:t>
            </a:r>
            <a:endParaRPr lang="zh-CN" altLang="en-US" sz="1800">
              <a:latin typeface="Calibri" panose="020F0502020204030204" charset="0"/>
              <a:ea typeface="宋体" panose="02010600030101010101" pitchFamily="2" charset="-122"/>
            </a:endParaRPr>
          </a:p>
        </p:txBody>
      </p:sp>
    </p:spTree>
    <p:custDataLst>
      <p:tags r:id="rId3"/>
    </p:custDataLst>
  </p:cSld>
  <p:clrMapOvr>
    <a:masterClrMapping/>
  </p:clrMapOvr>
  <p:transition>
    <p:wheel spokes="8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335280" y="332740"/>
            <a:ext cx="3040381" cy="70675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4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新知引入</a:t>
            </a:r>
            <a:endParaRPr lang="zh-CN" altLang="en-US" sz="4000" b="1" noProof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2530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018088" y="1276350"/>
          <a:ext cx="1084262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" name="" r:id="rId1" imgW="355600" imgH="177165" progId="Equation.KSEE3">
                  <p:embed/>
                </p:oleObj>
              </mc:Choice>
              <mc:Fallback>
                <p:oleObj name="" r:id="rId1" imgW="355600" imgH="177165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018088" y="1276350"/>
                        <a:ext cx="1084262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016342" y="1989297"/>
          <a:ext cx="2564130" cy="6108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" r:id="rId3" imgW="850900" imgH="203200" progId="Equation.KSEE3">
                  <p:embed/>
                </p:oleObj>
              </mc:Choice>
              <mc:Fallback>
                <p:oleObj name="" r:id="rId3" imgW="8509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16342" y="1989297"/>
                        <a:ext cx="2564130" cy="61087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919288" y="1268413"/>
          <a:ext cx="309880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" r:id="rId5" imgW="1016000" imgH="203200" progId="Equation.KSEE3">
                  <p:embed/>
                </p:oleObj>
              </mc:Choice>
              <mc:Fallback>
                <p:oleObj name="" r:id="rId5" imgW="10160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19288" y="1268413"/>
                        <a:ext cx="3098800" cy="619125"/>
                      </a:xfrm>
                      <a:prstGeom prst="rect">
                        <a:avLst/>
                      </a:prstGeom>
                      <a:solidFill>
                        <a:srgbClr val="DAEDD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455738" y="1997075"/>
          <a:ext cx="3562350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" r:id="rId7" imgW="1168400" imgH="203200" progId="Equation.KSEE3">
                  <p:embed/>
                </p:oleObj>
              </mc:Choice>
              <mc:Fallback>
                <p:oleObj name="" r:id="rId7" imgW="11684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455738" y="1997075"/>
                        <a:ext cx="3562350" cy="619125"/>
                      </a:xfrm>
                      <a:prstGeom prst="rect">
                        <a:avLst/>
                      </a:prstGeom>
                      <a:solidFill>
                        <a:srgbClr val="DAEDD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1343025" y="3459163"/>
            <a:ext cx="7524750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量词</a:t>
            </a:r>
            <a:r>
              <a:rPr lang="zh-CN" altLang="en-US" sz="2800" b="1">
                <a:latin typeface="黑体" panose="02010609060101010101" charset="-122"/>
                <a:ea typeface="黑体" panose="02010609060101010101" charset="-122"/>
              </a:rPr>
              <a:t>：对</a:t>
            </a:r>
            <a:r>
              <a:rPr lang="zh-CN" altLang="en-US" sz="2800" b="1" u="sng">
                <a:latin typeface="黑体" panose="02010609060101010101" charset="-122"/>
                <a:ea typeface="黑体" panose="02010609060101010101" charset="-122"/>
              </a:rPr>
              <a:t>变量的取值范围</a:t>
            </a:r>
            <a:r>
              <a:rPr lang="zh-CN" altLang="en-US" sz="2800" b="1">
                <a:latin typeface="黑体" panose="02010609060101010101" charset="-122"/>
                <a:ea typeface="黑体" panose="02010609060101010101" charset="-122"/>
              </a:rPr>
              <a:t>进行限定的短语</a:t>
            </a:r>
            <a:endParaRPr lang="zh-CN" altLang="en-US" sz="28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8186738" y="1293813"/>
            <a:ext cx="1728787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假命题</a:t>
            </a:r>
            <a:endParaRPr lang="zh-CN" altLang="en-US" sz="2800" b="1">
              <a:solidFill>
                <a:schemeClr val="accen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186738" y="2033588"/>
            <a:ext cx="1728787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真命题</a:t>
            </a:r>
            <a:endParaRPr lang="zh-CN" altLang="en-US" sz="2800" b="1">
              <a:solidFill>
                <a:schemeClr val="accen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22537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016500" y="2701925"/>
          <a:ext cx="3098800" cy="611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name="" r:id="rId9" imgW="1028700" imgH="203200" progId="Equation.KSEE3">
                  <p:embed/>
                </p:oleObj>
              </mc:Choice>
              <mc:Fallback>
                <p:oleObj name="" r:id="rId9" imgW="10287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016500" y="2701925"/>
                        <a:ext cx="3098800" cy="611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027113" y="2701925"/>
          <a:ext cx="3989387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" r:id="rId11" imgW="1308100" imgH="203200" progId="Equation.KSEE3">
                  <p:embed/>
                </p:oleObj>
              </mc:Choice>
              <mc:Fallback>
                <p:oleObj name="" r:id="rId11" imgW="13081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27113" y="2701925"/>
                        <a:ext cx="3989387" cy="619125"/>
                      </a:xfrm>
                      <a:prstGeom prst="rect">
                        <a:avLst/>
                      </a:prstGeom>
                      <a:solidFill>
                        <a:srgbClr val="DAEDD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8186738" y="2752725"/>
            <a:ext cx="1728787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真命题</a:t>
            </a:r>
            <a:endParaRPr lang="zh-CN" altLang="en-US" sz="2800" b="1">
              <a:solidFill>
                <a:schemeClr val="accen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06563" y="4137025"/>
            <a:ext cx="1757362" cy="11245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全称量词：</a:t>
            </a:r>
            <a:endParaRPr lang="zh-CN" altLang="en-US" sz="28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存在量词：</a:t>
            </a:r>
            <a:endParaRPr lang="zh-CN" altLang="en-US" sz="28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1" name="左大括号 20"/>
          <p:cNvSpPr/>
          <p:nvPr/>
        </p:nvSpPr>
        <p:spPr>
          <a:xfrm>
            <a:off x="1490663" y="4397375"/>
            <a:ext cx="242888" cy="601663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fontAlgn="base"/>
            <a:endParaRPr lang="zh-CN" altLang="en-US" strike="noStrike" noProof="1"/>
          </a:p>
        </p:txBody>
      </p:sp>
      <p:sp>
        <p:nvSpPr>
          <p:cNvPr id="22" name="文本框 21"/>
          <p:cNvSpPr txBox="1"/>
          <p:nvPr/>
        </p:nvSpPr>
        <p:spPr>
          <a:xfrm>
            <a:off x="3463925" y="4165600"/>
            <a:ext cx="4911725" cy="5651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>
                <a:latin typeface="黑体" panose="02010609060101010101" charset="-122"/>
                <a:ea typeface="黑体" panose="02010609060101010101" charset="-122"/>
              </a:rPr>
              <a:t>所有的、任意的、任给、每个</a:t>
            </a:r>
            <a:endParaRPr lang="zh-CN" altLang="en-US" sz="28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463925" y="4695825"/>
            <a:ext cx="6240463" cy="5651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800" b="1">
                <a:latin typeface="黑体" panose="02010609060101010101" charset="-122"/>
                <a:ea typeface="黑体" panose="02010609060101010101" charset="-122"/>
              </a:rPr>
              <a:t>存在</a:t>
            </a:r>
            <a:r>
              <a:rPr lang="en-US" altLang="zh-CN" sz="2800" b="1">
                <a:latin typeface="黑体" panose="02010609060101010101" charset="-122"/>
                <a:ea typeface="黑体" panose="02010609060101010101" charset="-122"/>
              </a:rPr>
              <a:t>(</a:t>
            </a:r>
            <a:r>
              <a:rPr lang="zh-CN" altLang="en-US" sz="2800" b="1">
                <a:latin typeface="黑体" panose="02010609060101010101" charset="-122"/>
                <a:ea typeface="黑体" panose="02010609060101010101" charset="-122"/>
              </a:rPr>
              <a:t>一个</a:t>
            </a:r>
            <a:r>
              <a:rPr lang="en-US" altLang="zh-CN" sz="2800" b="1">
                <a:latin typeface="黑体" panose="02010609060101010101" charset="-122"/>
                <a:ea typeface="黑体" panose="02010609060101010101" charset="-122"/>
              </a:rPr>
              <a:t>)</a:t>
            </a:r>
            <a:r>
              <a:rPr lang="zh-CN" altLang="en-US" sz="2800" b="1">
                <a:latin typeface="黑体" panose="02010609060101010101" charset="-122"/>
                <a:ea typeface="黑体" panose="02010609060101010101" charset="-122"/>
              </a:rPr>
              <a:t>、至少有一个、有些</a:t>
            </a:r>
            <a:endParaRPr lang="zh-CN" altLang="en-US" sz="2800" b="1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691563" y="4137025"/>
            <a:ext cx="2847975" cy="11245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全称量词命题</a:t>
            </a:r>
            <a:endParaRPr lang="zh-CN" altLang="en-US" sz="28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存在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量词命题</a:t>
            </a:r>
            <a:endParaRPr lang="zh-CN" altLang="en-US" sz="28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  <p:custDataLst>
      <p:tags r:id="rId13"/>
    </p:custDataLst>
  </p:cSld>
  <p:clrMapOvr>
    <a:masterClrMapping/>
  </p:clrMapOvr>
  <p:transition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479425" y="116840"/>
            <a:ext cx="10722610" cy="70675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4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新知学习</a:t>
            </a:r>
            <a:r>
              <a:rPr lang="en-US" altLang="zh-CN" sz="4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——</a:t>
            </a:r>
            <a:r>
              <a:rPr lang="en-US" altLang="zh-CN" sz="4000" b="1">
                <a:solidFill>
                  <a:schemeClr val="accent1"/>
                </a:solidFill>
                <a:latin typeface="Times New Roman" panose="02020603050405020304" charset="0"/>
                <a:ea typeface="黑体" panose="02010609060101010101" charset="-122"/>
                <a:sym typeface="+mn-ea"/>
              </a:rPr>
              <a:t>全称量词命题与特称量词</a:t>
            </a:r>
            <a:r>
              <a:rPr lang="en-US" altLang="zh-CN" sz="4000" b="1">
                <a:solidFill>
                  <a:schemeClr val="accent1"/>
                </a:solidFill>
                <a:latin typeface="Times New Roman" panose="02020603050405020304" charset="0"/>
                <a:ea typeface="黑体" panose="02010609060101010101" charset="-122"/>
                <a:sym typeface="微软雅黑" panose="020B0503020204020204" charset="-122"/>
              </a:rPr>
              <a:t>命题</a:t>
            </a:r>
            <a:endParaRPr lang="en-US" altLang="zh-CN" sz="4000" b="1" noProof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charset="0"/>
              <a:ea typeface="黑体" panose="02010609060101010101" charset="-122"/>
              <a:cs typeface="+mn-cs"/>
              <a:sym typeface="微软雅黑" panose="020B0503020204020204" charset="-122"/>
            </a:endParaRPr>
          </a:p>
        </p:txBody>
      </p:sp>
      <p:sp>
        <p:nvSpPr>
          <p:cNvPr id="23555" name="文本框 19"/>
          <p:cNvSpPr txBox="1"/>
          <p:nvPr/>
        </p:nvSpPr>
        <p:spPr>
          <a:xfrm>
            <a:off x="1075690" y="1696085"/>
            <a:ext cx="7608570" cy="60769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存在</a:t>
            </a:r>
            <a:r>
              <a:rPr lang="zh-CN" altLang="en-US" sz="2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量词：</a:t>
            </a:r>
            <a:r>
              <a:rPr lang="zh-CN" altLang="en-US" sz="2800" b="1">
                <a:latin typeface="黑体" panose="02010609060101010101" charset="-122"/>
                <a:ea typeface="黑体" panose="02010609060101010101" charset="-122"/>
                <a:sym typeface="+mn-ea"/>
              </a:rPr>
              <a:t>存在</a:t>
            </a:r>
            <a:r>
              <a:rPr lang="en-US" altLang="zh-CN" sz="2800" b="1">
                <a:latin typeface="黑体" panose="02010609060101010101" charset="-122"/>
                <a:ea typeface="黑体" panose="02010609060101010101" charset="-122"/>
                <a:sym typeface="+mn-ea"/>
              </a:rPr>
              <a:t>(</a:t>
            </a:r>
            <a:r>
              <a:rPr lang="zh-CN" altLang="en-US" sz="2800" b="1">
                <a:latin typeface="黑体" panose="02010609060101010101" charset="-122"/>
                <a:ea typeface="黑体" panose="02010609060101010101" charset="-122"/>
                <a:sym typeface="+mn-ea"/>
              </a:rPr>
              <a:t>一个</a:t>
            </a:r>
            <a:r>
              <a:rPr lang="en-US" altLang="zh-CN" sz="2800" b="1">
                <a:latin typeface="黑体" panose="02010609060101010101" charset="-122"/>
                <a:ea typeface="黑体" panose="02010609060101010101" charset="-122"/>
                <a:sym typeface="+mn-ea"/>
              </a:rPr>
              <a:t>)</a:t>
            </a:r>
            <a:r>
              <a:rPr lang="zh-CN" altLang="en-US" sz="2800" b="1">
                <a:latin typeface="黑体" panose="02010609060101010101" charset="-122"/>
                <a:ea typeface="黑体" panose="02010609060101010101" charset="-122"/>
                <a:sym typeface="+mn-ea"/>
              </a:rPr>
              <a:t>、至少有一个、有些</a:t>
            </a:r>
            <a:endParaRPr lang="zh-CN" altLang="en-US" sz="28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75690" y="2381885"/>
            <a:ext cx="7523163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含有变量</a:t>
            </a:r>
            <a:r>
              <a:rPr lang="en-US" altLang="zh-CN" sz="2800" b="1" i="1">
                <a:latin typeface="Times New Roman" panose="02020603050405020304" charset="0"/>
                <a:ea typeface="黑体" panose="02010609060101010101" charset="-122"/>
              </a:rPr>
              <a:t>x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的语句用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p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x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)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，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q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x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)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，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r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(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x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)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，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…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表示</a:t>
            </a:r>
            <a:endParaRPr lang="zh-CN" altLang="en-US" sz="2800" b="1">
              <a:latin typeface="Times New Roman" panose="02020603050405020304" charset="0"/>
              <a:ea typeface="黑体" panose="0201060906010101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75690" y="2981960"/>
            <a:ext cx="537527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将变量</a:t>
            </a:r>
            <a:r>
              <a:rPr lang="en-US" altLang="zh-CN" sz="2800" b="1" i="1">
                <a:latin typeface="Times New Roman" panose="02020603050405020304" charset="0"/>
                <a:ea typeface="黑体" panose="02010609060101010101" charset="-122"/>
              </a:rPr>
              <a:t>x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的范围用集合</a:t>
            </a:r>
            <a:r>
              <a:rPr lang="en-US" altLang="zh-CN" sz="2800" b="1" i="1">
                <a:solidFill>
                  <a:srgbClr val="FF0000"/>
                </a:solidFill>
                <a:latin typeface="Times New Roman" panose="02020603050405020304" charset="0"/>
                <a:ea typeface="黑体" panose="02010609060101010101" charset="-122"/>
              </a:rPr>
              <a:t>M</a:t>
            </a:r>
            <a:r>
              <a:rPr lang="zh-CN" altLang="en-US" sz="2800" b="1">
                <a:latin typeface="Times New Roman" panose="02020603050405020304" charset="0"/>
                <a:ea typeface="黑体" panose="02010609060101010101" charset="-122"/>
              </a:rPr>
              <a:t>表示</a:t>
            </a:r>
            <a:endParaRPr lang="zh-CN" altLang="en-US" sz="2800" b="1">
              <a:latin typeface="Times New Roman" panose="02020603050405020304" charset="0"/>
              <a:ea typeface="黑体" panose="02010609060101010101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1075373" y="4960620"/>
            <a:ext cx="5418136" cy="607757"/>
            <a:chOff x="2017" y="7064"/>
            <a:chExt cx="8532" cy="958"/>
          </a:xfrm>
        </p:grpSpPr>
        <p:sp>
          <p:nvSpPr>
            <p:cNvPr id="23565" name="文本框 17"/>
            <p:cNvSpPr txBox="1"/>
            <p:nvPr/>
          </p:nvSpPr>
          <p:spPr>
            <a:xfrm>
              <a:off x="2017" y="7064"/>
              <a:ext cx="4987" cy="95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800" b="1">
                  <a:solidFill>
                    <a:srgbClr val="0D0D0D"/>
                  </a:solidFill>
                  <a:latin typeface="Times New Roman" panose="02020603050405020304" charset="0"/>
                  <a:ea typeface="黑体" panose="02010609060101010101" charset="-122"/>
                  <a:sym typeface="微软雅黑" panose="020B0503020204020204" charset="-122"/>
                </a:rPr>
                <a:t>1.</a:t>
              </a: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charset="0"/>
                  <a:ea typeface="黑体" panose="02010609060101010101" charset="-122"/>
                  <a:sym typeface="微软雅黑" panose="020B0503020204020204" charset="-122"/>
                </a:rPr>
                <a:t>全称量词命题</a:t>
              </a:r>
              <a:r>
                <a:rPr lang="zh-CN" altLang="en-US" sz="2800" b="1">
                  <a:solidFill>
                    <a:srgbClr val="0D0D0D"/>
                  </a:solidFill>
                  <a:latin typeface="Times New Roman" panose="02020603050405020304" charset="0"/>
                  <a:ea typeface="黑体" panose="02010609060101010101" charset="-122"/>
                  <a:sym typeface="微软雅黑" panose="020B0503020204020204" charset="-122"/>
                </a:rPr>
                <a:t>：</a:t>
              </a:r>
              <a:endParaRPr lang="zh-CN" altLang="en-US" sz="2800" b="1">
                <a:latin typeface="Times New Roman" panose="02020603050405020304" charset="0"/>
                <a:ea typeface="黑体" panose="02010609060101010101" charset="-122"/>
                <a:sym typeface="微软雅黑" panose="020B0503020204020204" charset="-122"/>
              </a:endParaRPr>
            </a:p>
          </p:txBody>
        </p:sp>
        <p:graphicFrame>
          <p:nvGraphicFramePr>
            <p:cNvPr id="23566" name="对象 26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6522" y="7089"/>
            <a:ext cx="4027" cy="90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4" name="" r:id="rId1" imgW="901700" imgH="203200" progId="Equation.KSEE3">
                    <p:embed/>
                  </p:oleObj>
                </mc:Choice>
                <mc:Fallback>
                  <p:oleObj name="" r:id="rId1" imgW="901700" imgH="203200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6522" y="7089"/>
                          <a:ext cx="4027" cy="907"/>
                        </a:xfrm>
                        <a:prstGeom prst="rect">
                          <a:avLst/>
                        </a:prstGeom>
                        <a:solidFill>
                          <a:srgbClr val="FBE5D6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" name="组合 30"/>
          <p:cNvGrpSpPr/>
          <p:nvPr/>
        </p:nvGrpSpPr>
        <p:grpSpPr>
          <a:xfrm>
            <a:off x="1067752" y="5661031"/>
            <a:ext cx="5383213" cy="607653"/>
            <a:chOff x="2032" y="8244"/>
            <a:chExt cx="8478" cy="956"/>
          </a:xfrm>
        </p:grpSpPr>
        <p:sp>
          <p:nvSpPr>
            <p:cNvPr id="23568" name="文本框 27"/>
            <p:cNvSpPr txBox="1"/>
            <p:nvPr/>
          </p:nvSpPr>
          <p:spPr>
            <a:xfrm>
              <a:off x="2032" y="8244"/>
              <a:ext cx="4987" cy="95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2800" b="1">
                  <a:solidFill>
                    <a:srgbClr val="0D0D0D"/>
                  </a:solidFill>
                  <a:latin typeface="Times New Roman" panose="02020603050405020304" charset="0"/>
                  <a:ea typeface="黑体" panose="02010609060101010101" charset="-122"/>
                  <a:sym typeface="微软雅黑" panose="020B0503020204020204" charset="-122"/>
                </a:rPr>
                <a:t>2.</a:t>
              </a:r>
              <a:r>
                <a:rPr lang="zh-CN" altLang="en-US" sz="2800" b="1">
                  <a:solidFill>
                    <a:srgbClr val="FF0000"/>
                  </a:solidFill>
                  <a:latin typeface="黑体" panose="02010609060101010101" charset="-122"/>
                  <a:ea typeface="黑体" panose="02010609060101010101" charset="-122"/>
                  <a:sym typeface="+mn-ea"/>
                </a:rPr>
                <a:t>存在</a:t>
              </a:r>
              <a:r>
                <a:rPr lang="en-US" altLang="zh-CN" sz="2800" b="1">
                  <a:solidFill>
                    <a:srgbClr val="FF0000"/>
                  </a:solidFill>
                  <a:latin typeface="Times New Roman" panose="02020603050405020304" charset="0"/>
                  <a:ea typeface="黑体" panose="02010609060101010101" charset="-122"/>
                  <a:sym typeface="微软雅黑" panose="020B0503020204020204" charset="-122"/>
                </a:rPr>
                <a:t>量词命题</a:t>
              </a:r>
              <a:r>
                <a:rPr lang="zh-CN" altLang="en-US" sz="2800" b="1">
                  <a:solidFill>
                    <a:srgbClr val="0D0D0D"/>
                  </a:solidFill>
                  <a:latin typeface="Times New Roman" panose="02020603050405020304" charset="0"/>
                  <a:ea typeface="黑体" panose="02010609060101010101" charset="-122"/>
                  <a:sym typeface="微软雅黑" panose="020B0503020204020204" charset="-122"/>
                </a:rPr>
                <a:t>：</a:t>
              </a:r>
              <a:endParaRPr lang="zh-CN" altLang="en-US" sz="2800" b="1">
                <a:latin typeface="Times New Roman" panose="02020603050405020304" charset="0"/>
                <a:ea typeface="黑体" panose="02010609060101010101" charset="-122"/>
                <a:sym typeface="微软雅黑" panose="020B0503020204020204" charset="-122"/>
              </a:endParaRPr>
            </a:p>
          </p:txBody>
        </p:sp>
        <p:graphicFrame>
          <p:nvGraphicFramePr>
            <p:cNvPr id="23569" name="对象 28">
              <a:hlinkClick r:id="" action="ppaction://ole?verb=0"/>
            </p:cNvPr>
            <p:cNvGraphicFramePr>
              <a:graphicFrameLocks noChangeAspect="1"/>
            </p:cNvGraphicFramePr>
            <p:nvPr/>
          </p:nvGraphicFramePr>
          <p:xfrm>
            <a:off x="6538" y="8268"/>
            <a:ext cx="3972" cy="9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45" name="" r:id="rId3" imgW="889000" imgH="203200" progId="Equation.KSEE3">
                    <p:embed/>
                  </p:oleObj>
                </mc:Choice>
                <mc:Fallback>
                  <p:oleObj name="" r:id="rId3" imgW="889000" imgH="203200" progId="Equation.KSEE3">
                    <p:embed/>
                    <p:pic>
                      <p:nvPicPr>
                        <p:cNvPr id="0" name="OLE substitute image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6538" y="8268"/>
                          <a:ext cx="3972" cy="910"/>
                        </a:xfrm>
                        <a:prstGeom prst="rect">
                          <a:avLst/>
                        </a:prstGeom>
                        <a:solidFill>
                          <a:srgbClr val="FBE5D6"/>
                        </a:solidFill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" name="文本框 6"/>
          <p:cNvSpPr txBox="1"/>
          <p:nvPr/>
        </p:nvSpPr>
        <p:spPr>
          <a:xfrm>
            <a:off x="6816725" y="3860800"/>
            <a:ext cx="3794760" cy="95313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800" b="1">
                <a:solidFill>
                  <a:srgbClr val="C00000"/>
                </a:solidFill>
                <a:latin typeface="黑体" panose="02010609060101010101" charset="-122"/>
                <a:ea typeface="黑体" panose="02010609060101010101" charset="-122"/>
              </a:rPr>
              <a:t>大多数定理、公式、定义都是全称量词命题。</a:t>
            </a:r>
            <a:endParaRPr lang="zh-CN" altLang="en-US" sz="2800" b="1">
              <a:solidFill>
                <a:srgbClr val="C0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75690" y="1052830"/>
            <a:ext cx="7562215" cy="5651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defTabSz="685800">
              <a:lnSpc>
                <a:spcPct val="110000"/>
              </a:lnSpc>
            </a:pPr>
            <a:r>
              <a:rPr lang="zh-CN" altLang="en-US" sz="28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  <a:sym typeface="+mn-ea"/>
              </a:rPr>
              <a:t>全称量词：</a:t>
            </a:r>
            <a:r>
              <a:rPr lang="zh-CN" altLang="en-US" sz="2800" b="1">
                <a:latin typeface="黑体" panose="02010609060101010101" charset="-122"/>
                <a:ea typeface="黑体" panose="02010609060101010101" charset="-122"/>
                <a:sym typeface="+mn-ea"/>
              </a:rPr>
              <a:t>所有的、任意的、任给、每个</a:t>
            </a:r>
            <a:r>
              <a:rPr lang="en-US" altLang="zh-CN" sz="2800" b="1">
                <a:latin typeface="黑体" panose="02010609060101010101" charset="-122"/>
                <a:ea typeface="黑体" panose="02010609060101010101" charset="-122"/>
                <a:sym typeface="+mn-ea"/>
              </a:rPr>
              <a:t>.</a:t>
            </a:r>
            <a:endParaRPr lang="en-US" altLang="zh-CN" sz="2800" b="1">
              <a:latin typeface="黑体" panose="02010609060101010101" charset="-122"/>
              <a:ea typeface="黑体" panose="02010609060101010101" charset="-122"/>
              <a:sym typeface="+mn-ea"/>
            </a:endParaRPr>
          </a:p>
        </p:txBody>
      </p:sp>
      <p:graphicFrame>
        <p:nvGraphicFramePr>
          <p:cNvPr id="2" name="对象 2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790741" y="1078184"/>
          <a:ext cx="1622980" cy="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6" name="" r:id="rId5" imgW="609600" imgH="203200" progId="Equation.KSEE3">
                  <p:embed/>
                </p:oleObj>
              </mc:Choice>
              <mc:Fallback>
                <p:oleObj name="" r:id="rId5" imgW="6096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790741" y="1078184"/>
                        <a:ext cx="1622980" cy="540000"/>
                      </a:xfrm>
                      <a:prstGeom prst="rect">
                        <a:avLst/>
                      </a:prstGeom>
                      <a:solidFill>
                        <a:srgbClr val="FBE5D6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2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8040891" y="1740614"/>
          <a:ext cx="15557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" name="" r:id="rId7" imgW="584200" imgH="203200" progId="Equation.KSEE3">
                  <p:embed/>
                </p:oleObj>
              </mc:Choice>
              <mc:Fallback>
                <p:oleObj name="" r:id="rId7" imgW="5842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040891" y="1740614"/>
                        <a:ext cx="1555750" cy="539750"/>
                      </a:xfrm>
                      <a:prstGeom prst="rect">
                        <a:avLst/>
                      </a:prstGeom>
                      <a:solidFill>
                        <a:srgbClr val="FBE5D6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128078" y="3667760"/>
          <a:ext cx="433197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8" name="" r:id="rId9" imgW="1612900" imgH="203200" progId="Equation.KSEE3">
                  <p:embed/>
                </p:oleObj>
              </mc:Choice>
              <mc:Fallback>
                <p:oleObj name="" r:id="rId9" imgW="16129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28078" y="3667760"/>
                        <a:ext cx="4331970" cy="53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圆角矩形 6"/>
          <p:cNvSpPr/>
          <p:nvPr/>
        </p:nvSpPr>
        <p:spPr>
          <a:xfrm>
            <a:off x="2208530" y="3637915"/>
            <a:ext cx="860425" cy="57594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" name="对象 2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496388" y="4292362"/>
          <a:ext cx="405765" cy="438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name="" r:id="rId11" imgW="152400" imgH="165100" progId="Equation.KSEE3">
                  <p:embed/>
                </p:oleObj>
              </mc:Choice>
              <mc:Fallback>
                <p:oleObj name="" r:id="rId11" imgW="152400" imgH="1651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496388" y="4292362"/>
                        <a:ext cx="405765" cy="438785"/>
                      </a:xfrm>
                      <a:prstGeom prst="rect">
                        <a:avLst/>
                      </a:prstGeom>
                      <a:solidFill>
                        <a:srgbClr val="FBE5D6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圆角矩形 11"/>
          <p:cNvSpPr/>
          <p:nvPr/>
        </p:nvSpPr>
        <p:spPr>
          <a:xfrm>
            <a:off x="3426460" y="3637915"/>
            <a:ext cx="869950" cy="57594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3" name="对象 2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3288868" y="4288552"/>
          <a:ext cx="1149985" cy="4387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0" name="" r:id="rId13" imgW="431800" imgH="165100" progId="Equation.KSEE3">
                  <p:embed/>
                </p:oleObj>
              </mc:Choice>
              <mc:Fallback>
                <p:oleObj name="" r:id="rId13" imgW="431800" imgH="1651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88868" y="4288552"/>
                        <a:ext cx="1149985" cy="438785"/>
                      </a:xfrm>
                      <a:prstGeom prst="rect">
                        <a:avLst/>
                      </a:prstGeom>
                      <a:solidFill>
                        <a:srgbClr val="FBE5D6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2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4536643" y="4244737"/>
          <a:ext cx="913765" cy="540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name="" r:id="rId15" imgW="342900" imgH="203200" progId="Equation.KSEE3">
                  <p:embed/>
                </p:oleObj>
              </mc:Choice>
              <mc:Fallback>
                <p:oleObj name="" r:id="rId15" imgW="3429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536643" y="4244737"/>
                        <a:ext cx="913765" cy="540385"/>
                      </a:xfrm>
                      <a:prstGeom prst="rect">
                        <a:avLst/>
                      </a:prstGeom>
                      <a:solidFill>
                        <a:srgbClr val="FBE5D6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圆角矩形 18"/>
          <p:cNvSpPr/>
          <p:nvPr/>
        </p:nvSpPr>
        <p:spPr>
          <a:xfrm>
            <a:off x="4445000" y="3637915"/>
            <a:ext cx="869950" cy="57594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0" name="对象 1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600826" y="4977765"/>
          <a:ext cx="3138805" cy="574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" r:id="rId17" imgW="1168400" imgH="215900" progId="Equation.KSEE3">
                  <p:embed/>
                </p:oleObj>
              </mc:Choice>
              <mc:Fallback>
                <p:oleObj name="" r:id="rId17" imgW="11684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600826" y="4977765"/>
                        <a:ext cx="3138805" cy="57404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600826" y="5715318"/>
          <a:ext cx="4196715" cy="540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" name="" r:id="rId19" imgW="1562100" imgH="203200" progId="Equation.KSEE3">
                  <p:embed/>
                </p:oleObj>
              </mc:Choice>
              <mc:Fallback>
                <p:oleObj name="" r:id="rId19" imgW="15621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600826" y="5715318"/>
                        <a:ext cx="4196715" cy="54038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文本框 25"/>
          <p:cNvSpPr txBox="1"/>
          <p:nvPr/>
        </p:nvSpPr>
        <p:spPr>
          <a:xfrm>
            <a:off x="9768523" y="5012373"/>
            <a:ext cx="1728787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假命题</a:t>
            </a:r>
            <a:endParaRPr lang="zh-CN" altLang="en-US" sz="2800" b="1">
              <a:solidFill>
                <a:schemeClr val="accen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10797223" y="5733098"/>
            <a:ext cx="1728787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真命题</a:t>
            </a:r>
            <a:endParaRPr lang="zh-CN" altLang="en-US" sz="2800" b="1">
              <a:solidFill>
                <a:schemeClr val="accen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  <p:custDataLst>
      <p:tags r:id="rId21"/>
    </p:custDataLst>
  </p:cSld>
  <p:clrMapOvr>
    <a:masterClrMapping/>
  </p:clrMapOvr>
  <p:transition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32" grpId="0"/>
      <p:bldP spid="7" grpId="0"/>
      <p:bldP spid="12" grpId="0"/>
      <p:bldP spid="19" grpId="0"/>
      <p:bldP spid="26" grpId="0"/>
      <p:bldP spid="2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479425" y="116840"/>
            <a:ext cx="10338435" cy="70675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4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新知演练</a:t>
            </a:r>
            <a:r>
              <a:rPr lang="en-US" altLang="zh-CN" sz="4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——</a:t>
            </a:r>
            <a:r>
              <a:rPr lang="zh-CN" altLang="en-US" sz="4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命题的改写与真假判断</a:t>
            </a:r>
            <a:endParaRPr lang="zh-CN" altLang="en-US" sz="4000" b="1" noProof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4578" name="对象 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95008" y="1091407"/>
          <a:ext cx="6150610" cy="1223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name="" r:id="rId1" imgW="2298700" imgH="457200" progId="Equation.KSEE3">
                  <p:embed/>
                </p:oleObj>
              </mc:Choice>
              <mc:Fallback>
                <p:oleObj name="" r:id="rId1" imgW="2298700" imgH="457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95008" y="1091407"/>
                        <a:ext cx="6150610" cy="12236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247890" y="1052513"/>
          <a:ext cx="35750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" name="" r:id="rId3" imgW="1346200" imgH="203200" progId="Equation.KSEE3">
                  <p:embed/>
                </p:oleObj>
              </mc:Choice>
              <mc:Fallback>
                <p:oleObj name="" r:id="rId3" imgW="13462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47890" y="1052513"/>
                        <a:ext cx="3575050" cy="539750"/>
                      </a:xfrm>
                      <a:prstGeom prst="rect">
                        <a:avLst/>
                      </a:prstGeom>
                      <a:solidFill>
                        <a:srgbClr val="E2F0D9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95008" y="2371091"/>
          <a:ext cx="6503035" cy="1224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6" name="" r:id="rId5" imgW="2425700" imgH="457200" progId="Equation.KSEE3">
                  <p:embed/>
                </p:oleObj>
              </mc:Choice>
              <mc:Fallback>
                <p:oleObj name="" r:id="rId5" imgW="2425700" imgH="457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5008" y="2371091"/>
                        <a:ext cx="6503035" cy="122491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247890" y="2338546"/>
          <a:ext cx="3121025" cy="570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" name="" r:id="rId7" imgW="1181100" imgH="215900" progId="Equation.KSEE3">
                  <p:embed/>
                </p:oleObj>
              </mc:Choice>
              <mc:Fallback>
                <p:oleObj name="" r:id="rId7" imgW="11811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247890" y="2338546"/>
                        <a:ext cx="3121025" cy="57023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247890" y="3035618"/>
          <a:ext cx="40036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8" name="" r:id="rId9" imgW="1511300" imgH="203200" progId="Equation.KSEE3">
                  <p:embed/>
                </p:oleObj>
              </mc:Choice>
              <mc:Fallback>
                <p:oleObj name="" r:id="rId9" imgW="15113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247890" y="3035618"/>
                        <a:ext cx="4003675" cy="539750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247890" y="1702435"/>
          <a:ext cx="385254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9" name="" r:id="rId11" imgW="1447800" imgH="215900" progId="Equation.KSEE3">
                  <p:embed/>
                </p:oleObj>
              </mc:Choice>
              <mc:Fallback>
                <p:oleObj name="" r:id="rId11" imgW="14478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247890" y="1702435"/>
                        <a:ext cx="3852545" cy="5746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圆角矩形 18"/>
          <p:cNvSpPr/>
          <p:nvPr/>
        </p:nvSpPr>
        <p:spPr>
          <a:xfrm>
            <a:off x="5461000" y="1700530"/>
            <a:ext cx="1270635" cy="57594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7247890" y="1700530"/>
            <a:ext cx="319405" cy="57594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4079875" y="2365375"/>
            <a:ext cx="802005" cy="57594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7247890" y="2359025"/>
            <a:ext cx="288000" cy="54419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2" name="对象 1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220153" y="3860483"/>
          <a:ext cx="7844314" cy="241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0" name="" r:id="rId13" imgW="2971800" imgH="914400" progId="Equation.KSEE3">
                  <p:embed/>
                </p:oleObj>
              </mc:Choice>
              <mc:Fallback>
                <p:oleObj name="" r:id="rId13" imgW="2971800" imgH="9144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220153" y="3860483"/>
                        <a:ext cx="7844314" cy="2412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圆角矩形 13"/>
          <p:cNvSpPr/>
          <p:nvPr/>
        </p:nvSpPr>
        <p:spPr>
          <a:xfrm>
            <a:off x="1292225" y="3893820"/>
            <a:ext cx="802005" cy="46418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1292225" y="4509135"/>
            <a:ext cx="802005" cy="4445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圆角矩形 15"/>
          <p:cNvSpPr/>
          <p:nvPr/>
        </p:nvSpPr>
        <p:spPr>
          <a:xfrm>
            <a:off x="1292225" y="5157470"/>
            <a:ext cx="802005" cy="49022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2495550" y="5732780"/>
            <a:ext cx="802005" cy="53276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8" name="对象 1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396866" y="3872072"/>
          <a:ext cx="3427730" cy="543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1" name="" r:id="rId15" imgW="1282700" imgH="203200" progId="Equation.KSEE3">
                  <p:embed/>
                </p:oleObj>
              </mc:Choice>
              <mc:Fallback>
                <p:oleObj name="" r:id="rId15" imgW="12827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396866" y="3872072"/>
                        <a:ext cx="3427730" cy="543560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396549" y="3836512"/>
          <a:ext cx="4615815" cy="577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2" name="" r:id="rId17" imgW="1727200" imgH="215900" progId="Equation.KSEE3">
                  <p:embed/>
                </p:oleObj>
              </mc:Choice>
              <mc:Fallback>
                <p:oleObj name="" r:id="rId17" imgW="17272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396549" y="3836512"/>
                        <a:ext cx="4615815" cy="577850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文本框 22"/>
          <p:cNvSpPr txBox="1"/>
          <p:nvPr/>
        </p:nvSpPr>
        <p:spPr>
          <a:xfrm>
            <a:off x="11280140" y="1024573"/>
            <a:ext cx="592138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真</a:t>
            </a:r>
            <a:endParaRPr lang="zh-CN" altLang="en-US" sz="32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1280140" y="2314893"/>
            <a:ext cx="590550" cy="5826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假</a:t>
            </a:r>
            <a:endParaRPr lang="zh-CN" altLang="en-US" sz="32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1280140" y="1696403"/>
            <a:ext cx="592138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真</a:t>
            </a:r>
            <a:endParaRPr lang="zh-CN" altLang="en-US" sz="32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11280140" y="3013393"/>
            <a:ext cx="592138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真</a:t>
            </a:r>
            <a:endParaRPr lang="zh-CN" altLang="en-US" sz="32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  <p:custDataLst>
      <p:tags r:id="rId19"/>
    </p:custDataLst>
  </p:cSld>
  <p:clrMapOvr>
    <a:masterClrMapping/>
  </p:clrMapOvr>
  <p:transition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5" grpId="0"/>
      <p:bldP spid="8" grpId="0"/>
      <p:bldP spid="10" grpId="0"/>
      <p:bldP spid="14" grpId="0"/>
      <p:bldP spid="15" grpId="0"/>
      <p:bldP spid="16" grpId="0"/>
      <p:bldP spid="17" grpId="0"/>
      <p:bldP spid="23" grpId="0"/>
      <p:bldP spid="24" grpId="0"/>
      <p:bldP spid="25" grpId="0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479425" y="116840"/>
            <a:ext cx="9852025" cy="70675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4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新知演练</a:t>
            </a:r>
            <a:r>
              <a:rPr lang="en-US" altLang="zh-CN" sz="4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——</a:t>
            </a:r>
            <a:r>
              <a:rPr lang="zh-CN" altLang="en-US" sz="4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命题的真假判断</a:t>
            </a:r>
            <a:r>
              <a:rPr lang="en-US" altLang="zh-CN" sz="4000" b="1" noProof="1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(P28)</a:t>
            </a:r>
            <a:endParaRPr lang="en-US" altLang="zh-CN" sz="4000" b="1" noProof="1"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570" y="1045845"/>
            <a:ext cx="7726696" cy="529200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5562600" y="3068638"/>
            <a:ext cx="592138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假</a:t>
            </a:r>
            <a:endParaRPr lang="zh-CN" altLang="en-US" sz="32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095615" y="4581208"/>
            <a:ext cx="592138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真</a:t>
            </a:r>
            <a:endParaRPr lang="zh-CN" altLang="en-US" sz="32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26" name="对象 2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968774" y="5733257"/>
          <a:ext cx="2699889" cy="5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3" name="" r:id="rId2" imgW="1016000" imgH="215900" progId="Equation.KSEE3">
                  <p:embed/>
                </p:oleObj>
              </mc:Choice>
              <mc:Fallback>
                <p:oleObj name="" r:id="rId2" imgW="10160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968774" y="5733257"/>
                        <a:ext cx="2699889" cy="576000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6240145" y="2492058"/>
            <a:ext cx="591185" cy="58356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真</a:t>
            </a:r>
            <a:endParaRPr lang="zh-CN" altLang="en-US" sz="32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12" name="对象 1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608570" y="3667760"/>
          <a:ext cx="2741613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" name="" r:id="rId4" imgW="1028700" imgH="228600" progId="Equation.KSEE3">
                  <p:embed/>
                </p:oleObj>
              </mc:Choice>
              <mc:Fallback>
                <p:oleObj name="" r:id="rId4" imgW="1028700" imgH="2286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608570" y="3667760"/>
                        <a:ext cx="2741613" cy="612775"/>
                      </a:xfrm>
                      <a:prstGeom prst="rect">
                        <a:avLst/>
                      </a:prstGeom>
                      <a:solidFill>
                        <a:schemeClr val="accent3">
                          <a:lumMod val="20000"/>
                          <a:lumOff val="8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91770" y="2553653"/>
            <a:ext cx="1612900" cy="52197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rPr>
              <a:t>平面内的</a:t>
            </a:r>
            <a:endParaRPr lang="zh-CN" altLang="en-US" sz="2800" b="1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84290" y="3077845"/>
            <a:ext cx="485584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2800" b="1">
                <a:solidFill>
                  <a:schemeClr val="accent1"/>
                </a:solidFill>
                <a:latin typeface="黑体" panose="02010609060101010101" charset="-122"/>
                <a:ea typeface="黑体" panose="02010609060101010101" charset="-122"/>
              </a:rPr>
              <a:t>非负数才有算术平方根</a:t>
            </a:r>
            <a:endParaRPr lang="zh-CN" altLang="en-US" sz="2800" b="1">
              <a:solidFill>
                <a:schemeClr val="accent1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60235" y="3643948"/>
            <a:ext cx="592138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假</a:t>
            </a:r>
            <a:endParaRPr lang="zh-CN" altLang="en-US" sz="32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92035" y="5157153"/>
            <a:ext cx="592138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假</a:t>
            </a:r>
            <a:endParaRPr lang="zh-CN" altLang="en-US" sz="32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003415" y="5740718"/>
            <a:ext cx="592138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真</a:t>
            </a:r>
            <a:endParaRPr lang="zh-CN" altLang="en-US" sz="32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1847850" y="3644265"/>
            <a:ext cx="5112385" cy="5040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1734820" y="5236845"/>
            <a:ext cx="5503545" cy="50419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6"/>
    </p:custDataLst>
  </p:cSld>
  <p:clrMapOvr>
    <a:masterClrMapping/>
  </p:clrMapOvr>
  <p:transition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3" grpId="0"/>
      <p:bldP spid="10" grpId="0"/>
      <p:bldP spid="3" grpId="0"/>
      <p:bldP spid="4" grpId="0"/>
      <p:bldP spid="6" grpId="0"/>
      <p:bldP spid="7" grpId="0"/>
      <p:bldP spid="8" grpId="0"/>
      <p:bldP spid="19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/>
        </p:nvSpPr>
        <p:spPr>
          <a:xfrm>
            <a:off x="479425" y="116840"/>
            <a:ext cx="9852025" cy="70675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4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新知演练</a:t>
            </a:r>
            <a:r>
              <a:rPr lang="en-US" altLang="zh-CN" sz="4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——</a:t>
            </a:r>
            <a:r>
              <a:rPr lang="zh-CN" altLang="en-US" sz="4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命题的真假判断</a:t>
            </a:r>
            <a:r>
              <a:rPr lang="en-US" altLang="zh-CN" sz="4000" b="1" noProof="1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(P28)</a:t>
            </a:r>
            <a:endParaRPr lang="en-US" altLang="zh-CN" sz="4000" b="1" noProof="1"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aphicFrame>
        <p:nvGraphicFramePr>
          <p:cNvPr id="5" name="对象 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95736" y="980309"/>
          <a:ext cx="9281795" cy="575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5" name="" r:id="rId1" imgW="3492500" imgH="215900" progId="Equation.KSEE3">
                  <p:embed/>
                </p:oleObj>
              </mc:Choice>
              <mc:Fallback>
                <p:oleObj name="" r:id="rId1" imgW="34925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95736" y="980309"/>
                        <a:ext cx="9281795" cy="5759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96054" y="1700399"/>
          <a:ext cx="7595722" cy="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" name="" r:id="rId3" imgW="3048000" imgH="215900" progId="Equation.KSEE3">
                  <p:embed/>
                </p:oleObj>
              </mc:Choice>
              <mc:Fallback>
                <p:oleObj name="" r:id="rId3" imgW="30480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6054" y="1700399"/>
                        <a:ext cx="7595722" cy="540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641251" y="2348099"/>
          <a:ext cx="4906439" cy="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7" name="" r:id="rId5" imgW="1968500" imgH="215900" progId="Equation.KSEE3">
                  <p:embed/>
                </p:oleObj>
              </mc:Choice>
              <mc:Fallback>
                <p:oleObj name="" r:id="rId5" imgW="19685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41251" y="2348099"/>
                        <a:ext cx="4906439" cy="5400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8" name="直接连接符 17"/>
          <p:cNvCxnSpPr/>
          <p:nvPr/>
        </p:nvCxnSpPr>
        <p:spPr>
          <a:xfrm>
            <a:off x="1641475" y="1580515"/>
            <a:ext cx="826198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2639695" y="2235835"/>
            <a:ext cx="5819775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对象 20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641569" y="2984052"/>
          <a:ext cx="4675279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" name="" r:id="rId7" imgW="1892300" imgH="203200" progId="Equation.KSEE3">
                  <p:embed/>
                </p:oleObj>
              </mc:Choice>
              <mc:Fallback>
                <p:oleObj name="" r:id="rId7" imgW="18923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41569" y="2984052"/>
                        <a:ext cx="4675279" cy="50400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064479" y="3505387"/>
          <a:ext cx="3313349" cy="5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" name="" r:id="rId9" imgW="1320165" imgH="228600" progId="Equation.KSEE3">
                  <p:embed/>
                </p:oleObj>
              </mc:Choice>
              <mc:Fallback>
                <p:oleObj name="" r:id="rId9" imgW="1320165" imgH="2286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064479" y="3505387"/>
                        <a:ext cx="3313349" cy="57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5304249" y="3541387"/>
          <a:ext cx="1692969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" name="" r:id="rId11" imgW="685800" imgH="203200" progId="Equation.KSEE3">
                  <p:embed/>
                </p:oleObj>
              </mc:Choice>
              <mc:Fallback>
                <p:oleObj name="" r:id="rId11" imgW="6858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5304249" y="3541387"/>
                        <a:ext cx="1692969" cy="504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996842" y="3505387"/>
          <a:ext cx="2006420" cy="5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" name="" r:id="rId13" imgW="800100" imgH="228600" progId="Equation.KSEE3">
                  <p:embed/>
                </p:oleObj>
              </mc:Choice>
              <mc:Fallback>
                <p:oleObj name="" r:id="rId13" imgW="800100" imgH="2286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996842" y="3505387"/>
                        <a:ext cx="2006420" cy="57600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054637" y="4077522"/>
          <a:ext cx="5554879" cy="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2" name="" r:id="rId15" imgW="2234565" imgH="215900" progId="Equation.KSEE3">
                  <p:embed/>
                </p:oleObj>
              </mc:Choice>
              <mc:Fallback>
                <p:oleObj name="" r:id="rId15" imgW="2234565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054637" y="4077522"/>
                        <a:ext cx="5554879" cy="540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1632044" y="4729032"/>
          <a:ext cx="5146229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3" name="" r:id="rId17" imgW="2082800" imgH="203200" progId="Equation.KSEE3">
                  <p:embed/>
                </p:oleObj>
              </mc:Choice>
              <mc:Fallback>
                <p:oleObj name="" r:id="rId17" imgW="20828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632044" y="4729032"/>
                        <a:ext cx="5146229" cy="50400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" name="对象 37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064161" y="5277990"/>
          <a:ext cx="4558252" cy="5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4" name="" r:id="rId19" imgW="1816100" imgH="228600" progId="Equation.KSEE3">
                  <p:embed/>
                </p:oleObj>
              </mc:Choice>
              <mc:Fallback>
                <p:oleObj name="" r:id="rId19" imgW="1816100" imgH="2286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064161" y="5277990"/>
                        <a:ext cx="4558252" cy="57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6622192" y="5312280"/>
          <a:ext cx="2226442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" name="" r:id="rId21" imgW="901700" imgH="203200" progId="Equation.KSEE3">
                  <p:embed/>
                </p:oleObj>
              </mc:Choice>
              <mc:Fallback>
                <p:oleObj name="" r:id="rId21" imgW="9017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6622192" y="5312280"/>
                        <a:ext cx="2226442" cy="504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8848502" y="5301802"/>
          <a:ext cx="2643493" cy="5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6" name="" r:id="rId23" imgW="1054100" imgH="228600" progId="Equation.KSEE3">
                  <p:embed/>
                </p:oleObj>
              </mc:Choice>
              <mc:Fallback>
                <p:oleObj name="" r:id="rId23" imgW="1054100" imgH="2286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8848502" y="5301802"/>
                        <a:ext cx="2643493" cy="57600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054637" y="5814882"/>
          <a:ext cx="5554879" cy="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7" name="" r:id="rId25" imgW="2234565" imgH="215900" progId="Equation.KSEE3">
                  <p:embed/>
                </p:oleObj>
              </mc:Choice>
              <mc:Fallback>
                <p:oleObj name="" r:id="rId25" imgW="2234565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054637" y="5814882"/>
                        <a:ext cx="5554879" cy="540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6"/>
    </p:custDataLst>
  </p:cSld>
  <p:clrMapOvr>
    <a:masterClrMapping/>
  </p:clrMapOvr>
  <p:transition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框 12"/>
          <p:cNvSpPr txBox="1"/>
          <p:nvPr/>
        </p:nvSpPr>
        <p:spPr>
          <a:xfrm>
            <a:off x="479425" y="116840"/>
            <a:ext cx="9852025" cy="70675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lstStyle/>
          <a:p>
            <a:r>
              <a:rPr lang="zh-CN" altLang="en-US" sz="4000" b="1" noProof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课后习题选讲</a:t>
            </a:r>
            <a:endParaRPr lang="zh-CN" altLang="en-US" sz="4000" b="1" noProof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aphicFrame>
        <p:nvGraphicFramePr>
          <p:cNvPr id="42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848195" y="1124792"/>
          <a:ext cx="8316845" cy="57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8" name="" r:id="rId1" imgW="3314700" imgH="228600" progId="Equation.KSEE3">
                  <p:embed/>
                </p:oleObj>
              </mc:Choice>
              <mc:Fallback>
                <p:oleObj name="" r:id="rId1" imgW="3314700" imgH="2286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48195" y="1124792"/>
                        <a:ext cx="8316845" cy="576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8328660" y="1134745"/>
            <a:ext cx="59118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假</a:t>
            </a:r>
            <a:endParaRPr lang="zh-CN" altLang="en-US" sz="32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14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064028" y="1773154"/>
          <a:ext cx="4939030" cy="544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9" name="" r:id="rId3" imgW="1968500" imgH="215900" progId="Equation.KSEE3">
                  <p:embed/>
                </p:oleObj>
              </mc:Choice>
              <mc:Fallback>
                <p:oleObj name="" r:id="rId3" imgW="19685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64028" y="1773154"/>
                        <a:ext cx="4939030" cy="54419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136418" y="2492927"/>
          <a:ext cx="5481320" cy="576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0" name="" r:id="rId5" imgW="2184400" imgH="228600" progId="Equation.KSEE3">
                  <p:embed/>
                </p:oleObj>
              </mc:Choice>
              <mc:Fallback>
                <p:oleObj name="" r:id="rId5" imgW="2184400" imgH="2286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36418" y="2492927"/>
                        <a:ext cx="5481320" cy="5765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608530" y="2492927"/>
          <a:ext cx="2836545" cy="544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1" name="" r:id="rId7" imgW="1130300" imgH="215900" progId="Equation.KSEE3">
                  <p:embed/>
                </p:oleObj>
              </mc:Choice>
              <mc:Fallback>
                <p:oleObj name="" r:id="rId7" imgW="11303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608530" y="2492927"/>
                        <a:ext cx="2836545" cy="54483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136418" y="3069507"/>
          <a:ext cx="8956040" cy="576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2" name="" r:id="rId9" imgW="3568700" imgH="228600" progId="Equation.KSEE3">
                  <p:embed/>
                </p:oleObj>
              </mc:Choice>
              <mc:Fallback>
                <p:oleObj name="" r:id="rId9" imgW="3568700" imgH="2286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136418" y="3069507"/>
                        <a:ext cx="8956040" cy="57658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496463" y="3677837"/>
          <a:ext cx="2868930" cy="544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3" name="" r:id="rId11" imgW="1143000" imgH="215900" progId="Equation.KSEE3">
                  <p:embed/>
                </p:oleObj>
              </mc:Choice>
              <mc:Fallback>
                <p:oleObj name="" r:id="rId11" imgW="11430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496463" y="3677837"/>
                        <a:ext cx="2868930" cy="54483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063710" y="4293152"/>
          <a:ext cx="6089015" cy="544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4" name="" r:id="rId13" imgW="2425700" imgH="215900" progId="Equation.KSEE3">
                  <p:embed/>
                </p:oleObj>
              </mc:Choice>
              <mc:Fallback>
                <p:oleObj name="" r:id="rId13" imgW="24257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063710" y="4293152"/>
                        <a:ext cx="6089015" cy="5448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909280" y="4941805"/>
          <a:ext cx="7934325" cy="544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5" name="" r:id="rId15" imgW="3162300" imgH="215900" progId="Equation.KSEE3">
                  <p:embed/>
                </p:oleObj>
              </mc:Choice>
              <mc:Fallback>
                <p:oleObj name="" r:id="rId15" imgW="3162300" imgH="2159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909280" y="4941805"/>
                        <a:ext cx="7934325" cy="54419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文本框 27"/>
          <p:cNvSpPr txBox="1"/>
          <p:nvPr/>
        </p:nvSpPr>
        <p:spPr>
          <a:xfrm>
            <a:off x="7968615" y="4908550"/>
            <a:ext cx="59118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latin typeface="黑体" panose="02010609060101010101" charset="-122"/>
                <a:ea typeface="黑体" panose="02010609060101010101" charset="-122"/>
              </a:rPr>
              <a:t>真</a:t>
            </a:r>
            <a:endParaRPr lang="zh-CN" altLang="en-US" sz="3200" b="1">
              <a:solidFill>
                <a:srgbClr val="FF0000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graphicFrame>
        <p:nvGraphicFramePr>
          <p:cNvPr id="29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136100" y="5517750"/>
          <a:ext cx="5321935" cy="512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" name="" r:id="rId17" imgW="2120900" imgH="203200" progId="Equation.KSEE3">
                  <p:embed/>
                </p:oleObj>
              </mc:Choice>
              <mc:Fallback>
                <p:oleObj name="" r:id="rId17" imgW="21209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136100" y="5517750"/>
                        <a:ext cx="5321935" cy="512445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2136100" y="6093695"/>
          <a:ext cx="5290185" cy="512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7" name="" r:id="rId19" imgW="2108200" imgH="203200" progId="Equation.KSEE3">
                  <p:embed/>
                </p:oleObj>
              </mc:Choice>
              <mc:Fallback>
                <p:oleObj name="" r:id="rId19" imgW="21082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136100" y="6093695"/>
                        <a:ext cx="5290185" cy="512445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20000"/>
                          <a:lumOff val="8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752675" y="6093695"/>
          <a:ext cx="2773045" cy="512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8" name="" r:id="rId21" imgW="1104900" imgH="203200" progId="Equation.KSEE3">
                  <p:embed/>
                </p:oleObj>
              </mc:Choice>
              <mc:Fallback>
                <p:oleObj name="" r:id="rId21" imgW="11049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7752675" y="6093695"/>
                        <a:ext cx="2773045" cy="5124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51">
            <a:hlinkClick r:id="" action="ppaction://ole?verb=0"/>
          </p:cNvPr>
          <p:cNvGraphicFramePr>
            <a:graphicFrameLocks noChangeAspect="1"/>
          </p:cNvGraphicFramePr>
          <p:nvPr/>
        </p:nvGraphicFramePr>
        <p:xfrm>
          <a:off x="7752993" y="5536800"/>
          <a:ext cx="3569970" cy="512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9" name="" r:id="rId23" imgW="1422400" imgH="203200" progId="Equation.KSEE3">
                  <p:embed/>
                </p:oleObj>
              </mc:Choice>
              <mc:Fallback>
                <p:oleObj name="" r:id="rId23" imgW="1422400" imgH="203200" progId="Equation.KSEE3">
                  <p:embed/>
                  <p:pic>
                    <p:nvPicPr>
                      <p:cNvPr id="0" name="OLE substitute image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752993" y="5536800"/>
                        <a:ext cx="3569970" cy="51244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5"/>
    </p:custDataLst>
  </p:cSld>
  <p:clrMapOvr>
    <a:masterClrMapping/>
  </p:clrMapOvr>
  <p:transition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标题 5"/>
          <p:cNvSpPr>
            <a:spLocks noGrp="1"/>
          </p:cNvSpPr>
          <p:nvPr>
            <p:ph type="title"/>
          </p:nvPr>
        </p:nvSpPr>
        <p:spPr>
          <a:xfrm>
            <a:off x="2584450" y="3885565"/>
            <a:ext cx="7221855" cy="1786890"/>
          </a:xfrm>
        </p:spPr>
        <p:txBody>
          <a:bodyPr vert="horz" lIns="90000" tIns="46800" rIns="90000" bIns="0" anchor="b" anchorCtr="0"/>
          <a:lstStyle/>
          <a:p>
            <a:pPr defTabSz="685800">
              <a:buNone/>
            </a:pPr>
            <a:r>
              <a:rPr lang="en-US" altLang="zh-CN" sz="9600" kern="1200" normalizeH="0" baseline="0">
                <a:latin typeface="Arial" panose="020B0604020202020204" pitchFamily="34" charset="0"/>
                <a:ea typeface="汉仪旗黑-85S" panose="00020600040101010101" pitchFamily="18" charset="-122"/>
                <a:cs typeface="+mj-cs"/>
              </a:rPr>
              <a:t>FIGHTING</a:t>
            </a:r>
            <a:endParaRPr lang="en-US" altLang="zh-CN" sz="9600" kern="1200" normalizeH="0" baseline="0">
              <a:latin typeface="Arial" panose="020B0604020202020204" pitchFamily="34" charset="0"/>
              <a:ea typeface="汉仪旗黑-85S" panose="00020600040101010101" pitchFamily="18" charset="-122"/>
              <a:cs typeface="+mj-cs"/>
            </a:endParaRPr>
          </a:p>
        </p:txBody>
      </p:sp>
      <p:pic>
        <p:nvPicPr>
          <p:cNvPr id="26626" name="New picture"/>
          <p:cNvPicPr/>
          <p:nvPr/>
        </p:nvPicPr>
        <p:blipFill>
          <a:blip r:embed="rId1"/>
          <a:stretch>
            <a:fillRect/>
          </a:stretch>
        </p:blipFill>
        <p:spPr>
          <a:xfrm>
            <a:off x="10299700" y="11049000"/>
            <a:ext cx="317500" cy="228600"/>
          </a:xfrm>
          <a:prstGeom prst="cube">
            <a:avLst/>
          </a:prstGeom>
        </p:spPr>
      </p:pic>
    </p:spTree>
    <p:custDataLst>
      <p:tags r:id="rId2"/>
    </p:custDataLst>
  </p:cSld>
  <p:clrMapOvr>
    <a:masterClrMapping/>
  </p:clrMapOvr>
  <p:transition>
    <p:wheel spokes="8"/>
  </p:transition>
</p:sld>
</file>

<file path=ppt/tags/tag1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2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3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4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5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6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7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8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9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10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11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12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3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4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5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6.xml><?xml version="1.0" encoding="utf-8"?>
<p:tagLst xmlns:p="http://schemas.openxmlformats.org/presentationml/2006/main">
  <p:tag name="KSO_WM_BEAUTIFY_FLAG" val="#wm#"/>
  <p:tag name="KSO_WM_SLIDE_BACKGROUND_MASK_FLAG" val="1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2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2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3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3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4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5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5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6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61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62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63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64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65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66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67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68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i*1"/>
  <p:tag name="KSO_WM_UNIT_INDEX" val="1"/>
  <p:tag name="KSO_WM_UNIT_LAYERLEVEL" val="1"/>
  <p:tag name="KSO_WM_UNIT_TYPE" val="i"/>
</p:tagLst>
</file>

<file path=ppt/tags/tag69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i*3"/>
  <p:tag name="KSO_WM_UNIT_INDEX" val="3"/>
  <p:tag name="KSO_WM_UNIT_LAYERLEVEL" val="1"/>
  <p:tag name="KSO_WM_UNIT_TYPE" val="i"/>
</p:tagLst>
</file>

<file path=ppt/tags/tag70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i*4"/>
  <p:tag name="KSO_WM_UNIT_INDEX" val="4"/>
  <p:tag name="KSO_WM_UNIT_LAYERLEVEL" val="1"/>
  <p:tag name="KSO_WM_UNIT_TYPE" val="i"/>
</p:tagLst>
</file>

<file path=ppt/tags/tag71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72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73.xml><?xml version="1.0" encoding="utf-8"?>
<p:tagLst xmlns:p="http://schemas.openxmlformats.org/presentationml/2006/main">
  <p:tag name="KSO_WM_BEAUTIFY_FLAG" val="#wm#"/>
  <p:tag name="KSO_WM_SLIDE_BACKGROUND_TYPE" val="general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2**"/>
  <p:tag name="KSO_WM_UNIT_LAYERLEVEL" val="1"/>
</p:tagLst>
</file>

<file path=ppt/tags/tag74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3*i*1"/>
  <p:tag name="KSO_WM_UNIT_INDEX" val="1"/>
  <p:tag name="KSO_WM_UNIT_LAYERLEVEL" val="1"/>
  <p:tag name="KSO_WM_UNIT_SUBTYPE" val="h"/>
  <p:tag name="KSO_WM_UNIT_TYPE" val="i"/>
</p:tagLst>
</file>

<file path=ppt/tags/tag75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i*1"/>
  <p:tag name="KSO_WM_UNIT_INDEX" val="1"/>
  <p:tag name="KSO_WM_UNIT_LAYERLEVEL" val="1"/>
  <p:tag name="KSO_WM_UNIT_TYPE" val="i"/>
</p:tagLst>
</file>

<file path=ppt/tags/tag76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i*2"/>
  <p:tag name="KSO_WM_UNIT_INDEX" val="2"/>
  <p:tag name="KSO_WM_UNIT_LAYERLEVEL" val="1"/>
  <p:tag name="KSO_WM_UNIT_TYPE" val="i"/>
</p:tagLst>
</file>

<file path=ppt/tags/tag77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78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79.xml><?xml version="1.0" encoding="utf-8"?>
<p:tagLst xmlns:p="http://schemas.openxmlformats.org/presentationml/2006/main">
  <p:tag name="KSO_WM_BEAUTIFY_FLAG" val="#wm#"/>
  <p:tag name="KSO_WM_SLIDE_BACKGROUND_TYPE" val="frame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3**"/>
  <p:tag name="KSO_WM_UNIT_LAYERLEVEL" val="1"/>
</p:tagLst>
</file>

<file path=ppt/tags/tag80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i*1"/>
  <p:tag name="KSO_WM_UNIT_INDEX" val="1"/>
  <p:tag name="KSO_WM_UNIT_LAYERLEVEL" val="1"/>
  <p:tag name="KSO_WM_UNIT_TYPE" val="i"/>
</p:tagLst>
</file>

<file path=ppt/tags/tag81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4*i*1"/>
  <p:tag name="KSO_WM_UNIT_INDEX" val="1"/>
  <p:tag name="KSO_WM_UNIT_LAYERLEVEL" val="1"/>
  <p:tag name="KSO_WM_UNIT_SUBTYPE" val="h"/>
  <p:tag name="KSO_WM_UNIT_TYPE" val="i"/>
</p:tagLst>
</file>

<file path=ppt/tags/tag82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83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84.xml><?xml version="1.0" encoding="utf-8"?>
<p:tagLst xmlns:p="http://schemas.openxmlformats.org/presentationml/2006/main">
  <p:tag name="KSO_WM_BEAUTIFY_FLAG" val="#wm#"/>
  <p:tag name="KSO_WM_SLIDE_BACKGROUND_TYPE" val="leftRigh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4**"/>
  <p:tag name="KSO_WM_UNIT_LAYERLEVEL" val="1"/>
</p:tagLst>
</file>

<file path=ppt/tags/tag85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i*1"/>
  <p:tag name="KSO_WM_UNIT_INDEX" val="1"/>
  <p:tag name="KSO_WM_UNIT_LAYERLEVEL" val="1"/>
  <p:tag name="KSO_WM_UNIT_TYPE" val="i"/>
</p:tagLst>
</file>

<file path=ppt/tags/tag86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5*i*1"/>
  <p:tag name="KSO_WM_UNIT_INDEX" val="1"/>
  <p:tag name="KSO_WM_UNIT_LAYERLEVEL" val="1"/>
  <p:tag name="KSO_WM_UNIT_SUBTYPE" val="h"/>
  <p:tag name="KSO_WM_UNIT_TYPE" val="i"/>
</p:tagLst>
</file>

<file path=ppt/tags/tag87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88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89.xml><?xml version="1.0" encoding="utf-8"?>
<p:tagLst xmlns:p="http://schemas.openxmlformats.org/presentationml/2006/main">
  <p:tag name="KSO_WM_BEAUTIFY_FLAG" val="#wm#"/>
  <p:tag name="KSO_WM_SLIDE_BACKGROUND_TYPE" val="topBottom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5**"/>
  <p:tag name="KSO_WM_UNIT_LAYERLEVEL" val="1"/>
</p:tagLst>
</file>

<file path=ppt/tags/tag90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i*1"/>
  <p:tag name="KSO_WM_UNIT_INDEX" val="1"/>
  <p:tag name="KSO_WM_UNIT_LAYERLEVEL" val="1"/>
  <p:tag name="KSO_WM_UNIT_TYPE" val="i"/>
</p:tagLst>
</file>

<file path=ppt/tags/tag91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6*i*1"/>
  <p:tag name="KSO_WM_UNIT_INDEX" val="1"/>
  <p:tag name="KSO_WM_UNIT_LAYERLEVEL" val="1"/>
  <p:tag name="KSO_WM_UNIT_SUBTYPE" val="h"/>
  <p:tag name="KSO_WM_UNIT_TYPE" val="i"/>
</p:tagLst>
</file>

<file path=ppt/tags/tag92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93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94.xml><?xml version="1.0" encoding="utf-8"?>
<p:tagLst xmlns:p="http://schemas.openxmlformats.org/presentationml/2006/main">
  <p:tag name="KSO_WM_BEAUTIFY_FLAG" val="#wm#"/>
  <p:tag name="KSO_WM_SLIDE_BACKGROUND_TYPE" val="bottomTop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6**"/>
  <p:tag name="KSO_WM_UNIT_LAYERLEVEL" val="1"/>
</p:tagLst>
</file>

<file path=ppt/tags/tag95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7*i*1"/>
  <p:tag name="KSO_WM_UNIT_INDEX" val="1"/>
  <p:tag name="KSO_WM_UNIT_LAYERLEVEL" val="1"/>
  <p:tag name="KSO_WM_UNIT_SUBTYPE" val="h"/>
  <p:tag name="KSO_WM_UNIT_TYPE" val="i"/>
</p:tagLst>
</file>

<file path=ppt/tags/tag96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97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98.xml><?xml version="1.0" encoding="utf-8"?>
<p:tagLst xmlns:p="http://schemas.openxmlformats.org/presentationml/2006/main">
  <p:tag name="KSO_WM_BEAUTIFY_FLAG" val="#wm#"/>
  <p:tag name="KSO_WM_SLIDE_BACKGROUND_TYPE" val="navigation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7**"/>
  <p:tag name="KSO_WM_UNIT_LAYERLEVEL" val="1"/>
</p:tagLst>
</file>

<file path=ppt/tags/tag99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BK_DARK_LIGHT" val="2"/>
  <p:tag name="KSO_WM_UNIT_COMPATIBLE" val="0"/>
  <p:tag name="KSO_WM_UNIT_DIAGRAM_ISNUMVISUAL" val="0"/>
  <p:tag name="KSO_WM_UNIT_DIAGRAM_ISREFERUNIT" val="0"/>
  <p:tag name="KSO_WM_UNIT_HIGHLIGHT" val="0"/>
  <p:tag name="KSO_WM_UNIT_ID" val="_18*i*1"/>
  <p:tag name="KSO_WM_UNIT_INDEX" val="1"/>
  <p:tag name="KSO_WM_UNIT_LAYERLEVEL" val="1"/>
  <p:tag name="KSO_WM_UNIT_SUBTYPE" val="h"/>
  <p:tag name="KSO_WM_UNIT_TYPE" val="i"/>
</p:tagLst>
</file>

<file path=ppt/tags/tag100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i*2"/>
  <p:tag name="KSO_WM_UNIT_INDEX" val="2"/>
  <p:tag name="KSO_WM_UNIT_LAYERLEVEL" val="1"/>
  <p:tag name="KSO_WM_UNIT_TYPE" val="i"/>
</p:tagLst>
</file>

<file path=ppt/tags/tag101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i*3"/>
  <p:tag name="KSO_WM_UNIT_INDEX" val="3"/>
  <p:tag name="KSO_WM_UNIT_LAYERLEVEL" val="1"/>
  <p:tag name="KSO_WM_UNIT_TYPE" val="i"/>
</p:tagLst>
</file>

<file path=ppt/tags/tag102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i*4"/>
  <p:tag name="KSO_WM_UNIT_INDEX" val="4"/>
  <p:tag name="KSO_WM_UNIT_LAYERLEVEL" val="1"/>
  <p:tag name="KSO_WM_UNIT_TYPE" val="i"/>
</p:tagLst>
</file>

<file path=ppt/tags/tag103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104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105.xml><?xml version="1.0" encoding="utf-8"?>
<p:tagLst xmlns:p="http://schemas.openxmlformats.org/presentationml/2006/main">
  <p:tag name="KSO_WM_BEAUTIFY_FLAG" val="#wm#"/>
  <p:tag name="KSO_WM_SLIDE_BACKGROUND_TYPE" val="belt"/>
  <p:tag name="KSO_WM_SLIDE_BK_DARK_LIGHT" val="2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8**"/>
  <p:tag name="KSO_WM_UNIT_LAYERLEVEL" val="1"/>
</p:tagLst>
</file>

<file path=ppt/tags/tag106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177418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107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177418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108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109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110.xml><?xml version="1.0" encoding="utf-8"?>
<p:tagLst xmlns:p="http://schemas.openxmlformats.org/presentationml/2006/main"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111.xml><?xml version="1.0" encoding="utf-8"?>
<p:tagLst xmlns:p="http://schemas.openxmlformats.org/presentationml/2006/main">
  <p:tag name="KSO_WM_BEAUTIFY_FLAG" val="#wm#"/>
  <p:tag name="KSO_WM_COMBINE_RELATE_SLIDE_ID" val="background20176890_1"/>
  <p:tag name="KSO_WM_TAG_VERSION" val="1.0"/>
  <p:tag name="KSO_WM_TEMPLATE_CATEGORY" val="custom"/>
  <p:tag name="KSO_WM_TEMPLATE_COLOR_TYPE" val="1"/>
  <p:tag name="KSO_WM_TEMPLATE_INDEX" val="20177418"/>
  <p:tag name="KSO_WM_TEMPLATE_MASTER_THUMB_INDEX" val="12"/>
  <p:tag name="KSO_WM_TEMPLATE_MASTER_TYPE" val="1"/>
  <p:tag name="KSO_WM_TEMPLATE_SUBCATEGORY" val="17"/>
  <p:tag name="KSO_WM_TEMPLATE_THUMBS_INDEX" val="1、10、11、25、26、28"/>
</p:tagLst>
</file>

<file path=ppt/tags/tag112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177418"/>
  <p:tag name="KSO_WM_UNIT_COMPATIBLE" val="0"/>
  <p:tag name="KSO_WM_UNIT_DIAGRAM_ISNUMVISUAL" val="0"/>
  <p:tag name="KSO_WM_UNIT_DIAGRAM_ISREFERUNIT" val="0"/>
  <p:tag name="KSO_WM_UNIT_HIGHLIGHT" val="0"/>
  <p:tag name="KSO_WM_UNIT_ID" val="custom20177418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PRESET_TEXT" val="树叶手绘风总结报告"/>
  <p:tag name="KSO_WM_UNIT_TYPE" val="a"/>
  <p:tag name="KSO_WM_UNIT_VALUE" val="10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#wm#"/>
  <p:tag name="KSO_WM_COMBINE_RELATE_SLIDE_ID" val="background20176890_1"/>
  <p:tag name="KSO_WM_SLIDE_ID" val="custom20177418_1"/>
  <p:tag name="KSO_WM_SLIDE_INDEX" val="1"/>
  <p:tag name="KSO_WM_SLIDE_ITEM_CNT" val="0"/>
  <p:tag name="KSO_WM_SLIDE_LAYOUT" val="a_b"/>
  <p:tag name="KSO_WM_SLIDE_LAYOUT_CNT" val="1_3"/>
  <p:tag name="KSO_WM_SLIDE_SUBTYPE" val="pureTxt"/>
  <p:tag name="KSO_WM_SLIDE_TYPE" val="title"/>
  <p:tag name="KSO_WM_SPECIAL_SOURCE" val="bdnull"/>
  <p:tag name="KSO_WM_TAG_VERSION" val="1.0"/>
  <p:tag name="KSO_WM_TEMPLATE_CATEGORY" val="custom"/>
  <p:tag name="KSO_WM_TEMPLATE_COLOR_TYPE" val="1"/>
  <p:tag name="KSO_WM_TEMPLATE_INDEX" val="20177418"/>
  <p:tag name="KSO_WM_TEMPLATE_MASTER_THUMB_INDEX" val="12"/>
  <p:tag name="KSO_WM_TEMPLATE_MASTER_TYPE" val="1"/>
  <p:tag name="KSO_WM_TEMPLATE_SUBCATEGORY" val="17"/>
  <p:tag name="KSO_WM_TEMPLATE_THUMBS_INDEX" val="1、10、11、25、26、28"/>
</p:tagLst>
</file>

<file path=ppt/tags/tag115.xml><?xml version="1.0" encoding="utf-8"?>
<p:tagLst xmlns:p="http://schemas.openxmlformats.org/presentationml/2006/main">
  <p:tag name="KSO_WM_BEAUTIFY_FLAG" val="#wm#"/>
  <p:tag name="KSO_WM_SPECIAL_SOURCE" val="bdnull"/>
  <p:tag name="KSO_WM_TEMPLATE_CATEGORY" val="custom"/>
  <p:tag name="KSO_WM_TEMPLATE_INDEX" val="20177418"/>
</p:tagLst>
</file>

<file path=ppt/tags/tag116.xml><?xml version="1.0" encoding="utf-8"?>
<p:tagLst xmlns:p="http://schemas.openxmlformats.org/presentationml/2006/main">
  <p:tag name="KSO_WM_BEAUTIFY_FLAG" val="#wm#"/>
  <p:tag name="KSO_WM_SPECIAL_SOURCE" val="bdnull"/>
  <p:tag name="KSO_WM_TEMPLATE_CATEGORY" val="custom"/>
  <p:tag name="KSO_WM_TEMPLATE_INDEX" val="20177418"/>
</p:tagLst>
</file>

<file path=ppt/tags/tag117.xml><?xml version="1.0" encoding="utf-8"?>
<p:tagLst xmlns:p="http://schemas.openxmlformats.org/presentationml/2006/main">
  <p:tag name="KSO_WM_BEAUTIFY_FLAG" val="#wm#"/>
  <p:tag name="KSO_WM_SPECIAL_SOURCE" val="bdnull"/>
  <p:tag name="KSO_WM_TEMPLATE_CATEGORY" val="custom"/>
  <p:tag name="KSO_WM_TEMPLATE_INDEX" val="20177418"/>
</p:tagLst>
</file>

<file path=ppt/tags/tag118.xml><?xml version="1.0" encoding="utf-8"?>
<p:tagLst xmlns:p="http://schemas.openxmlformats.org/presentationml/2006/main">
  <p:tag name="KSO_WM_BEAUTIFY_FLAG" val="#wm#"/>
  <p:tag name="KSO_WM_SPECIAL_SOURCE" val="bdnull"/>
  <p:tag name="KSO_WM_TEMPLATE_CATEGORY" val="custom"/>
  <p:tag name="KSO_WM_TEMPLATE_INDEX" val="20177418"/>
</p:tagLst>
</file>

<file path=ppt/tags/tag119.xml><?xml version="1.0" encoding="utf-8"?>
<p:tagLst xmlns:p="http://schemas.openxmlformats.org/presentationml/2006/main">
  <p:tag name="KSO_WM_BEAUTIFY_FLAG" val="#wm#"/>
  <p:tag name="KSO_WM_SPECIAL_SOURCE" val="bdnull"/>
  <p:tag name="KSO_WM_TEMPLATE_CATEGORY" val="custom"/>
  <p:tag name="KSO_WM_TEMPLATE_INDEX" val="20177418"/>
</p:tagLst>
</file>

<file path=ppt/tags/tag120.xml><?xml version="1.0" encoding="utf-8"?>
<p:tagLst xmlns:p="http://schemas.openxmlformats.org/presentationml/2006/main">
  <p:tag name="KSO_WM_BEAUTIFY_FLAG" val="#wm#"/>
  <p:tag name="KSO_WM_SPECIAL_SOURCE" val="bdnull"/>
  <p:tag name="KSO_WM_TEMPLATE_CATEGORY" val="custom"/>
  <p:tag name="KSO_WM_TEMPLATE_INDEX" val="20177418"/>
</p:tagLst>
</file>

<file path=ppt/tags/tag121.xml><?xml version="1.0" encoding="utf-8"?>
<p:tagLst xmlns:p="http://schemas.openxmlformats.org/presentationml/2006/main">
  <p:tag name="KSO_WM_BEAUTIFY_FLAG" val="#wm#"/>
  <p:tag name="KSO_WM_SPECIAL_SOURCE" val="bdnull"/>
  <p:tag name="KSO_WM_TEMPLATE_CATEGORY" val="custom"/>
  <p:tag name="KSO_WM_TEMPLATE_INDEX" val="20177418"/>
</p:tagLst>
</file>

<file path=ppt/tags/tag122.xml><?xml version="1.0" encoding="utf-8"?>
<p:tagLst xmlns:p="http://schemas.openxmlformats.org/presentationml/2006/main">
  <p:tag name="AS_OS" val="Unix 3.10 unknown"/>
  <p:tag name="AS_RELEASE_DATE" val="2020.11.30"/>
  <p:tag name="AS_TITLE" val="Aspose.Slides for Java"/>
  <p:tag name="AS_VERSION" val="20.11"/>
  <p:tag name="COMMONDATA" val="eyJoZGlkIjoiNTMxMzIzY2ZmYTJlMDViNWZlNzkwZDk5ODJjYWJjMzgifQ=="/>
  <p:tag name="commondata" val="eyJoZGlkIjoiMDBjYjA5NWI2NTcxMjEwMDg2NWEwNjE3MjllZTk2ZjkifQ==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Arial"/>
      </a:majorFont>
      <a:minorFont>
        <a:latin typeface="Arial"/>
        <a:ea typeface="宋体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120">
      <a:dk1>
        <a:srgbClr val="000000"/>
      </a:dk1>
      <a:lt1>
        <a:srgbClr val="FFFFFF"/>
      </a:lt1>
      <a:dk2>
        <a:srgbClr val="ECF4EC"/>
      </a:dk2>
      <a:lt2>
        <a:srgbClr val="FFFFFF"/>
      </a:lt2>
      <a:accent1>
        <a:srgbClr val="238C3B"/>
      </a:accent1>
      <a:accent2>
        <a:srgbClr val="508834"/>
      </a:accent2>
      <a:accent3>
        <a:srgbClr val="63822C"/>
      </a:accent3>
      <a:accent4>
        <a:srgbClr val="727C27"/>
      </a:accent4>
      <a:accent5>
        <a:srgbClr val="7E7427"/>
      </a:accent5>
      <a:accent6>
        <a:srgbClr val="896D2A"/>
      </a:accent6>
      <a:hlink>
        <a:srgbClr val="1371ED"/>
      </a:hlink>
      <a:folHlink>
        <a:srgbClr val="B759BC"/>
      </a:folHlink>
    </a:clrScheme>
    <a:fontScheme name="自定义 1">
      <a:majorFont>
        <a:latin typeface="微软雅黑"/>
        <a:ea typeface="汉仪旗黑-85S"/>
        <a:cs typeface="Arial"/>
      </a:majorFont>
      <a:minorFont>
        <a:latin typeface="微软雅黑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440</Words>
  <Application>WPS 演示</Application>
  <PresentationFormat/>
  <Paragraphs>82</Paragraphs>
  <Slides>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52</vt:i4>
      </vt:variant>
      <vt:variant>
        <vt:lpstr>幻灯片标题</vt:lpstr>
      </vt:variant>
      <vt:variant>
        <vt:i4>8</vt:i4>
      </vt:variant>
    </vt:vector>
  </HeadingPairs>
  <TitlesOfParts>
    <vt:vector size="71" baseType="lpstr">
      <vt:lpstr>Arial</vt:lpstr>
      <vt:lpstr>宋体</vt:lpstr>
      <vt:lpstr>Wingdings</vt:lpstr>
      <vt:lpstr>汉仪旗黑-85S</vt:lpstr>
      <vt:lpstr>黑体</vt:lpstr>
      <vt:lpstr>微软雅黑</vt:lpstr>
      <vt:lpstr>Times New Roman</vt:lpstr>
      <vt:lpstr>Arial Unicode MS</vt:lpstr>
      <vt:lpstr>Calibri</vt:lpstr>
      <vt:lpstr>默认设计模板</vt:lpstr>
      <vt:lpstr>1_Office 主题​​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第一章 集合与常用逻辑用语 1.5.1全称量词与存在量词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FIGHTING</vt:lpstr>
    </vt:vector>
  </TitlesOfParts>
  <Company>邦达数学</Company>
  <LinksUpToDate>false</LinksUpToDate>
  <SharedDoc>false</SharedDoc>
  <HyperlinksChanged>false</HyperlinksChanged>
  <AppVersion>14.0000</AppVersion>
  <Manager>邦达数学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邦达数学</dc:title>
  <dc:creator>邦达数学</dc:creator>
  <cp:keywords>邦达数学</cp:keywords>
  <dc:description>邦达数学</dc:description>
  <dc:subject>邦达数学</dc:subject>
  <cp:category>邦达数学</cp:category>
  <cp:lastModifiedBy>林建彬²º¹⁸</cp:lastModifiedBy>
  <cp:revision>3</cp:revision>
  <cp:lastPrinted>2022-07-29T14:43:00Z</cp:lastPrinted>
  <dcterms:created xsi:type="dcterms:W3CDTF">2022-07-29T14:43:00Z</dcterms:created>
  <dcterms:modified xsi:type="dcterms:W3CDTF">2025-02-24T12:27:57Z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D3E8A1B4883348CEB077613FFCB71C55_12</vt:lpwstr>
  </property>
  <property fmtid="{D5CDD505-2E9C-101B-9397-08002B2CF9AE}" pid="3" name="KSOProductBuildVer">
    <vt:lpwstr>2052-12.1.0.20305</vt:lpwstr>
  </property>
</Properties>
</file>