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0" r:id="rId4"/>
    <p:sldMasterId id="2147483681" r:id="rId5"/>
    <p:sldMasterId id="2147483692" r:id="rId6"/>
    <p:sldMasterId id="2147483703" r:id="rId7"/>
    <p:sldMasterId id="2147483714" r:id="rId8"/>
    <p:sldMasterId id="2147483725" r:id="rId9"/>
    <p:sldMasterId id="2147483736" r:id="rId10"/>
    <p:sldMasterId id="2147483747" r:id="rId11"/>
  </p:sldMasterIdLst>
  <p:notesMasterIdLst>
    <p:notesMasterId r:id="rId14"/>
  </p:notesMasterIdLst>
  <p:sldIdLst>
    <p:sldId id="256" r:id="rId12"/>
    <p:sldId id="260" r:id="rId13"/>
    <p:sldId id="259" r:id="rId15"/>
    <p:sldId id="324" r:id="rId16"/>
    <p:sldId id="387" r:id="rId17"/>
    <p:sldId id="388" r:id="rId18"/>
    <p:sldId id="390" r:id="rId19"/>
    <p:sldId id="472" r:id="rId20"/>
    <p:sldId id="473" r:id="rId21"/>
    <p:sldId id="474" r:id="rId22"/>
    <p:sldId id="475" r:id="rId23"/>
    <p:sldId id="476" r:id="rId24"/>
    <p:sldId id="477" r:id="rId25"/>
    <p:sldId id="478" r:id="rId26"/>
    <p:sldId id="479" r:id="rId27"/>
    <p:sldId id="480" r:id="rId28"/>
    <p:sldId id="481" r:id="rId29"/>
    <p:sldId id="482" r:id="rId30"/>
    <p:sldId id="483" r:id="rId31"/>
    <p:sldId id="484" r:id="rId32"/>
    <p:sldId id="485" r:id="rId33"/>
    <p:sldId id="486" r:id="rId34"/>
    <p:sldId id="487" r:id="rId35"/>
  </p:sldIdLst>
  <p:sldSz cx="12192000" cy="6858000"/>
  <p:notesSz cx="6858000" cy="9144000"/>
  <p:custDataLst>
    <p:tags r:id="rId39"/>
  </p:custDataLst>
  <p:defaultTextStyle>
    <a:defPPr>
      <a:defRPr lang="zh-CN"/>
    </a:defPPr>
    <a:lvl1pPr marL="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黑体" panose="02010609060101010101" pitchFamily="49" charset="-122"/>
      </a:defRPr>
    </a:lvl1pPr>
    <a:lvl2pPr marL="4572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黑体" panose="02010609060101010101" pitchFamily="49" charset="-122"/>
      </a:defRPr>
    </a:lvl2pPr>
    <a:lvl3pPr marL="9144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黑体" panose="02010609060101010101" pitchFamily="49" charset="-122"/>
      </a:defRPr>
    </a:lvl3pPr>
    <a:lvl4pPr marL="13716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黑体" panose="02010609060101010101" pitchFamily="49" charset="-122"/>
      </a:defRPr>
    </a:lvl4pPr>
    <a:lvl5pPr marL="1828800" indent="0" algn="l" defTabSz="914400" rtl="0" eaLnBrk="0" fontAlgn="base" hangingPunct="0">
      <a:lnSpc>
        <a:spcPct val="100000"/>
      </a:lnSpc>
      <a:spcBef>
        <a:spcPct val="0"/>
      </a:spcBef>
      <a:spcAft>
        <a:spcPct val="0"/>
      </a:spcAft>
      <a:buClrTx/>
      <a:buSzTx/>
      <a:buFontTx/>
      <a:buNone/>
      <a:defRPr kumimoji="0" sz="1800" b="0" i="0" u="none" baseline="0">
        <a:solidFill>
          <a:schemeClr val="tx1"/>
        </a:solidFill>
        <a:effectLst/>
        <a:latin typeface="Arial" panose="020B0604020202020204" pitchFamily="34" charset="0"/>
        <a:ea typeface="黑体" panose="02010609060101010101" pitchFamily="49" charset="-122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>
      <p:cViewPr varScale="1">
        <p:scale>
          <a:sx n="81" d="100"/>
          <a:sy n="81" d="100"/>
        </p:scale>
        <p:origin x="0" y="0"/>
      </p:cViewPr>
      <p:guideLst/>
    </p:cSldViewPr>
  </p:slideViewPr>
  <p:notesViewPr>
    <p:cSldViewPr>
      <p:cViewPr varScale="1"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9" Type="http://schemas.openxmlformats.org/officeDocument/2006/relationships/tags" Target="tags/tag25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23.xml"/><Relationship Id="rId34" Type="http://schemas.openxmlformats.org/officeDocument/2006/relationships/slide" Target="slides/slide22.xml"/><Relationship Id="rId33" Type="http://schemas.openxmlformats.org/officeDocument/2006/relationships/slide" Target="slides/slide21.xml"/><Relationship Id="rId32" Type="http://schemas.openxmlformats.org/officeDocument/2006/relationships/slide" Target="slides/slide20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0" Type="http://schemas.openxmlformats.org/officeDocument/2006/relationships/slide" Target="slides/slide8.xml"/><Relationship Id="rId2" Type="http://schemas.openxmlformats.org/officeDocument/2006/relationships/theme" Target="theme/theme1.xml"/><Relationship Id="rId19" Type="http://schemas.openxmlformats.org/officeDocument/2006/relationships/slide" Target="slides/slide7.xml"/><Relationship Id="rId18" Type="http://schemas.openxmlformats.org/officeDocument/2006/relationships/slide" Target="slides/slide6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0834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en-US"/>
            </a:defPPr>
            <a:lvl1pPr mar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/>
            <a:endParaRPr lang="en-US" altLang="en-US" sz="1200"/>
          </a:p>
        </p:txBody>
      </p:sp>
      <p:sp>
        <p:nvSpPr>
          <p:cNvPr id="120835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  <a:lvl1pPr marL="0" indent="0" algn="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62EDE7D-A8CE-4F8D-AB51-7FC1BA85D34D}" type="datetime1">
              <a:rPr lang="en-US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en-US" altLang="en-US" sz="1200"/>
          </a:p>
        </p:txBody>
      </p:sp>
      <p:sp>
        <p:nvSpPr>
          <p:cNvPr id="120836" name="幻灯片图像占位符 3"/>
          <p:cNvSpPr>
            <a:spLocks noGrp="1" noRot="1" noChangeAspec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  <a:round/>
          </a:ln>
        </p:spPr>
      </p:sp>
      <p:sp>
        <p:nvSpPr>
          <p:cNvPr id="120837" name="备注占位符 4"/>
          <p:cNvSpPr>
            <a:spLocks noGrp="1" noChangeArrowheads="1"/>
          </p:cNvSpPr>
          <p:nvPr>
            <p:ph type="body" sz="quarter" idx="6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compatLnSpc="1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120838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rtlCol="0"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endParaRPr lang="en-US" altLang="en-US" sz="1200"/>
          </a:p>
        </p:txBody>
      </p:sp>
      <p:sp>
        <p:nvSpPr>
          <p:cNvPr id="120839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numCol="1" anchor="b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DA30964F-9C7E-44DE-9B51-AF1155D2DDC1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21859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21860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DBE1B9FA-93A5-403F-BD55-B273070CC545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2288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22884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87558F1-B1B2-433C-A6EC-11A23DC3EEEB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23907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r>
              <a:rPr lang="zh-CN" altLang="en-US"/>
              <a:t>让学生按例子画韦恩图</a:t>
            </a:r>
            <a:endParaRPr lang="zh-CN" altLang="en-US"/>
          </a:p>
        </p:txBody>
      </p:sp>
      <p:sp>
        <p:nvSpPr>
          <p:cNvPr id="123908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F18294B0-6C04-4FAB-8058-8846347C385A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24931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r>
              <a:rPr lang="zh-CN" altLang="en-US"/>
              <a:t>让学生按例子画韦恩图</a:t>
            </a:r>
            <a:endParaRPr lang="zh-CN" altLang="en-US"/>
          </a:p>
        </p:txBody>
      </p:sp>
      <p:sp>
        <p:nvSpPr>
          <p:cNvPr id="124932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2D1B4301-8F27-4BC3-9622-B68A11E1FAC2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25955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r>
              <a:rPr lang="zh-CN" altLang="en-US"/>
              <a:t>让学生按例子画韦恩图</a:t>
            </a:r>
            <a:endParaRPr lang="zh-CN" altLang="en-US"/>
          </a:p>
        </p:txBody>
      </p:sp>
      <p:sp>
        <p:nvSpPr>
          <p:cNvPr id="125956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249A3F05-7321-4CF0-BDD6-7F6A7139F531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26979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r>
              <a:rPr lang="zh-CN" altLang="en-US"/>
              <a:t>让学生按例子画韦恩图</a:t>
            </a:r>
            <a:endParaRPr lang="zh-CN" altLang="en-US"/>
          </a:p>
        </p:txBody>
      </p:sp>
      <p:sp>
        <p:nvSpPr>
          <p:cNvPr id="126980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8B4E8413-CF5F-4F05-84B3-4475D068A25F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2800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r>
              <a:rPr lang="zh-CN" altLang="en-US"/>
              <a:t>让学生按例子画韦恩图</a:t>
            </a:r>
            <a:endParaRPr lang="zh-CN" altLang="en-US"/>
          </a:p>
        </p:txBody>
      </p:sp>
      <p:sp>
        <p:nvSpPr>
          <p:cNvPr id="128004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41F5FB5F-15FE-4C06-B954-7B04202A98DC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29027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29028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D9C6D9B9-8C53-47FA-8601-6E54BA4AD38C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r>
              <a:rPr lang="zh-CN" altLang="en-US"/>
              <a:t>让学生按例子画韦恩图</a:t>
            </a:r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C3FF1D52-D921-473D-8A6A-14B210AF8393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31075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31076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05F0AF59-7AAC-4D65-B132-F57452355827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32099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32100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CD39B585-5C1E-4AED-B368-BDFCE3A596A3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3312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33124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6316CF08-B1D4-4CED-B46D-6BFEF03C8604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34147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34148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AE840987-B01F-4CD4-BCF2-14B5C9B42C4C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35171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35172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3FB39FE4-61BC-4597-84E8-38E398E86907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36195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36196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05319771-9977-4B08-8D41-0521DBBE37DB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37219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37220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C6BAC4A9-BE8C-4262-A8DB-27F6DCF87B04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3824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38244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6B57FC9-001F-49BF-AF9C-810A155BB7D0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39267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39268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AE86364D-54D4-4FE2-AA65-7EC84BBA4BBC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40291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40292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401D9A59-E0DD-4948-80B7-8C42BC80590B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noFill/>
          <a:ln w="12700">
            <a:miter lim="800000"/>
          </a:ln>
        </p:spPr>
      </p:sp>
      <p:sp>
        <p:nvSpPr>
          <p:cNvPr id="141315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noFill/>
          <a:ln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eaLnBrk="1" hangingPunct="1"/>
            <a:endParaRPr lang="zh-CN" altLang="en-US"/>
          </a:p>
        </p:txBody>
      </p:sp>
      <p:sp>
        <p:nvSpPr>
          <p:cNvPr id="141316" name="灯片编号占位符 3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CCAB0CFF-D708-4741-8E5A-57D5BEE520E2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268" name="图片 7"/>
          <p:cNvPicPr>
            <a:picLocks noChangeAspect="1"/>
          </p:cNvPicPr>
          <p:nvPr/>
        </p:nvPicPr>
        <p:blipFill>
          <a:blip r:embed="rId2"/>
          <a:srcRect l="397" r="-14" b="1678"/>
          <a:stretch>
            <a:fillRect/>
          </a:stretch>
        </p:blipFill>
        <p:spPr>
          <a:xfrm>
            <a:off x="0" y="-3175"/>
            <a:ext cx="12192000" cy="6861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" name="KSO_CT2"/>
          <p:cNvSpPr>
            <a:spLocks noGrp="1"/>
          </p:cNvSpPr>
          <p:nvPr>
            <p:ph type="subTitle" idx="1"/>
          </p:nvPr>
        </p:nvSpPr>
        <p:spPr>
          <a:xfrm>
            <a:off x="1303077" y="3589222"/>
            <a:ext cx="9781289" cy="9504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 smtClean="0"/>
          </a:p>
        </p:txBody>
      </p:sp>
      <p:sp>
        <p:nvSpPr>
          <p:cNvPr id="7" name="KSO_CT1"/>
          <p:cNvSpPr>
            <a:spLocks noGrp="1"/>
          </p:cNvSpPr>
          <p:nvPr>
            <p:ph type="title"/>
          </p:nvPr>
        </p:nvSpPr>
        <p:spPr>
          <a:xfrm>
            <a:off x="1303077" y="2551610"/>
            <a:ext cx="9797441" cy="1001345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1271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0E09533E-755D-426D-A959-B384B5DC4281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1272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127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D718E473-B506-440B-B415-95138D755103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292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456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420800" y="1396800"/>
            <a:ext cx="9336000" cy="5234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</p:txBody>
      </p:sp>
      <p:sp>
        <p:nvSpPr>
          <p:cNvPr id="1229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0C51388A-4720-482E-9F66-C727442853B3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229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22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70054809-57D9-4422-AB69-AA56155FEC2A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316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3317" name="椭圆 6"/>
          <p:cNvSpPr/>
          <p:nvPr/>
        </p:nvSpPr>
        <p:spPr>
          <a:xfrm>
            <a:off x="2133600" y="2951163"/>
            <a:ext cx="863600" cy="649287"/>
          </a:xfrm>
          <a:prstGeom prst="ellipse">
            <a:avLst/>
          </a:prstGeom>
          <a:noFill/>
          <a:ln w="57150">
            <a:solidFill>
              <a:srgbClr val="EA9D83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zh-CN" altLang="en-US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13318" name="椭圆 10"/>
          <p:cNvSpPr/>
          <p:nvPr/>
        </p:nvSpPr>
        <p:spPr>
          <a:xfrm>
            <a:off x="2706688" y="3384550"/>
            <a:ext cx="487362" cy="365125"/>
          </a:xfrm>
          <a:prstGeom prst="ellipse">
            <a:avLst/>
          </a:prstGeom>
          <a:noFill/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en-US" altLang="en-US" sz="13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13319" name="椭圆 8"/>
          <p:cNvSpPr/>
          <p:nvPr/>
        </p:nvSpPr>
        <p:spPr>
          <a:xfrm>
            <a:off x="2503488" y="2768600"/>
            <a:ext cx="298450" cy="223838"/>
          </a:xfrm>
          <a:prstGeom prst="ellipse">
            <a:avLst/>
          </a:prstGeom>
          <a:noFill/>
          <a:ln w="38100">
            <a:solidFill>
              <a:srgbClr val="F2C37D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zh-CN" altLang="en-US" sz="5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/>
          </p:nvPr>
        </p:nvSpPr>
        <p:spPr>
          <a:xfrm>
            <a:off x="3201600" y="2152800"/>
            <a:ext cx="7219200" cy="1235075"/>
          </a:xfrm>
        </p:spPr>
        <p:txBody>
          <a:bodyPr>
            <a:normAutofit/>
          </a:bodyPr>
          <a:lstStyle>
            <a:lvl1pPr algn="just">
              <a:defRPr sz="32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ST2"/>
          <p:cNvSpPr>
            <a:spLocks noGrp="1"/>
          </p:cNvSpPr>
          <p:nvPr>
            <p:ph type="body" idx="1"/>
          </p:nvPr>
        </p:nvSpPr>
        <p:spPr>
          <a:xfrm>
            <a:off x="3192000" y="3409200"/>
            <a:ext cx="7228800" cy="1872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3322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85D08A2C-B6A6-4F68-ABD9-9106410A5EDE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332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332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1D25A3DE-A020-4C51-939E-4EB06306E1A2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340" name="图片 7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360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4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420800" y="1414800"/>
            <a:ext cx="9336000" cy="27360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2400">
                <a:solidFill>
                  <a:schemeClr val="tx1"/>
                </a:solidFill>
              </a:defRPr>
            </a:lvl1pPr>
            <a:lvl2pPr marL="716280" indent="-271780" algn="l">
              <a:buFont typeface="Arial" panose="020B0604020202020204" pitchFamily="34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420800" y="4150800"/>
            <a:ext cx="9336000" cy="25992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630555" indent="-271780" algn="l"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4343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34666650-8E30-490E-AEE1-581A8857269B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4344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434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B6794700-55C2-45CD-ACB5-173A2A7060E0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099435" y="566056"/>
            <a:ext cx="10515599" cy="81030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5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5" y="2200274"/>
            <a:ext cx="5183188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2B6D17AD-0887-4C4D-B2F7-82E705961A76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B1E00F36-AF87-45A1-9EC5-6D8733312A2B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364" name="图片 18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5365" name="菱形 9"/>
          <p:cNvSpPr/>
          <p:nvPr/>
        </p:nvSpPr>
        <p:spPr>
          <a:xfrm>
            <a:off x="248920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15368" name="菱形 10"/>
          <p:cNvGrpSpPr/>
          <p:nvPr/>
        </p:nvGrpSpPr>
        <p:grpSpPr>
          <a:xfrm>
            <a:off x="2640013" y="1901825"/>
            <a:ext cx="1444625" cy="1085850"/>
            <a:chOff x="1663" y="1198"/>
            <a:chExt cx="910" cy="684"/>
          </a:xfrm>
        </p:grpSpPr>
        <p:pic>
          <p:nvPicPr>
            <p:cNvPr id="15366" name="菱形 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15367" name="矩形 15366"/>
            <p:cNvSpPr/>
            <p:nvPr/>
          </p:nvSpPr>
          <p:spPr>
            <a:xfrm>
              <a:off x="189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5369" name="菱形 11"/>
          <p:cNvSpPr/>
          <p:nvPr/>
        </p:nvSpPr>
        <p:spPr>
          <a:xfrm>
            <a:off x="4316413" y="1790700"/>
            <a:ext cx="1746250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15372" name="菱形 12"/>
          <p:cNvGrpSpPr/>
          <p:nvPr/>
        </p:nvGrpSpPr>
        <p:grpSpPr>
          <a:xfrm>
            <a:off x="4468813" y="1901825"/>
            <a:ext cx="1444625" cy="1085850"/>
            <a:chOff x="2815" y="1198"/>
            <a:chExt cx="910" cy="684"/>
          </a:xfrm>
        </p:grpSpPr>
        <p:pic>
          <p:nvPicPr>
            <p:cNvPr id="15370" name="菱形 12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8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15371" name="矩形 15370"/>
            <p:cNvSpPr/>
            <p:nvPr/>
          </p:nvSpPr>
          <p:spPr>
            <a:xfrm>
              <a:off x="304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5373" name="菱形 13"/>
          <p:cNvSpPr/>
          <p:nvPr/>
        </p:nvSpPr>
        <p:spPr>
          <a:xfrm>
            <a:off x="614045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15376" name="菱形 14"/>
          <p:cNvGrpSpPr/>
          <p:nvPr/>
        </p:nvGrpSpPr>
        <p:grpSpPr>
          <a:xfrm>
            <a:off x="6291263" y="1901825"/>
            <a:ext cx="1444625" cy="1085850"/>
            <a:chOff x="3963" y="1198"/>
            <a:chExt cx="910" cy="684"/>
          </a:xfrm>
        </p:grpSpPr>
        <p:pic>
          <p:nvPicPr>
            <p:cNvPr id="15374" name="菱形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9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15375" name="矩形 15374"/>
            <p:cNvSpPr/>
            <p:nvPr/>
          </p:nvSpPr>
          <p:spPr>
            <a:xfrm>
              <a:off x="4191" y="1370"/>
              <a:ext cx="456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5377" name="菱形 15"/>
          <p:cNvSpPr/>
          <p:nvPr/>
        </p:nvSpPr>
        <p:spPr>
          <a:xfrm>
            <a:off x="7967663" y="1790700"/>
            <a:ext cx="1747837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15380" name="菱形 16"/>
          <p:cNvGrpSpPr/>
          <p:nvPr/>
        </p:nvGrpSpPr>
        <p:grpSpPr>
          <a:xfrm>
            <a:off x="8120063" y="1901825"/>
            <a:ext cx="1444625" cy="1085850"/>
            <a:chOff x="5115" y="1198"/>
            <a:chExt cx="910" cy="684"/>
          </a:xfrm>
        </p:grpSpPr>
        <p:pic>
          <p:nvPicPr>
            <p:cNvPr id="15378" name="菱形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1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15379" name="矩形 15378"/>
            <p:cNvSpPr/>
            <p:nvPr/>
          </p:nvSpPr>
          <p:spPr>
            <a:xfrm>
              <a:off x="5342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15381" name="直接连接符 17"/>
          <p:cNvCxnSpPr/>
          <p:nvPr/>
        </p:nvCxnSpPr>
        <p:spPr>
          <a:xfrm>
            <a:off x="3511550" y="4089400"/>
            <a:ext cx="1582738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cxnSp>
        <p:nvCxnSpPr>
          <p:cNvPr id="15382" name="直接连接符 18"/>
          <p:cNvCxnSpPr/>
          <p:nvPr/>
        </p:nvCxnSpPr>
        <p:spPr>
          <a:xfrm>
            <a:off x="7297738" y="4089400"/>
            <a:ext cx="1584325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9200" y="1790700"/>
            <a:ext cx="7226300" cy="1311275"/>
          </a:xfrm>
        </p:spPr>
        <p:txBody>
          <a:bodyPr anchor="ctr"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222172" y="3798000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3222172" y="4367316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Bell MT" panose="02020503060305020303" pitchFamily="18" charset="0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538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D73D3C41-90B6-41CA-B0EB-E4FF332DAAAE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5386" name="页脚占位符 16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5387" name="灯片编号占位符 17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0652D013-8033-4E5A-8801-5F4F01BF582B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6388" name="图片 4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6391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B382929C-90BC-4774-B547-561948823105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6392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639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81F0B49F-F45F-49E8-9D02-1222890B56E2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410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7411" name="矩形 3"/>
          <p:cNvSpPr/>
          <p:nvPr/>
        </p:nvSpPr>
        <p:spPr>
          <a:xfrm>
            <a:off x="1028700" y="2205038"/>
            <a:ext cx="4705350" cy="3740150"/>
          </a:xfrm>
          <a:prstGeom prst="rect">
            <a:avLst/>
          </a:prstGeom>
          <a:solidFill>
            <a:schemeClr val="accent1">
              <a:alpha val="76862"/>
            </a:schemeClr>
          </a:solidFill>
          <a:ln>
            <a:noFill/>
            <a:miter lim="800000"/>
          </a:ln>
        </p:spPr>
        <p:txBody>
          <a:bodyPr lIns="180000" tIns="108000" rIns="180000" bIns="10800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910400" y="569341"/>
            <a:ext cx="8481600" cy="621103"/>
          </a:xfrm>
        </p:spPr>
        <p:txBody>
          <a:bodyPr lIns="0" tIns="0" rIns="0" bIns="0" anchor="ctr">
            <a:normAutofit/>
          </a:bodyPr>
          <a:lstStyle>
            <a:lvl1pPr>
              <a:defRPr sz="37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6048000" y="2206800"/>
            <a:ext cx="4344000" cy="3740400"/>
          </a:xfrm>
        </p:spPr>
        <p:txBody>
          <a:bodyPr vert="horz" wrap="square" lIns="91440" tIns="45720" rIns="91440" bIns="45720" numCol="1" anchor="ctr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027200" y="2206800"/>
            <a:ext cx="4704000" cy="3740400"/>
          </a:xfrm>
          <a:noFill/>
        </p:spPr>
        <p:txBody>
          <a:bodyPr lIns="180000" tIns="108000" rIns="180000" bIns="108000">
            <a:normAutofit/>
          </a:bodyPr>
          <a:lstStyle>
            <a:lvl1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7414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7E8A9B54-9136-4452-8AA1-18488F14880E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7415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7416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A6225C22-38D9-4115-8F75-039B2E5E6225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434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89" y="365125"/>
            <a:ext cx="1182511" cy="5811838"/>
          </a:xfrm>
        </p:spPr>
        <p:txBody>
          <a:bodyPr vert="eaVert">
            <a:normAutofit/>
          </a:bodyPr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841828" y="365125"/>
            <a:ext cx="9205283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843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6A0DA211-3D61-45E8-A41F-6A5C8F3D7EAA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843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843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5DDA30E-13B5-4484-B050-DFEF78D9DFED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2B6D17AD-0887-4C4D-B2F7-82E705961A76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B1E00F36-AF87-45A1-9EC5-6D8733312A2B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9460" name="图片 7"/>
          <p:cNvPicPr>
            <a:picLocks noChangeAspect="1"/>
          </p:cNvPicPr>
          <p:nvPr/>
        </p:nvPicPr>
        <p:blipFill>
          <a:blip r:embed="rId2"/>
          <a:srcRect l="397" r="-14" b="1678"/>
          <a:stretch>
            <a:fillRect/>
          </a:stretch>
        </p:blipFill>
        <p:spPr>
          <a:xfrm>
            <a:off x="0" y="-3175"/>
            <a:ext cx="12192000" cy="6861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" name="KSO_CT2"/>
          <p:cNvSpPr>
            <a:spLocks noGrp="1"/>
          </p:cNvSpPr>
          <p:nvPr>
            <p:ph type="subTitle" idx="1"/>
          </p:nvPr>
        </p:nvSpPr>
        <p:spPr>
          <a:xfrm>
            <a:off x="1303077" y="3589222"/>
            <a:ext cx="9781289" cy="9504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 smtClean="0"/>
          </a:p>
        </p:txBody>
      </p:sp>
      <p:sp>
        <p:nvSpPr>
          <p:cNvPr id="7" name="KSO_CT1"/>
          <p:cNvSpPr>
            <a:spLocks noGrp="1"/>
          </p:cNvSpPr>
          <p:nvPr>
            <p:ph type="title"/>
          </p:nvPr>
        </p:nvSpPr>
        <p:spPr>
          <a:xfrm>
            <a:off x="1303077" y="2551610"/>
            <a:ext cx="9797441" cy="1001345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9463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AB6DBD17-CB7E-4129-9DD5-99CD4494D714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946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946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725875C9-E202-4A6E-BB19-B4AC5769E8D4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484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456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420800" y="1396800"/>
            <a:ext cx="9336000" cy="5234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</p:txBody>
      </p:sp>
      <p:sp>
        <p:nvSpPr>
          <p:cNvPr id="2048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1E2431D7-F0F6-433F-A44C-77876F95847C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048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04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62EDB02D-8DAF-4017-9A2C-3908B5BBDE72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1508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1509" name="椭圆 6"/>
          <p:cNvSpPr/>
          <p:nvPr/>
        </p:nvSpPr>
        <p:spPr>
          <a:xfrm>
            <a:off x="2133600" y="2951163"/>
            <a:ext cx="863600" cy="649287"/>
          </a:xfrm>
          <a:prstGeom prst="ellipse">
            <a:avLst/>
          </a:prstGeom>
          <a:noFill/>
          <a:ln w="57150">
            <a:solidFill>
              <a:srgbClr val="EA9D83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zh-CN" altLang="en-US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1510" name="椭圆 10"/>
          <p:cNvSpPr/>
          <p:nvPr/>
        </p:nvSpPr>
        <p:spPr>
          <a:xfrm>
            <a:off x="2706688" y="3384550"/>
            <a:ext cx="487362" cy="365125"/>
          </a:xfrm>
          <a:prstGeom prst="ellipse">
            <a:avLst/>
          </a:prstGeom>
          <a:noFill/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en-US" altLang="en-US" sz="13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1511" name="椭圆 8"/>
          <p:cNvSpPr/>
          <p:nvPr/>
        </p:nvSpPr>
        <p:spPr>
          <a:xfrm>
            <a:off x="2503488" y="2768600"/>
            <a:ext cx="298450" cy="223838"/>
          </a:xfrm>
          <a:prstGeom prst="ellipse">
            <a:avLst/>
          </a:prstGeom>
          <a:noFill/>
          <a:ln w="38100">
            <a:solidFill>
              <a:srgbClr val="F2C37D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zh-CN" altLang="en-US" sz="5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/>
          </p:nvPr>
        </p:nvSpPr>
        <p:spPr>
          <a:xfrm>
            <a:off x="3201600" y="2152800"/>
            <a:ext cx="7219200" cy="1235075"/>
          </a:xfrm>
        </p:spPr>
        <p:txBody>
          <a:bodyPr>
            <a:normAutofit/>
          </a:bodyPr>
          <a:lstStyle>
            <a:lvl1pPr algn="just">
              <a:defRPr sz="32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ST2"/>
          <p:cNvSpPr>
            <a:spLocks noGrp="1"/>
          </p:cNvSpPr>
          <p:nvPr>
            <p:ph type="body" idx="1"/>
          </p:nvPr>
        </p:nvSpPr>
        <p:spPr>
          <a:xfrm>
            <a:off x="3192000" y="3409200"/>
            <a:ext cx="7228800" cy="1872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151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0EA48B9C-E071-447A-9B8A-B984D43D3F56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151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15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FFD0727-938A-4465-8CCA-0C72ADF355A4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532" name="图片 7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360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4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420800" y="1414800"/>
            <a:ext cx="9336000" cy="27360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2400">
                <a:solidFill>
                  <a:schemeClr val="tx1"/>
                </a:solidFill>
              </a:defRPr>
            </a:lvl1pPr>
            <a:lvl2pPr marL="716280" indent="-271780" algn="l">
              <a:buFont typeface="Arial" panose="020B0604020202020204" pitchFamily="34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420800" y="4150800"/>
            <a:ext cx="9336000" cy="25992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630555" indent="-271780" algn="l"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2253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B5F401D7-5488-4053-8F4D-97B59D116714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253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253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D2A4E0AD-891D-4A49-9C43-DE7EEF483EC8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099435" y="566056"/>
            <a:ext cx="10515599" cy="81030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5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5" y="2200274"/>
            <a:ext cx="5183188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52EA130D-EA6E-49D6-B4D4-817CB1E14369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8E6C09D3-9D2A-4067-99E5-D780E45E1DC3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556" name="图片 18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3557" name="菱形 9"/>
          <p:cNvSpPr/>
          <p:nvPr/>
        </p:nvSpPr>
        <p:spPr>
          <a:xfrm>
            <a:off x="248920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23560" name="菱形 10"/>
          <p:cNvGrpSpPr/>
          <p:nvPr/>
        </p:nvGrpSpPr>
        <p:grpSpPr>
          <a:xfrm>
            <a:off x="2640013" y="1901825"/>
            <a:ext cx="1444625" cy="1085850"/>
            <a:chOff x="1663" y="1198"/>
            <a:chExt cx="910" cy="684"/>
          </a:xfrm>
        </p:grpSpPr>
        <p:pic>
          <p:nvPicPr>
            <p:cNvPr id="23558" name="菱形 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23559" name="矩形 23558"/>
            <p:cNvSpPr/>
            <p:nvPr/>
          </p:nvSpPr>
          <p:spPr>
            <a:xfrm>
              <a:off x="189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23561" name="菱形 11"/>
          <p:cNvSpPr/>
          <p:nvPr/>
        </p:nvSpPr>
        <p:spPr>
          <a:xfrm>
            <a:off x="4316413" y="1790700"/>
            <a:ext cx="1746250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23564" name="菱形 12"/>
          <p:cNvGrpSpPr/>
          <p:nvPr/>
        </p:nvGrpSpPr>
        <p:grpSpPr>
          <a:xfrm>
            <a:off x="4468813" y="1901825"/>
            <a:ext cx="1444625" cy="1085850"/>
            <a:chOff x="2815" y="1198"/>
            <a:chExt cx="910" cy="684"/>
          </a:xfrm>
        </p:grpSpPr>
        <p:pic>
          <p:nvPicPr>
            <p:cNvPr id="23562" name="菱形 12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8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23563" name="矩形 23562"/>
            <p:cNvSpPr/>
            <p:nvPr/>
          </p:nvSpPr>
          <p:spPr>
            <a:xfrm>
              <a:off x="304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23565" name="菱形 13"/>
          <p:cNvSpPr/>
          <p:nvPr/>
        </p:nvSpPr>
        <p:spPr>
          <a:xfrm>
            <a:off x="614045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23568" name="菱形 14"/>
          <p:cNvGrpSpPr/>
          <p:nvPr/>
        </p:nvGrpSpPr>
        <p:grpSpPr>
          <a:xfrm>
            <a:off x="6291263" y="1901825"/>
            <a:ext cx="1444625" cy="1085850"/>
            <a:chOff x="3963" y="1198"/>
            <a:chExt cx="910" cy="684"/>
          </a:xfrm>
        </p:grpSpPr>
        <p:pic>
          <p:nvPicPr>
            <p:cNvPr id="23566" name="菱形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9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23567" name="矩形 23566"/>
            <p:cNvSpPr/>
            <p:nvPr/>
          </p:nvSpPr>
          <p:spPr>
            <a:xfrm>
              <a:off x="4191" y="1370"/>
              <a:ext cx="456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23569" name="菱形 15"/>
          <p:cNvSpPr/>
          <p:nvPr/>
        </p:nvSpPr>
        <p:spPr>
          <a:xfrm>
            <a:off x="7967663" y="1790700"/>
            <a:ext cx="1747837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23572" name="菱形 16"/>
          <p:cNvGrpSpPr/>
          <p:nvPr/>
        </p:nvGrpSpPr>
        <p:grpSpPr>
          <a:xfrm>
            <a:off x="8120063" y="1901825"/>
            <a:ext cx="1444625" cy="1085850"/>
            <a:chOff x="5115" y="1198"/>
            <a:chExt cx="910" cy="684"/>
          </a:xfrm>
        </p:grpSpPr>
        <p:pic>
          <p:nvPicPr>
            <p:cNvPr id="23570" name="菱形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1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23571" name="矩形 23570"/>
            <p:cNvSpPr/>
            <p:nvPr/>
          </p:nvSpPr>
          <p:spPr>
            <a:xfrm>
              <a:off x="5342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23573" name="直接连接符 17"/>
          <p:cNvCxnSpPr/>
          <p:nvPr/>
        </p:nvCxnSpPr>
        <p:spPr>
          <a:xfrm>
            <a:off x="3511550" y="4089400"/>
            <a:ext cx="1582738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cxnSp>
        <p:nvCxnSpPr>
          <p:cNvPr id="23574" name="直接连接符 18"/>
          <p:cNvCxnSpPr/>
          <p:nvPr/>
        </p:nvCxnSpPr>
        <p:spPr>
          <a:xfrm>
            <a:off x="7297738" y="4089400"/>
            <a:ext cx="1584325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9200" y="1790700"/>
            <a:ext cx="7226300" cy="1311275"/>
          </a:xfrm>
        </p:spPr>
        <p:txBody>
          <a:bodyPr anchor="ctr"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222172" y="3798000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3222172" y="4367316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Bell MT" panose="02020503060305020303" pitchFamily="18" charset="0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357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00A40DED-499F-4D2D-AC78-B5244C329F17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3578" name="页脚占位符 16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3579" name="灯片编号占位符 17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D4F43428-DD78-49C0-A977-4AD6984E3D04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580" name="图片 4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4583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4E23BCF3-A535-4088-81A9-83239C75539E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4584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458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607C320A-B549-455D-9D87-61985F9B7E79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5602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5603" name="矩形 3"/>
          <p:cNvSpPr/>
          <p:nvPr/>
        </p:nvSpPr>
        <p:spPr>
          <a:xfrm>
            <a:off x="1028700" y="2205038"/>
            <a:ext cx="4705350" cy="3740150"/>
          </a:xfrm>
          <a:prstGeom prst="rect">
            <a:avLst/>
          </a:prstGeom>
          <a:solidFill>
            <a:schemeClr val="accent1">
              <a:alpha val="76862"/>
            </a:schemeClr>
          </a:solidFill>
          <a:ln>
            <a:noFill/>
            <a:miter lim="800000"/>
          </a:ln>
        </p:spPr>
        <p:txBody>
          <a:bodyPr lIns="180000" tIns="108000" rIns="180000" bIns="10800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910400" y="569341"/>
            <a:ext cx="8481600" cy="621103"/>
          </a:xfrm>
        </p:spPr>
        <p:txBody>
          <a:bodyPr lIns="0" tIns="0" rIns="0" bIns="0" anchor="ctr">
            <a:normAutofit/>
          </a:bodyPr>
          <a:lstStyle>
            <a:lvl1pPr>
              <a:defRPr sz="37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6048000" y="2206800"/>
            <a:ext cx="4344000" cy="3740400"/>
          </a:xfrm>
        </p:spPr>
        <p:txBody>
          <a:bodyPr vert="horz" wrap="square" lIns="91440" tIns="45720" rIns="91440" bIns="45720" numCol="1" anchor="ctr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027200" y="2206800"/>
            <a:ext cx="4704000" cy="3740400"/>
          </a:xfrm>
          <a:noFill/>
        </p:spPr>
        <p:txBody>
          <a:bodyPr lIns="180000" tIns="108000" rIns="180000" bIns="108000">
            <a:normAutofit/>
          </a:bodyPr>
          <a:lstStyle>
            <a:lvl1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5606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61FD8649-9ADD-4F29-BEEC-A41B3D4A2E76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560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560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694F8A64-609C-4F23-B0EE-085B0F5C1D6A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626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89" y="365125"/>
            <a:ext cx="1182511" cy="5811838"/>
          </a:xfrm>
        </p:spPr>
        <p:txBody>
          <a:bodyPr vert="eaVert">
            <a:normAutofit/>
          </a:bodyPr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841828" y="365125"/>
            <a:ext cx="9205283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2662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577FF3CA-245F-4C7F-A483-EEADD73630BD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663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663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3A560DF2-EBB2-4585-871A-5A9D3AB9954F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52EA130D-EA6E-49D6-B4D4-817CB1E14369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8E6C09D3-9D2A-4067-99E5-D780E45E1DC3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652" name="图片 7"/>
          <p:cNvPicPr>
            <a:picLocks noChangeAspect="1"/>
          </p:cNvPicPr>
          <p:nvPr/>
        </p:nvPicPr>
        <p:blipFill>
          <a:blip r:embed="rId2"/>
          <a:srcRect l="397" r="-14" b="1678"/>
          <a:stretch>
            <a:fillRect/>
          </a:stretch>
        </p:blipFill>
        <p:spPr>
          <a:xfrm>
            <a:off x="0" y="-3175"/>
            <a:ext cx="12192000" cy="6861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" name="KSO_CT2"/>
          <p:cNvSpPr>
            <a:spLocks noGrp="1"/>
          </p:cNvSpPr>
          <p:nvPr>
            <p:ph type="subTitle" idx="1"/>
          </p:nvPr>
        </p:nvSpPr>
        <p:spPr>
          <a:xfrm>
            <a:off x="1303077" y="3589222"/>
            <a:ext cx="9781289" cy="9504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 smtClean="0"/>
          </a:p>
        </p:txBody>
      </p:sp>
      <p:sp>
        <p:nvSpPr>
          <p:cNvPr id="7" name="KSO_CT1"/>
          <p:cNvSpPr>
            <a:spLocks noGrp="1"/>
          </p:cNvSpPr>
          <p:nvPr>
            <p:ph type="title"/>
          </p:nvPr>
        </p:nvSpPr>
        <p:spPr>
          <a:xfrm>
            <a:off x="1303077" y="2551610"/>
            <a:ext cx="9797441" cy="1001345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27655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DF966BC1-DB47-455B-B6D0-02543EAE6B95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7656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765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06E6BE95-0776-4AFE-85E4-FFFF892A3E05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8676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456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420800" y="1396800"/>
            <a:ext cx="9336000" cy="5234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</p:txBody>
      </p:sp>
      <p:sp>
        <p:nvSpPr>
          <p:cNvPr id="2867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75DC4631-8FBD-464A-AD88-585E5BC71C5D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868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86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E9FF36E1-F9A8-4CF3-B3CA-797466CD55D5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9700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9701" name="椭圆 6"/>
          <p:cNvSpPr/>
          <p:nvPr/>
        </p:nvSpPr>
        <p:spPr>
          <a:xfrm>
            <a:off x="2133600" y="2951163"/>
            <a:ext cx="863600" cy="649287"/>
          </a:xfrm>
          <a:prstGeom prst="ellipse">
            <a:avLst/>
          </a:prstGeom>
          <a:noFill/>
          <a:ln w="57150">
            <a:solidFill>
              <a:srgbClr val="EA9D83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zh-CN" altLang="en-US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9702" name="椭圆 10"/>
          <p:cNvSpPr/>
          <p:nvPr/>
        </p:nvSpPr>
        <p:spPr>
          <a:xfrm>
            <a:off x="2706688" y="3384550"/>
            <a:ext cx="487362" cy="365125"/>
          </a:xfrm>
          <a:prstGeom prst="ellipse">
            <a:avLst/>
          </a:prstGeom>
          <a:noFill/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en-US" altLang="en-US" sz="13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9703" name="椭圆 8"/>
          <p:cNvSpPr/>
          <p:nvPr/>
        </p:nvSpPr>
        <p:spPr>
          <a:xfrm>
            <a:off x="2503488" y="2768600"/>
            <a:ext cx="298450" cy="223838"/>
          </a:xfrm>
          <a:prstGeom prst="ellipse">
            <a:avLst/>
          </a:prstGeom>
          <a:noFill/>
          <a:ln w="38100">
            <a:solidFill>
              <a:srgbClr val="F2C37D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zh-CN" altLang="en-US" sz="5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/>
          </p:nvPr>
        </p:nvSpPr>
        <p:spPr>
          <a:xfrm>
            <a:off x="3201600" y="2152800"/>
            <a:ext cx="7219200" cy="1235075"/>
          </a:xfrm>
        </p:spPr>
        <p:txBody>
          <a:bodyPr>
            <a:normAutofit/>
          </a:bodyPr>
          <a:lstStyle>
            <a:lvl1pPr algn="just">
              <a:defRPr sz="32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ST2"/>
          <p:cNvSpPr>
            <a:spLocks noGrp="1"/>
          </p:cNvSpPr>
          <p:nvPr>
            <p:ph type="body" idx="1"/>
          </p:nvPr>
        </p:nvSpPr>
        <p:spPr>
          <a:xfrm>
            <a:off x="3192000" y="3409200"/>
            <a:ext cx="7228800" cy="1872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9706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59F1C32F-60CD-4F90-9A47-1C8415869244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970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970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C720216-F7F2-4EC7-B707-05D615A4D5CF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724" name="图片 7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360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4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420800" y="1414800"/>
            <a:ext cx="9336000" cy="27360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2400">
                <a:solidFill>
                  <a:schemeClr val="tx1"/>
                </a:solidFill>
              </a:defRPr>
            </a:lvl1pPr>
            <a:lvl2pPr marL="716280" indent="-271780" algn="l">
              <a:buFont typeface="Arial" panose="020B0604020202020204" pitchFamily="34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420800" y="4150800"/>
            <a:ext cx="9336000" cy="25992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630555" indent="-271780" algn="l"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0727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2953EA0E-DE9E-4687-A0EA-52CFF7E260FA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0728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0729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E0D1D40-BD81-4BB2-BEF4-802142F313C8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099435" y="566056"/>
            <a:ext cx="10515599" cy="81030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5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5" y="2200274"/>
            <a:ext cx="5183188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C303A807-8CD7-4FB3-8273-E8C61C827A21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602E45D-20FD-49D4-B15B-4B6ABA251F7F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1748" name="图片 18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1749" name="菱形 9"/>
          <p:cNvSpPr/>
          <p:nvPr/>
        </p:nvSpPr>
        <p:spPr>
          <a:xfrm>
            <a:off x="248920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31752" name="菱形 10"/>
          <p:cNvGrpSpPr/>
          <p:nvPr/>
        </p:nvGrpSpPr>
        <p:grpSpPr>
          <a:xfrm>
            <a:off x="2640013" y="1901825"/>
            <a:ext cx="1444625" cy="1085850"/>
            <a:chOff x="1663" y="1198"/>
            <a:chExt cx="910" cy="684"/>
          </a:xfrm>
        </p:grpSpPr>
        <p:pic>
          <p:nvPicPr>
            <p:cNvPr id="31750" name="菱形 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31751" name="矩形 31750"/>
            <p:cNvSpPr/>
            <p:nvPr/>
          </p:nvSpPr>
          <p:spPr>
            <a:xfrm>
              <a:off x="189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31753" name="菱形 11"/>
          <p:cNvSpPr/>
          <p:nvPr/>
        </p:nvSpPr>
        <p:spPr>
          <a:xfrm>
            <a:off x="4316413" y="1790700"/>
            <a:ext cx="1746250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31756" name="菱形 12"/>
          <p:cNvGrpSpPr/>
          <p:nvPr/>
        </p:nvGrpSpPr>
        <p:grpSpPr>
          <a:xfrm>
            <a:off x="4468813" y="1901825"/>
            <a:ext cx="1444625" cy="1085850"/>
            <a:chOff x="2815" y="1198"/>
            <a:chExt cx="910" cy="684"/>
          </a:xfrm>
        </p:grpSpPr>
        <p:pic>
          <p:nvPicPr>
            <p:cNvPr id="31754" name="菱形 12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8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31755" name="矩形 31754"/>
            <p:cNvSpPr/>
            <p:nvPr/>
          </p:nvSpPr>
          <p:spPr>
            <a:xfrm>
              <a:off x="304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31757" name="菱形 13"/>
          <p:cNvSpPr/>
          <p:nvPr/>
        </p:nvSpPr>
        <p:spPr>
          <a:xfrm>
            <a:off x="614045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31760" name="菱形 14"/>
          <p:cNvGrpSpPr/>
          <p:nvPr/>
        </p:nvGrpSpPr>
        <p:grpSpPr>
          <a:xfrm>
            <a:off x="6291263" y="1901825"/>
            <a:ext cx="1444625" cy="1085850"/>
            <a:chOff x="3963" y="1198"/>
            <a:chExt cx="910" cy="684"/>
          </a:xfrm>
        </p:grpSpPr>
        <p:pic>
          <p:nvPicPr>
            <p:cNvPr id="31758" name="菱形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9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31759" name="矩形 31758"/>
            <p:cNvSpPr/>
            <p:nvPr/>
          </p:nvSpPr>
          <p:spPr>
            <a:xfrm>
              <a:off x="4191" y="1370"/>
              <a:ext cx="456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31761" name="菱形 15"/>
          <p:cNvSpPr/>
          <p:nvPr/>
        </p:nvSpPr>
        <p:spPr>
          <a:xfrm>
            <a:off x="7967663" y="1790700"/>
            <a:ext cx="1747837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31764" name="菱形 16"/>
          <p:cNvGrpSpPr/>
          <p:nvPr/>
        </p:nvGrpSpPr>
        <p:grpSpPr>
          <a:xfrm>
            <a:off x="8120063" y="1901825"/>
            <a:ext cx="1444625" cy="1085850"/>
            <a:chOff x="5115" y="1198"/>
            <a:chExt cx="910" cy="684"/>
          </a:xfrm>
        </p:grpSpPr>
        <p:pic>
          <p:nvPicPr>
            <p:cNvPr id="31762" name="菱形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1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31763" name="矩形 31762"/>
            <p:cNvSpPr/>
            <p:nvPr/>
          </p:nvSpPr>
          <p:spPr>
            <a:xfrm>
              <a:off x="5342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31765" name="直接连接符 17"/>
          <p:cNvCxnSpPr/>
          <p:nvPr/>
        </p:nvCxnSpPr>
        <p:spPr>
          <a:xfrm>
            <a:off x="3511550" y="4089400"/>
            <a:ext cx="1582738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cxnSp>
        <p:nvCxnSpPr>
          <p:cNvPr id="31766" name="直接连接符 18"/>
          <p:cNvCxnSpPr/>
          <p:nvPr/>
        </p:nvCxnSpPr>
        <p:spPr>
          <a:xfrm>
            <a:off x="7297738" y="4089400"/>
            <a:ext cx="1584325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9200" y="1790700"/>
            <a:ext cx="7226300" cy="1311275"/>
          </a:xfrm>
        </p:spPr>
        <p:txBody>
          <a:bodyPr anchor="ctr"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222172" y="3798000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3222172" y="4367316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Bell MT" panose="02020503060305020303" pitchFamily="18" charset="0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31769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895839DD-44A2-40E6-82EB-519FC6F1F73A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1770" name="页脚占位符 16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1771" name="灯片编号占位符 17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7447E8EA-DDAD-42CA-8637-4DE7C015C093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2772" name="图片 4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2775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29E8571C-D419-4B02-A972-16ECCF7E2D00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2776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277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D1FA5B67-5FA0-4F1C-9039-488A3D94226A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3794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3795" name="矩形 3"/>
          <p:cNvSpPr/>
          <p:nvPr/>
        </p:nvSpPr>
        <p:spPr>
          <a:xfrm>
            <a:off x="1028700" y="2205038"/>
            <a:ext cx="4705350" cy="3740150"/>
          </a:xfrm>
          <a:prstGeom prst="rect">
            <a:avLst/>
          </a:prstGeom>
          <a:solidFill>
            <a:schemeClr val="accent1">
              <a:alpha val="76862"/>
            </a:schemeClr>
          </a:solidFill>
          <a:ln>
            <a:noFill/>
            <a:miter lim="800000"/>
          </a:ln>
        </p:spPr>
        <p:txBody>
          <a:bodyPr lIns="180000" tIns="108000" rIns="180000" bIns="10800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910400" y="569341"/>
            <a:ext cx="8481600" cy="621103"/>
          </a:xfrm>
        </p:spPr>
        <p:txBody>
          <a:bodyPr lIns="0" tIns="0" rIns="0" bIns="0" anchor="ctr">
            <a:normAutofit/>
          </a:bodyPr>
          <a:lstStyle>
            <a:lvl1pPr>
              <a:defRPr sz="37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6048000" y="2206800"/>
            <a:ext cx="4344000" cy="3740400"/>
          </a:xfrm>
        </p:spPr>
        <p:txBody>
          <a:bodyPr vert="horz" wrap="square" lIns="91440" tIns="45720" rIns="91440" bIns="45720" numCol="1" anchor="ctr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027200" y="2206800"/>
            <a:ext cx="4704000" cy="3740400"/>
          </a:xfrm>
          <a:noFill/>
        </p:spPr>
        <p:txBody>
          <a:bodyPr lIns="180000" tIns="108000" rIns="180000" bIns="108000">
            <a:normAutofit/>
          </a:bodyPr>
          <a:lstStyle>
            <a:lvl1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33798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E8DB8E31-9648-4C97-8A27-373C84A0FF4E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379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380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CBB5E769-1C7E-491F-82D2-B633E34ACAD7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4818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89" y="365125"/>
            <a:ext cx="1182511" cy="5811838"/>
          </a:xfrm>
        </p:spPr>
        <p:txBody>
          <a:bodyPr vert="eaVert">
            <a:normAutofit/>
          </a:bodyPr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841828" y="365125"/>
            <a:ext cx="9205283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482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AA48DD24-A2E0-4192-8434-C6F65C1C5439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482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482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CC429E84-09F6-4E73-8115-8E3A2DEFDCCD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C303A807-8CD7-4FB3-8273-E8C61C827A21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602E45D-20FD-49D4-B15B-4B6ABA251F7F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5844" name="图片 7"/>
          <p:cNvPicPr>
            <a:picLocks noChangeAspect="1"/>
          </p:cNvPicPr>
          <p:nvPr/>
        </p:nvPicPr>
        <p:blipFill>
          <a:blip r:embed="rId2"/>
          <a:srcRect l="397" r="-14" b="1678"/>
          <a:stretch>
            <a:fillRect/>
          </a:stretch>
        </p:blipFill>
        <p:spPr>
          <a:xfrm>
            <a:off x="0" y="-3175"/>
            <a:ext cx="12192000" cy="6861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" name="KSO_CT2"/>
          <p:cNvSpPr>
            <a:spLocks noGrp="1"/>
          </p:cNvSpPr>
          <p:nvPr>
            <p:ph type="subTitle" idx="1"/>
          </p:nvPr>
        </p:nvSpPr>
        <p:spPr>
          <a:xfrm>
            <a:off x="1303077" y="3589222"/>
            <a:ext cx="9781289" cy="9504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 smtClean="0"/>
          </a:p>
        </p:txBody>
      </p:sp>
      <p:sp>
        <p:nvSpPr>
          <p:cNvPr id="7" name="KSO_CT1"/>
          <p:cNvSpPr>
            <a:spLocks noGrp="1"/>
          </p:cNvSpPr>
          <p:nvPr>
            <p:ph type="title"/>
          </p:nvPr>
        </p:nvSpPr>
        <p:spPr>
          <a:xfrm>
            <a:off x="1303077" y="2551610"/>
            <a:ext cx="9797441" cy="1001345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5847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B4914764-8F9E-4EE2-B549-9E30159F34B9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5848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584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027F70CA-703D-4359-AC5C-FEB67677C3AD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6868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456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420800" y="1396800"/>
            <a:ext cx="9336000" cy="5234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</p:txBody>
      </p:sp>
      <p:sp>
        <p:nvSpPr>
          <p:cNvPr id="3687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07AFDA97-8FBF-46F9-8ECF-BAA4B71921EE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687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68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60659F2-B719-4A93-877B-0D37A6E0F551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7892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7893" name="椭圆 6"/>
          <p:cNvSpPr/>
          <p:nvPr/>
        </p:nvSpPr>
        <p:spPr>
          <a:xfrm>
            <a:off x="2133600" y="2951163"/>
            <a:ext cx="863600" cy="649287"/>
          </a:xfrm>
          <a:prstGeom prst="ellipse">
            <a:avLst/>
          </a:prstGeom>
          <a:noFill/>
          <a:ln w="57150">
            <a:solidFill>
              <a:srgbClr val="EA9D83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zh-CN" altLang="en-US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37894" name="椭圆 10"/>
          <p:cNvSpPr/>
          <p:nvPr/>
        </p:nvSpPr>
        <p:spPr>
          <a:xfrm>
            <a:off x="2706688" y="3384550"/>
            <a:ext cx="487362" cy="365125"/>
          </a:xfrm>
          <a:prstGeom prst="ellipse">
            <a:avLst/>
          </a:prstGeom>
          <a:noFill/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en-US" altLang="en-US" sz="13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37895" name="椭圆 8"/>
          <p:cNvSpPr/>
          <p:nvPr/>
        </p:nvSpPr>
        <p:spPr>
          <a:xfrm>
            <a:off x="2503488" y="2768600"/>
            <a:ext cx="298450" cy="223838"/>
          </a:xfrm>
          <a:prstGeom prst="ellipse">
            <a:avLst/>
          </a:prstGeom>
          <a:noFill/>
          <a:ln w="38100">
            <a:solidFill>
              <a:srgbClr val="F2C37D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zh-CN" altLang="en-US" sz="5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/>
          </p:nvPr>
        </p:nvSpPr>
        <p:spPr>
          <a:xfrm>
            <a:off x="3201600" y="2152800"/>
            <a:ext cx="7219200" cy="1235075"/>
          </a:xfrm>
        </p:spPr>
        <p:txBody>
          <a:bodyPr>
            <a:normAutofit/>
          </a:bodyPr>
          <a:lstStyle>
            <a:lvl1pPr algn="just">
              <a:defRPr sz="32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ST2"/>
          <p:cNvSpPr>
            <a:spLocks noGrp="1"/>
          </p:cNvSpPr>
          <p:nvPr>
            <p:ph type="body" idx="1"/>
          </p:nvPr>
        </p:nvSpPr>
        <p:spPr>
          <a:xfrm>
            <a:off x="3192000" y="3409200"/>
            <a:ext cx="7228800" cy="1872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3789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E4886BFF-D73E-491F-A1BD-C69315B9A1E0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789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790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5F1C6F8-773A-40A9-BF63-440677F20DDE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8916" name="图片 7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360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4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420800" y="1414800"/>
            <a:ext cx="9336000" cy="27360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2400">
                <a:solidFill>
                  <a:schemeClr val="tx1"/>
                </a:solidFill>
              </a:defRPr>
            </a:lvl1pPr>
            <a:lvl2pPr marL="716280" indent="-271780" algn="l">
              <a:buFont typeface="Arial" panose="020B0604020202020204" pitchFamily="34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420800" y="4150800"/>
            <a:ext cx="9336000" cy="25992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630555" indent="-271780" algn="l"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8919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EBD375B2-A526-4D9A-9CF6-E34851060549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8920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8921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DFC7B64E-D3D1-4341-87F9-83E15DB1FB1D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099435" y="566056"/>
            <a:ext cx="10515599" cy="81030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5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5" y="2200274"/>
            <a:ext cx="5183188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0A60F231-43E0-43B0-91C4-18001906D612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941011D-131C-4E23-B4EB-E5CF2CBD68A2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9940" name="图片 18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9941" name="菱形 9"/>
          <p:cNvSpPr/>
          <p:nvPr/>
        </p:nvSpPr>
        <p:spPr>
          <a:xfrm>
            <a:off x="248920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39944" name="菱形 10"/>
          <p:cNvGrpSpPr/>
          <p:nvPr/>
        </p:nvGrpSpPr>
        <p:grpSpPr>
          <a:xfrm>
            <a:off x="2640013" y="1901825"/>
            <a:ext cx="1444625" cy="1085850"/>
            <a:chOff x="1663" y="1198"/>
            <a:chExt cx="910" cy="684"/>
          </a:xfrm>
        </p:grpSpPr>
        <p:pic>
          <p:nvPicPr>
            <p:cNvPr id="39942" name="菱形 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39943" name="矩形 39942"/>
            <p:cNvSpPr/>
            <p:nvPr/>
          </p:nvSpPr>
          <p:spPr>
            <a:xfrm>
              <a:off x="189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39945" name="菱形 11"/>
          <p:cNvSpPr/>
          <p:nvPr/>
        </p:nvSpPr>
        <p:spPr>
          <a:xfrm>
            <a:off x="4316413" y="1790700"/>
            <a:ext cx="1746250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39948" name="菱形 12"/>
          <p:cNvGrpSpPr/>
          <p:nvPr/>
        </p:nvGrpSpPr>
        <p:grpSpPr>
          <a:xfrm>
            <a:off x="4468813" y="1901825"/>
            <a:ext cx="1444625" cy="1085850"/>
            <a:chOff x="2815" y="1198"/>
            <a:chExt cx="910" cy="684"/>
          </a:xfrm>
        </p:grpSpPr>
        <p:pic>
          <p:nvPicPr>
            <p:cNvPr id="39946" name="菱形 12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8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39947" name="矩形 39946"/>
            <p:cNvSpPr/>
            <p:nvPr/>
          </p:nvSpPr>
          <p:spPr>
            <a:xfrm>
              <a:off x="304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39949" name="菱形 13"/>
          <p:cNvSpPr/>
          <p:nvPr/>
        </p:nvSpPr>
        <p:spPr>
          <a:xfrm>
            <a:off x="614045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39952" name="菱形 14"/>
          <p:cNvGrpSpPr/>
          <p:nvPr/>
        </p:nvGrpSpPr>
        <p:grpSpPr>
          <a:xfrm>
            <a:off x="6291263" y="1901825"/>
            <a:ext cx="1444625" cy="1085850"/>
            <a:chOff x="3963" y="1198"/>
            <a:chExt cx="910" cy="684"/>
          </a:xfrm>
        </p:grpSpPr>
        <p:pic>
          <p:nvPicPr>
            <p:cNvPr id="39950" name="菱形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9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39951" name="矩形 39950"/>
            <p:cNvSpPr/>
            <p:nvPr/>
          </p:nvSpPr>
          <p:spPr>
            <a:xfrm>
              <a:off x="4191" y="1370"/>
              <a:ext cx="456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39953" name="菱形 15"/>
          <p:cNvSpPr/>
          <p:nvPr/>
        </p:nvSpPr>
        <p:spPr>
          <a:xfrm>
            <a:off x="7967663" y="1790700"/>
            <a:ext cx="1747837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39956" name="菱形 16"/>
          <p:cNvGrpSpPr/>
          <p:nvPr/>
        </p:nvGrpSpPr>
        <p:grpSpPr>
          <a:xfrm>
            <a:off x="8120063" y="1901825"/>
            <a:ext cx="1444625" cy="1085850"/>
            <a:chOff x="5115" y="1198"/>
            <a:chExt cx="910" cy="684"/>
          </a:xfrm>
        </p:grpSpPr>
        <p:pic>
          <p:nvPicPr>
            <p:cNvPr id="39954" name="菱形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1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39955" name="矩形 39954"/>
            <p:cNvSpPr/>
            <p:nvPr/>
          </p:nvSpPr>
          <p:spPr>
            <a:xfrm>
              <a:off x="5342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39957" name="直接连接符 17"/>
          <p:cNvCxnSpPr/>
          <p:nvPr/>
        </p:nvCxnSpPr>
        <p:spPr>
          <a:xfrm>
            <a:off x="3511550" y="4089400"/>
            <a:ext cx="1582738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cxnSp>
        <p:nvCxnSpPr>
          <p:cNvPr id="39958" name="直接连接符 18"/>
          <p:cNvCxnSpPr/>
          <p:nvPr/>
        </p:nvCxnSpPr>
        <p:spPr>
          <a:xfrm>
            <a:off x="7297738" y="4089400"/>
            <a:ext cx="1584325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9200" y="1790700"/>
            <a:ext cx="7226300" cy="1311275"/>
          </a:xfrm>
        </p:spPr>
        <p:txBody>
          <a:bodyPr anchor="ctr"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222172" y="3798000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3222172" y="4367316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Bell MT" panose="02020503060305020303" pitchFamily="18" charset="0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39961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0D09D6BA-2A8F-4E17-93F7-97834CC190DB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9962" name="页脚占位符 16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9963" name="灯片编号占位符 17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803A68F6-FBD8-484F-88BC-EBFDF326653F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0964" name="图片 4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40967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B1A1DD9A-019F-4DA9-9693-38673D25B8F6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096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096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37B00969-4DC3-4D7D-90A5-C8CC8BE0E8CC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1986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41987" name="矩形 3"/>
          <p:cNvSpPr/>
          <p:nvPr/>
        </p:nvSpPr>
        <p:spPr>
          <a:xfrm>
            <a:off x="1028700" y="2205038"/>
            <a:ext cx="4705350" cy="3740150"/>
          </a:xfrm>
          <a:prstGeom prst="rect">
            <a:avLst/>
          </a:prstGeom>
          <a:solidFill>
            <a:schemeClr val="accent1">
              <a:alpha val="76862"/>
            </a:schemeClr>
          </a:solidFill>
          <a:ln>
            <a:noFill/>
            <a:miter lim="800000"/>
          </a:ln>
        </p:spPr>
        <p:txBody>
          <a:bodyPr lIns="180000" tIns="108000" rIns="180000" bIns="10800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910400" y="569341"/>
            <a:ext cx="8481600" cy="621103"/>
          </a:xfrm>
        </p:spPr>
        <p:txBody>
          <a:bodyPr lIns="0" tIns="0" rIns="0" bIns="0" anchor="ctr">
            <a:normAutofit/>
          </a:bodyPr>
          <a:lstStyle>
            <a:lvl1pPr>
              <a:defRPr sz="37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6048000" y="2206800"/>
            <a:ext cx="4344000" cy="3740400"/>
          </a:xfrm>
        </p:spPr>
        <p:txBody>
          <a:bodyPr vert="horz" wrap="square" lIns="91440" tIns="45720" rIns="91440" bIns="45720" numCol="1" anchor="ctr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027200" y="2206800"/>
            <a:ext cx="4704000" cy="3740400"/>
          </a:xfrm>
          <a:noFill/>
        </p:spPr>
        <p:txBody>
          <a:bodyPr lIns="180000" tIns="108000" rIns="180000" bIns="108000">
            <a:normAutofit/>
          </a:bodyPr>
          <a:lstStyle>
            <a:lvl1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1990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BDF0E1AF-9CD3-4BC4-90B5-E405A3CB7CEF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1991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1992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06AB3FA9-307E-494F-94CA-B2EA312CF3D6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3010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89" y="365125"/>
            <a:ext cx="1182511" cy="5811838"/>
          </a:xfrm>
        </p:spPr>
        <p:txBody>
          <a:bodyPr vert="eaVert">
            <a:normAutofit/>
          </a:bodyPr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841828" y="365125"/>
            <a:ext cx="9205283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3013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EE53C9C5-0F98-4D93-B57D-82B8E7A7B02A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301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301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D657084D-1484-4925-BB20-8FB7DCB17AE2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0A60F231-43E0-43B0-91C4-18001906D612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941011D-131C-4E23-B4EB-E5CF2CBD68A2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4036" name="图片 7"/>
          <p:cNvPicPr>
            <a:picLocks noChangeAspect="1"/>
          </p:cNvPicPr>
          <p:nvPr/>
        </p:nvPicPr>
        <p:blipFill>
          <a:blip r:embed="rId2"/>
          <a:srcRect l="397" r="-14" b="1678"/>
          <a:stretch>
            <a:fillRect/>
          </a:stretch>
        </p:blipFill>
        <p:spPr>
          <a:xfrm>
            <a:off x="0" y="-3175"/>
            <a:ext cx="12192000" cy="6861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" name="KSO_CT2"/>
          <p:cNvSpPr>
            <a:spLocks noGrp="1"/>
          </p:cNvSpPr>
          <p:nvPr>
            <p:ph type="subTitle" idx="1"/>
          </p:nvPr>
        </p:nvSpPr>
        <p:spPr>
          <a:xfrm>
            <a:off x="1303077" y="3589222"/>
            <a:ext cx="9781289" cy="9504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 smtClean="0"/>
          </a:p>
        </p:txBody>
      </p:sp>
      <p:sp>
        <p:nvSpPr>
          <p:cNvPr id="7" name="KSO_CT1"/>
          <p:cNvSpPr>
            <a:spLocks noGrp="1"/>
          </p:cNvSpPr>
          <p:nvPr>
            <p:ph type="title"/>
          </p:nvPr>
        </p:nvSpPr>
        <p:spPr>
          <a:xfrm>
            <a:off x="1303077" y="2551610"/>
            <a:ext cx="9797441" cy="1001345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4039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0A8B773F-55DA-4AC9-898E-8491E54BA5BD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4040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404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17E110CC-5554-4570-9C7C-01C4D3082F02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060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456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420800" y="1396800"/>
            <a:ext cx="9336000" cy="5234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</p:txBody>
      </p:sp>
      <p:sp>
        <p:nvSpPr>
          <p:cNvPr id="45063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E0F1C651-26FF-42CB-9ED9-F7229FEDB2D0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506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50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1FDFD5F5-42AA-4245-8CD5-89184182F302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6084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46085" name="椭圆 6"/>
          <p:cNvSpPr/>
          <p:nvPr/>
        </p:nvSpPr>
        <p:spPr>
          <a:xfrm>
            <a:off x="2133600" y="2951163"/>
            <a:ext cx="863600" cy="649287"/>
          </a:xfrm>
          <a:prstGeom prst="ellipse">
            <a:avLst/>
          </a:prstGeom>
          <a:noFill/>
          <a:ln w="57150">
            <a:solidFill>
              <a:srgbClr val="EA9D83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zh-CN" altLang="en-US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46086" name="椭圆 10"/>
          <p:cNvSpPr/>
          <p:nvPr/>
        </p:nvSpPr>
        <p:spPr>
          <a:xfrm>
            <a:off x="2706688" y="3384550"/>
            <a:ext cx="487362" cy="365125"/>
          </a:xfrm>
          <a:prstGeom prst="ellipse">
            <a:avLst/>
          </a:prstGeom>
          <a:noFill/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en-US" altLang="en-US" sz="13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46087" name="椭圆 8"/>
          <p:cNvSpPr/>
          <p:nvPr/>
        </p:nvSpPr>
        <p:spPr>
          <a:xfrm>
            <a:off x="2503488" y="2768600"/>
            <a:ext cx="298450" cy="223838"/>
          </a:xfrm>
          <a:prstGeom prst="ellipse">
            <a:avLst/>
          </a:prstGeom>
          <a:noFill/>
          <a:ln w="38100">
            <a:solidFill>
              <a:srgbClr val="F2C37D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zh-CN" altLang="en-US" sz="5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/>
          </p:nvPr>
        </p:nvSpPr>
        <p:spPr>
          <a:xfrm>
            <a:off x="3201600" y="2152800"/>
            <a:ext cx="7219200" cy="1235075"/>
          </a:xfrm>
        </p:spPr>
        <p:txBody>
          <a:bodyPr>
            <a:normAutofit/>
          </a:bodyPr>
          <a:lstStyle>
            <a:lvl1pPr algn="just">
              <a:defRPr sz="32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ST2"/>
          <p:cNvSpPr>
            <a:spLocks noGrp="1"/>
          </p:cNvSpPr>
          <p:nvPr>
            <p:ph type="body" idx="1"/>
          </p:nvPr>
        </p:nvSpPr>
        <p:spPr>
          <a:xfrm>
            <a:off x="3192000" y="3409200"/>
            <a:ext cx="7228800" cy="1872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609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47E9F2AB-BE69-4046-8500-9F8D3F2D1375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609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609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C4CAC449-62F1-48FB-988A-6B4CAE656EF7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7108" name="图片 7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360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4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420800" y="1414800"/>
            <a:ext cx="9336000" cy="27360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2400">
                <a:solidFill>
                  <a:schemeClr val="tx1"/>
                </a:solidFill>
              </a:defRPr>
            </a:lvl1pPr>
            <a:lvl2pPr marL="716280" indent="-271780" algn="l">
              <a:buFont typeface="Arial" panose="020B0604020202020204" pitchFamily="34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420800" y="4150800"/>
            <a:ext cx="9336000" cy="25992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630555" indent="-271780" algn="l"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7111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E4E44385-D763-4FF6-A616-B7B6E368A359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7112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7113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FD84628-2FBD-42E0-B532-9BB9FDC5BE82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099435" y="566056"/>
            <a:ext cx="10515599" cy="81030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5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5" y="2200274"/>
            <a:ext cx="5183188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431E5A97-6DF9-441E-BBAD-04D9C0BA345F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C520F1B-CAAA-4869-AC28-730A4B03990E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8132" name="图片 18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48133" name="菱形 9"/>
          <p:cNvSpPr/>
          <p:nvPr/>
        </p:nvSpPr>
        <p:spPr>
          <a:xfrm>
            <a:off x="248920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48136" name="菱形 10"/>
          <p:cNvGrpSpPr/>
          <p:nvPr/>
        </p:nvGrpSpPr>
        <p:grpSpPr>
          <a:xfrm>
            <a:off x="2640013" y="1901825"/>
            <a:ext cx="1444625" cy="1085850"/>
            <a:chOff x="1663" y="1198"/>
            <a:chExt cx="910" cy="684"/>
          </a:xfrm>
        </p:grpSpPr>
        <p:pic>
          <p:nvPicPr>
            <p:cNvPr id="48134" name="菱形 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48135" name="矩形 48134"/>
            <p:cNvSpPr/>
            <p:nvPr/>
          </p:nvSpPr>
          <p:spPr>
            <a:xfrm>
              <a:off x="189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48137" name="菱形 11"/>
          <p:cNvSpPr/>
          <p:nvPr/>
        </p:nvSpPr>
        <p:spPr>
          <a:xfrm>
            <a:off x="4316413" y="1790700"/>
            <a:ext cx="1746250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48140" name="菱形 12"/>
          <p:cNvGrpSpPr/>
          <p:nvPr/>
        </p:nvGrpSpPr>
        <p:grpSpPr>
          <a:xfrm>
            <a:off x="4468813" y="1901825"/>
            <a:ext cx="1444625" cy="1085850"/>
            <a:chOff x="2815" y="1198"/>
            <a:chExt cx="910" cy="684"/>
          </a:xfrm>
        </p:grpSpPr>
        <p:pic>
          <p:nvPicPr>
            <p:cNvPr id="48138" name="菱形 12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8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48139" name="矩形 48138"/>
            <p:cNvSpPr/>
            <p:nvPr/>
          </p:nvSpPr>
          <p:spPr>
            <a:xfrm>
              <a:off x="304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48141" name="菱形 13"/>
          <p:cNvSpPr/>
          <p:nvPr/>
        </p:nvSpPr>
        <p:spPr>
          <a:xfrm>
            <a:off x="614045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48144" name="菱形 14"/>
          <p:cNvGrpSpPr/>
          <p:nvPr/>
        </p:nvGrpSpPr>
        <p:grpSpPr>
          <a:xfrm>
            <a:off x="6291263" y="1901825"/>
            <a:ext cx="1444625" cy="1085850"/>
            <a:chOff x="3963" y="1198"/>
            <a:chExt cx="910" cy="684"/>
          </a:xfrm>
        </p:grpSpPr>
        <p:pic>
          <p:nvPicPr>
            <p:cNvPr id="48142" name="菱形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9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48143" name="矩形 48142"/>
            <p:cNvSpPr/>
            <p:nvPr/>
          </p:nvSpPr>
          <p:spPr>
            <a:xfrm>
              <a:off x="4191" y="1370"/>
              <a:ext cx="456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48145" name="菱形 15"/>
          <p:cNvSpPr/>
          <p:nvPr/>
        </p:nvSpPr>
        <p:spPr>
          <a:xfrm>
            <a:off x="7967663" y="1790700"/>
            <a:ext cx="1747837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48148" name="菱形 16"/>
          <p:cNvGrpSpPr/>
          <p:nvPr/>
        </p:nvGrpSpPr>
        <p:grpSpPr>
          <a:xfrm>
            <a:off x="8120063" y="1901825"/>
            <a:ext cx="1444625" cy="1085850"/>
            <a:chOff x="5115" y="1198"/>
            <a:chExt cx="910" cy="684"/>
          </a:xfrm>
        </p:grpSpPr>
        <p:pic>
          <p:nvPicPr>
            <p:cNvPr id="48146" name="菱形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1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48147" name="矩形 48146"/>
            <p:cNvSpPr/>
            <p:nvPr/>
          </p:nvSpPr>
          <p:spPr>
            <a:xfrm>
              <a:off x="5342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48149" name="直接连接符 17"/>
          <p:cNvCxnSpPr/>
          <p:nvPr/>
        </p:nvCxnSpPr>
        <p:spPr>
          <a:xfrm>
            <a:off x="3511550" y="4089400"/>
            <a:ext cx="1582738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cxnSp>
        <p:nvCxnSpPr>
          <p:cNvPr id="48150" name="直接连接符 18"/>
          <p:cNvCxnSpPr/>
          <p:nvPr/>
        </p:nvCxnSpPr>
        <p:spPr>
          <a:xfrm>
            <a:off x="7297738" y="4089400"/>
            <a:ext cx="1584325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9200" y="1790700"/>
            <a:ext cx="7226300" cy="1311275"/>
          </a:xfrm>
        </p:spPr>
        <p:txBody>
          <a:bodyPr anchor="ctr"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222172" y="3798000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3222172" y="4367316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Bell MT" panose="02020503060305020303" pitchFamily="18" charset="0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8153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6682F104-25B8-4A0B-94AB-776AAF1FECEF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8154" name="页脚占位符 16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8155" name="灯片编号占位符 17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3F2B57B1-7DDE-473C-B2DB-A521FCAD4FA5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9156" name="图片 4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49159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E11BE985-31E5-4803-A8FF-38C3B3CEE44B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9160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916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FE8DA66A-C3F2-4393-B8CF-0CC77ED28853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178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50179" name="矩形 3"/>
          <p:cNvSpPr/>
          <p:nvPr/>
        </p:nvSpPr>
        <p:spPr>
          <a:xfrm>
            <a:off x="1028700" y="2205038"/>
            <a:ext cx="4705350" cy="3740150"/>
          </a:xfrm>
          <a:prstGeom prst="rect">
            <a:avLst/>
          </a:prstGeom>
          <a:solidFill>
            <a:schemeClr val="accent1">
              <a:alpha val="76862"/>
            </a:schemeClr>
          </a:solidFill>
          <a:ln>
            <a:noFill/>
            <a:miter lim="800000"/>
          </a:ln>
        </p:spPr>
        <p:txBody>
          <a:bodyPr lIns="180000" tIns="108000" rIns="180000" bIns="10800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910400" y="569341"/>
            <a:ext cx="8481600" cy="621103"/>
          </a:xfrm>
        </p:spPr>
        <p:txBody>
          <a:bodyPr lIns="0" tIns="0" rIns="0" bIns="0" anchor="ctr">
            <a:normAutofit/>
          </a:bodyPr>
          <a:lstStyle>
            <a:lvl1pPr>
              <a:defRPr sz="37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6048000" y="2206800"/>
            <a:ext cx="4344000" cy="3740400"/>
          </a:xfrm>
        </p:spPr>
        <p:txBody>
          <a:bodyPr vert="horz" wrap="square" lIns="91440" tIns="45720" rIns="91440" bIns="45720" numCol="1" anchor="ctr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027200" y="2206800"/>
            <a:ext cx="4704000" cy="3740400"/>
          </a:xfrm>
          <a:noFill/>
        </p:spPr>
        <p:txBody>
          <a:bodyPr lIns="180000" tIns="108000" rIns="180000" bIns="108000">
            <a:normAutofit/>
          </a:bodyPr>
          <a:lstStyle>
            <a:lvl1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0182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C5BE4247-8BD6-4FFD-8467-FA93272971B4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0183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0184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83FA13A0-CB21-4950-A6CC-D734EF098402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1202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89" y="365125"/>
            <a:ext cx="1182511" cy="5811838"/>
          </a:xfrm>
        </p:spPr>
        <p:txBody>
          <a:bodyPr vert="eaVert">
            <a:normAutofit/>
          </a:bodyPr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841828" y="365125"/>
            <a:ext cx="9205283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120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D15476D7-CF95-4C7B-A237-D4E1AC00BBEA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120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120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FAC8CE9A-6C46-4802-AF44-9673E7A462F9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431E5A97-6DF9-441E-BBAD-04D9C0BA345F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C520F1B-CAAA-4869-AC28-730A4B03990E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2228" name="图片 7"/>
          <p:cNvPicPr>
            <a:picLocks noChangeAspect="1"/>
          </p:cNvPicPr>
          <p:nvPr/>
        </p:nvPicPr>
        <p:blipFill>
          <a:blip r:embed="rId2"/>
          <a:srcRect l="397" r="-14" b="1678"/>
          <a:stretch>
            <a:fillRect/>
          </a:stretch>
        </p:blipFill>
        <p:spPr>
          <a:xfrm>
            <a:off x="0" y="-3175"/>
            <a:ext cx="12192000" cy="6861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" name="KSO_CT2"/>
          <p:cNvSpPr>
            <a:spLocks noGrp="1"/>
          </p:cNvSpPr>
          <p:nvPr>
            <p:ph type="subTitle" idx="1"/>
          </p:nvPr>
        </p:nvSpPr>
        <p:spPr>
          <a:xfrm>
            <a:off x="1303077" y="3589222"/>
            <a:ext cx="9781289" cy="9504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 smtClean="0"/>
          </a:p>
        </p:txBody>
      </p:sp>
      <p:sp>
        <p:nvSpPr>
          <p:cNvPr id="7" name="KSO_CT1"/>
          <p:cNvSpPr>
            <a:spLocks noGrp="1"/>
          </p:cNvSpPr>
          <p:nvPr>
            <p:ph type="title"/>
          </p:nvPr>
        </p:nvSpPr>
        <p:spPr>
          <a:xfrm>
            <a:off x="1303077" y="2551610"/>
            <a:ext cx="9797441" cy="1001345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52231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86252433-816B-469F-A0E7-797D880250AF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2232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223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17A15337-5175-4E71-BF0E-5503A5398C6D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3252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456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420800" y="1396800"/>
            <a:ext cx="9336000" cy="5234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</p:txBody>
      </p:sp>
      <p:sp>
        <p:nvSpPr>
          <p:cNvPr id="5325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A5F82536-852F-4D47-ADF4-3EB72A7D068B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325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325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AB4BAE0B-A119-4EAA-B48D-3FE33070E56A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4276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54277" name="椭圆 6"/>
          <p:cNvSpPr/>
          <p:nvPr/>
        </p:nvSpPr>
        <p:spPr>
          <a:xfrm>
            <a:off x="2133600" y="2951163"/>
            <a:ext cx="863600" cy="649287"/>
          </a:xfrm>
          <a:prstGeom prst="ellipse">
            <a:avLst/>
          </a:prstGeom>
          <a:noFill/>
          <a:ln w="57150">
            <a:solidFill>
              <a:srgbClr val="EA9D83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zh-CN" altLang="en-US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54278" name="椭圆 10"/>
          <p:cNvSpPr/>
          <p:nvPr/>
        </p:nvSpPr>
        <p:spPr>
          <a:xfrm>
            <a:off x="2706688" y="3384550"/>
            <a:ext cx="487362" cy="365125"/>
          </a:xfrm>
          <a:prstGeom prst="ellipse">
            <a:avLst/>
          </a:prstGeom>
          <a:noFill/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en-US" altLang="en-US" sz="13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54279" name="椭圆 8"/>
          <p:cNvSpPr/>
          <p:nvPr/>
        </p:nvSpPr>
        <p:spPr>
          <a:xfrm>
            <a:off x="2503488" y="2768600"/>
            <a:ext cx="298450" cy="223838"/>
          </a:xfrm>
          <a:prstGeom prst="ellipse">
            <a:avLst/>
          </a:prstGeom>
          <a:noFill/>
          <a:ln w="38100">
            <a:solidFill>
              <a:srgbClr val="F2C37D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zh-CN" altLang="en-US" sz="5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/>
          </p:nvPr>
        </p:nvSpPr>
        <p:spPr>
          <a:xfrm>
            <a:off x="3201600" y="2152800"/>
            <a:ext cx="7219200" cy="1235075"/>
          </a:xfrm>
        </p:spPr>
        <p:txBody>
          <a:bodyPr>
            <a:normAutofit/>
          </a:bodyPr>
          <a:lstStyle>
            <a:lvl1pPr algn="just">
              <a:defRPr sz="32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ST2"/>
          <p:cNvSpPr>
            <a:spLocks noGrp="1"/>
          </p:cNvSpPr>
          <p:nvPr>
            <p:ph type="body" idx="1"/>
          </p:nvPr>
        </p:nvSpPr>
        <p:spPr>
          <a:xfrm>
            <a:off x="3192000" y="3409200"/>
            <a:ext cx="7228800" cy="1872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4282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7360BB98-46A4-4E94-9CEF-246E833F1A85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428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428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C07CE695-3C3D-4533-817C-0913B901C62E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5300" name="图片 7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360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4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420800" y="1414800"/>
            <a:ext cx="9336000" cy="27360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2400">
                <a:solidFill>
                  <a:schemeClr val="tx1"/>
                </a:solidFill>
              </a:defRPr>
            </a:lvl1pPr>
            <a:lvl2pPr marL="716280" indent="-271780" algn="l">
              <a:buFont typeface="Arial" panose="020B0604020202020204" pitchFamily="34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420800" y="4150800"/>
            <a:ext cx="9336000" cy="25992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630555" indent="-271780" algn="l"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5303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250D4B05-AA9A-4617-8C48-10AB3EDD217D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5304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530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DCE053D8-B1F4-4249-87E9-D3B23168C593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099435" y="566056"/>
            <a:ext cx="10515599" cy="81030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5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5" y="2200274"/>
            <a:ext cx="5183188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DDB9E14A-8F0E-45A6-8985-787FE4A3E322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E59D8AB5-78F3-4CED-BB98-E96AF6F155DB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6324" name="图片 18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56325" name="菱形 9"/>
          <p:cNvSpPr/>
          <p:nvPr/>
        </p:nvSpPr>
        <p:spPr>
          <a:xfrm>
            <a:off x="248920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56328" name="菱形 10"/>
          <p:cNvGrpSpPr/>
          <p:nvPr/>
        </p:nvGrpSpPr>
        <p:grpSpPr>
          <a:xfrm>
            <a:off x="2640013" y="1901825"/>
            <a:ext cx="1444625" cy="1085850"/>
            <a:chOff x="1663" y="1198"/>
            <a:chExt cx="910" cy="684"/>
          </a:xfrm>
        </p:grpSpPr>
        <p:pic>
          <p:nvPicPr>
            <p:cNvPr id="56326" name="菱形 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56327" name="矩形 56326"/>
            <p:cNvSpPr/>
            <p:nvPr/>
          </p:nvSpPr>
          <p:spPr>
            <a:xfrm>
              <a:off x="189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56329" name="菱形 11"/>
          <p:cNvSpPr/>
          <p:nvPr/>
        </p:nvSpPr>
        <p:spPr>
          <a:xfrm>
            <a:off x="4316413" y="1790700"/>
            <a:ext cx="1746250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56332" name="菱形 12"/>
          <p:cNvGrpSpPr/>
          <p:nvPr/>
        </p:nvGrpSpPr>
        <p:grpSpPr>
          <a:xfrm>
            <a:off x="4468813" y="1901825"/>
            <a:ext cx="1444625" cy="1085850"/>
            <a:chOff x="2815" y="1198"/>
            <a:chExt cx="910" cy="684"/>
          </a:xfrm>
        </p:grpSpPr>
        <p:pic>
          <p:nvPicPr>
            <p:cNvPr id="56330" name="菱形 12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8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56331" name="矩形 56330"/>
            <p:cNvSpPr/>
            <p:nvPr/>
          </p:nvSpPr>
          <p:spPr>
            <a:xfrm>
              <a:off x="304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56333" name="菱形 13"/>
          <p:cNvSpPr/>
          <p:nvPr/>
        </p:nvSpPr>
        <p:spPr>
          <a:xfrm>
            <a:off x="614045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56336" name="菱形 14"/>
          <p:cNvGrpSpPr/>
          <p:nvPr/>
        </p:nvGrpSpPr>
        <p:grpSpPr>
          <a:xfrm>
            <a:off x="6291263" y="1901825"/>
            <a:ext cx="1444625" cy="1085850"/>
            <a:chOff x="3963" y="1198"/>
            <a:chExt cx="910" cy="684"/>
          </a:xfrm>
        </p:grpSpPr>
        <p:pic>
          <p:nvPicPr>
            <p:cNvPr id="56334" name="菱形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9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56335" name="矩形 56334"/>
            <p:cNvSpPr/>
            <p:nvPr/>
          </p:nvSpPr>
          <p:spPr>
            <a:xfrm>
              <a:off x="4191" y="1370"/>
              <a:ext cx="456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56337" name="菱形 15"/>
          <p:cNvSpPr/>
          <p:nvPr/>
        </p:nvSpPr>
        <p:spPr>
          <a:xfrm>
            <a:off x="7967663" y="1790700"/>
            <a:ext cx="1747837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56340" name="菱形 16"/>
          <p:cNvGrpSpPr/>
          <p:nvPr/>
        </p:nvGrpSpPr>
        <p:grpSpPr>
          <a:xfrm>
            <a:off x="8120063" y="1901825"/>
            <a:ext cx="1444625" cy="1085850"/>
            <a:chOff x="5115" y="1198"/>
            <a:chExt cx="910" cy="684"/>
          </a:xfrm>
        </p:grpSpPr>
        <p:pic>
          <p:nvPicPr>
            <p:cNvPr id="56338" name="菱形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1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56339" name="矩形 56338"/>
            <p:cNvSpPr/>
            <p:nvPr/>
          </p:nvSpPr>
          <p:spPr>
            <a:xfrm>
              <a:off x="5342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56341" name="直接连接符 17"/>
          <p:cNvCxnSpPr/>
          <p:nvPr/>
        </p:nvCxnSpPr>
        <p:spPr>
          <a:xfrm>
            <a:off x="3511550" y="4089400"/>
            <a:ext cx="1582738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cxnSp>
        <p:nvCxnSpPr>
          <p:cNvPr id="56342" name="直接连接符 18"/>
          <p:cNvCxnSpPr/>
          <p:nvPr/>
        </p:nvCxnSpPr>
        <p:spPr>
          <a:xfrm>
            <a:off x="7297738" y="4089400"/>
            <a:ext cx="1584325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9200" y="1790700"/>
            <a:ext cx="7226300" cy="1311275"/>
          </a:xfrm>
        </p:spPr>
        <p:txBody>
          <a:bodyPr anchor="ctr"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222172" y="3798000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3222172" y="4367316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Bell MT" panose="02020503060305020303" pitchFamily="18" charset="0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634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B7D14352-93DB-4C7C-8852-F32637CF069A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6346" name="页脚占位符 16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6347" name="灯片编号占位符 17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BE0D2D20-0E1A-45A2-AAB9-2E72F0CC6ACC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7348" name="图片 4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57351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6B22CDCE-DEDD-4F95-BCC2-EFD925B801F9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7352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735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43AB3CD9-B096-486F-AA4B-B7F211B93DAA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8370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58371" name="矩形 3"/>
          <p:cNvSpPr/>
          <p:nvPr/>
        </p:nvSpPr>
        <p:spPr>
          <a:xfrm>
            <a:off x="1028700" y="2205038"/>
            <a:ext cx="4705350" cy="3740150"/>
          </a:xfrm>
          <a:prstGeom prst="rect">
            <a:avLst/>
          </a:prstGeom>
          <a:solidFill>
            <a:schemeClr val="accent1">
              <a:alpha val="76862"/>
            </a:schemeClr>
          </a:solidFill>
          <a:ln>
            <a:noFill/>
            <a:miter lim="800000"/>
          </a:ln>
        </p:spPr>
        <p:txBody>
          <a:bodyPr lIns="180000" tIns="108000" rIns="180000" bIns="10800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910400" y="569341"/>
            <a:ext cx="8481600" cy="621103"/>
          </a:xfrm>
        </p:spPr>
        <p:txBody>
          <a:bodyPr lIns="0" tIns="0" rIns="0" bIns="0" anchor="ctr">
            <a:normAutofit/>
          </a:bodyPr>
          <a:lstStyle>
            <a:lvl1pPr>
              <a:defRPr sz="37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6048000" y="2206800"/>
            <a:ext cx="4344000" cy="3740400"/>
          </a:xfrm>
        </p:spPr>
        <p:txBody>
          <a:bodyPr vert="horz" wrap="square" lIns="91440" tIns="45720" rIns="91440" bIns="45720" numCol="1" anchor="ctr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027200" y="2206800"/>
            <a:ext cx="4704000" cy="3740400"/>
          </a:xfrm>
          <a:noFill/>
        </p:spPr>
        <p:txBody>
          <a:bodyPr lIns="180000" tIns="108000" rIns="180000" bIns="108000">
            <a:normAutofit/>
          </a:bodyPr>
          <a:lstStyle>
            <a:lvl1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8374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6C0B53B4-A13E-410C-87F8-E0860DE6F5C7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8375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8376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E9792AED-9672-4CA8-9FBD-3C35A9FAA181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9394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89" y="365125"/>
            <a:ext cx="1182511" cy="5811838"/>
          </a:xfrm>
        </p:spPr>
        <p:txBody>
          <a:bodyPr vert="eaVert">
            <a:normAutofit/>
          </a:bodyPr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841828" y="365125"/>
            <a:ext cx="9205283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93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B6326ACD-BE8B-4528-8C73-65ADB630E5D6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93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93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F3918893-FD9C-4BA4-85F1-424095D0602B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DDB9E14A-8F0E-45A6-8985-787FE4A3E322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E59D8AB5-78F3-4CED-BB98-E96AF6F155DB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0420" name="图片 7"/>
          <p:cNvPicPr>
            <a:picLocks noChangeAspect="1"/>
          </p:cNvPicPr>
          <p:nvPr/>
        </p:nvPicPr>
        <p:blipFill>
          <a:blip r:embed="rId2"/>
          <a:srcRect l="397" r="-14" b="1678"/>
          <a:stretch>
            <a:fillRect/>
          </a:stretch>
        </p:blipFill>
        <p:spPr>
          <a:xfrm>
            <a:off x="0" y="-3175"/>
            <a:ext cx="12192000" cy="6861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" name="KSO_CT2"/>
          <p:cNvSpPr>
            <a:spLocks noGrp="1"/>
          </p:cNvSpPr>
          <p:nvPr>
            <p:ph type="subTitle" idx="1"/>
          </p:nvPr>
        </p:nvSpPr>
        <p:spPr>
          <a:xfrm>
            <a:off x="1303077" y="3589222"/>
            <a:ext cx="9781289" cy="9504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 smtClean="0"/>
          </a:p>
        </p:txBody>
      </p:sp>
      <p:sp>
        <p:nvSpPr>
          <p:cNvPr id="7" name="KSO_CT1"/>
          <p:cNvSpPr>
            <a:spLocks noGrp="1"/>
          </p:cNvSpPr>
          <p:nvPr>
            <p:ph type="title"/>
          </p:nvPr>
        </p:nvSpPr>
        <p:spPr>
          <a:xfrm>
            <a:off x="1303077" y="2551610"/>
            <a:ext cx="9797441" cy="1001345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60423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5F06F9F7-F31C-47DA-BF0C-96ECCBE4C9DE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6042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042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11AA7536-6C29-4986-ADD2-AD800170A22C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1444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456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420800" y="1396800"/>
            <a:ext cx="9336000" cy="5234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</p:txBody>
      </p:sp>
      <p:sp>
        <p:nvSpPr>
          <p:cNvPr id="6144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87FFFCD2-B726-4DAD-A9B9-E0DBB626E0A5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6144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14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454BB33-7B6F-4818-BCFF-5FF5A7F3E3AB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2468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62469" name="椭圆 6"/>
          <p:cNvSpPr/>
          <p:nvPr/>
        </p:nvSpPr>
        <p:spPr>
          <a:xfrm>
            <a:off x="2133600" y="2951163"/>
            <a:ext cx="863600" cy="649287"/>
          </a:xfrm>
          <a:prstGeom prst="ellipse">
            <a:avLst/>
          </a:prstGeom>
          <a:noFill/>
          <a:ln w="57150">
            <a:solidFill>
              <a:srgbClr val="EA9D83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zh-CN" altLang="en-US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62470" name="椭圆 10"/>
          <p:cNvSpPr/>
          <p:nvPr/>
        </p:nvSpPr>
        <p:spPr>
          <a:xfrm>
            <a:off x="2706688" y="3384550"/>
            <a:ext cx="487362" cy="365125"/>
          </a:xfrm>
          <a:prstGeom prst="ellipse">
            <a:avLst/>
          </a:prstGeom>
          <a:noFill/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en-US" altLang="en-US" sz="11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62471" name="椭圆 8"/>
          <p:cNvSpPr/>
          <p:nvPr/>
        </p:nvSpPr>
        <p:spPr>
          <a:xfrm>
            <a:off x="2503488" y="2768600"/>
            <a:ext cx="298450" cy="223838"/>
          </a:xfrm>
          <a:prstGeom prst="ellipse">
            <a:avLst/>
          </a:prstGeom>
          <a:noFill/>
          <a:ln w="38100">
            <a:solidFill>
              <a:srgbClr val="F2C37D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zh-CN" altLang="en-US" sz="5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/>
          </p:nvPr>
        </p:nvSpPr>
        <p:spPr>
          <a:xfrm>
            <a:off x="3201600" y="2152800"/>
            <a:ext cx="7219200" cy="1235075"/>
          </a:xfrm>
        </p:spPr>
        <p:txBody>
          <a:bodyPr>
            <a:normAutofit/>
          </a:bodyPr>
          <a:lstStyle>
            <a:lvl1pPr algn="just">
              <a:defRPr sz="32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ST2"/>
          <p:cNvSpPr>
            <a:spLocks noGrp="1"/>
          </p:cNvSpPr>
          <p:nvPr>
            <p:ph type="body" idx="1"/>
          </p:nvPr>
        </p:nvSpPr>
        <p:spPr>
          <a:xfrm>
            <a:off x="3192000" y="3409200"/>
            <a:ext cx="7228800" cy="1872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247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5EB3B46A-B5F0-4E1D-BE9B-73474A853910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6247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247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0E67AB8C-EB09-492C-99EB-B34035A3B1F8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3492" name="图片 7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360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4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420800" y="1414800"/>
            <a:ext cx="9336000" cy="27360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2400">
                <a:solidFill>
                  <a:schemeClr val="tx1"/>
                </a:solidFill>
              </a:defRPr>
            </a:lvl1pPr>
            <a:lvl2pPr marL="716280" indent="-271780" algn="l">
              <a:buFont typeface="Arial" panose="020B0604020202020204" pitchFamily="34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420800" y="4150800"/>
            <a:ext cx="9336000" cy="25992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630555" indent="-271780" algn="l"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6349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A692B369-B2DF-4FAC-884D-989DC158E087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6349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349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79A8A274-01B4-4F3B-B440-2CFB50CEA8AD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099435" y="566056"/>
            <a:ext cx="10515599" cy="81030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5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5" y="2200274"/>
            <a:ext cx="5183188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6451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39F0576C-23AC-4075-A496-3E47E3644D7A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6451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452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F46672F-80E8-4686-8602-01C9169045F7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5540" name="图片 18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65541" name="菱形 9"/>
          <p:cNvSpPr/>
          <p:nvPr/>
        </p:nvSpPr>
        <p:spPr>
          <a:xfrm>
            <a:off x="248920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65544" name="菱形 10"/>
          <p:cNvGrpSpPr/>
          <p:nvPr/>
        </p:nvGrpSpPr>
        <p:grpSpPr>
          <a:xfrm>
            <a:off x="2640013" y="1901825"/>
            <a:ext cx="1444625" cy="1085850"/>
            <a:chOff x="1663" y="1198"/>
            <a:chExt cx="910" cy="684"/>
          </a:xfrm>
        </p:grpSpPr>
        <p:pic>
          <p:nvPicPr>
            <p:cNvPr id="65542" name="菱形 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65543" name="矩形 65542"/>
            <p:cNvSpPr/>
            <p:nvPr/>
          </p:nvSpPr>
          <p:spPr>
            <a:xfrm>
              <a:off x="189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65545" name="菱形 11"/>
          <p:cNvSpPr/>
          <p:nvPr/>
        </p:nvSpPr>
        <p:spPr>
          <a:xfrm>
            <a:off x="4316413" y="1790700"/>
            <a:ext cx="1746250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65548" name="菱形 12"/>
          <p:cNvGrpSpPr/>
          <p:nvPr/>
        </p:nvGrpSpPr>
        <p:grpSpPr>
          <a:xfrm>
            <a:off x="4468813" y="1901825"/>
            <a:ext cx="1444625" cy="1085850"/>
            <a:chOff x="2815" y="1198"/>
            <a:chExt cx="910" cy="684"/>
          </a:xfrm>
        </p:grpSpPr>
        <p:pic>
          <p:nvPicPr>
            <p:cNvPr id="65546" name="菱形 12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8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65547" name="矩形 65546"/>
            <p:cNvSpPr/>
            <p:nvPr/>
          </p:nvSpPr>
          <p:spPr>
            <a:xfrm>
              <a:off x="304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65549" name="菱形 13"/>
          <p:cNvSpPr/>
          <p:nvPr/>
        </p:nvSpPr>
        <p:spPr>
          <a:xfrm>
            <a:off x="614045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65552" name="菱形 14"/>
          <p:cNvGrpSpPr/>
          <p:nvPr/>
        </p:nvGrpSpPr>
        <p:grpSpPr>
          <a:xfrm>
            <a:off x="6291263" y="1901825"/>
            <a:ext cx="1444625" cy="1085850"/>
            <a:chOff x="3963" y="1198"/>
            <a:chExt cx="910" cy="684"/>
          </a:xfrm>
        </p:grpSpPr>
        <p:pic>
          <p:nvPicPr>
            <p:cNvPr id="65550" name="菱形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9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65551" name="矩形 65550"/>
            <p:cNvSpPr/>
            <p:nvPr/>
          </p:nvSpPr>
          <p:spPr>
            <a:xfrm>
              <a:off x="4191" y="1370"/>
              <a:ext cx="456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65553" name="菱形 15"/>
          <p:cNvSpPr/>
          <p:nvPr/>
        </p:nvSpPr>
        <p:spPr>
          <a:xfrm>
            <a:off x="7967663" y="1790700"/>
            <a:ext cx="1747837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65556" name="菱形 16"/>
          <p:cNvGrpSpPr/>
          <p:nvPr/>
        </p:nvGrpSpPr>
        <p:grpSpPr>
          <a:xfrm>
            <a:off x="8120063" y="1901825"/>
            <a:ext cx="1444625" cy="1085850"/>
            <a:chOff x="5115" y="1198"/>
            <a:chExt cx="910" cy="684"/>
          </a:xfrm>
        </p:grpSpPr>
        <p:pic>
          <p:nvPicPr>
            <p:cNvPr id="65554" name="菱形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1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65555" name="矩形 65554"/>
            <p:cNvSpPr/>
            <p:nvPr/>
          </p:nvSpPr>
          <p:spPr>
            <a:xfrm>
              <a:off x="5342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65557" name="直接连接符 17"/>
          <p:cNvCxnSpPr/>
          <p:nvPr/>
        </p:nvCxnSpPr>
        <p:spPr>
          <a:xfrm>
            <a:off x="3511550" y="4089400"/>
            <a:ext cx="1582738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cxnSp>
        <p:nvCxnSpPr>
          <p:cNvPr id="65558" name="直接连接符 18"/>
          <p:cNvCxnSpPr/>
          <p:nvPr/>
        </p:nvCxnSpPr>
        <p:spPr>
          <a:xfrm>
            <a:off x="7297738" y="4089400"/>
            <a:ext cx="1584325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9200" y="1790700"/>
            <a:ext cx="7226300" cy="1311275"/>
          </a:xfrm>
        </p:spPr>
        <p:txBody>
          <a:bodyPr anchor="ctr"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222172" y="3798000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3222172" y="4367316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Bell MT" panose="02020503060305020303" pitchFamily="18" charset="0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5561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55AAF5DD-07E8-4208-97FC-F2D9FF51065C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65562" name="页脚占位符 16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5563" name="灯片编号占位符 17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B82FD9BE-317E-4433-9A96-5B837B890849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6564" name="图片 4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66567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3351B743-4AA5-4A47-A97F-3C62C3BC6DAA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6656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656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6DE30E5C-665B-4065-B5AB-75EA0919AE77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7586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67587" name="矩形 3"/>
          <p:cNvSpPr/>
          <p:nvPr/>
        </p:nvSpPr>
        <p:spPr>
          <a:xfrm>
            <a:off x="1028700" y="2205038"/>
            <a:ext cx="4705350" cy="3740150"/>
          </a:xfrm>
          <a:prstGeom prst="rect">
            <a:avLst/>
          </a:prstGeom>
          <a:solidFill>
            <a:schemeClr val="accent1">
              <a:alpha val="76862"/>
            </a:schemeClr>
          </a:solidFill>
          <a:ln>
            <a:noFill/>
            <a:miter lim="800000"/>
          </a:ln>
        </p:spPr>
        <p:txBody>
          <a:bodyPr lIns="180000" tIns="108000" rIns="180000" bIns="10800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910400" y="569341"/>
            <a:ext cx="8481600" cy="621103"/>
          </a:xfrm>
        </p:spPr>
        <p:txBody>
          <a:bodyPr lIns="0" tIns="0" rIns="0" bIns="0" anchor="ctr">
            <a:normAutofit/>
          </a:bodyPr>
          <a:lstStyle>
            <a:lvl1pPr>
              <a:defRPr sz="37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6048000" y="2206800"/>
            <a:ext cx="4344000" cy="3740400"/>
          </a:xfrm>
        </p:spPr>
        <p:txBody>
          <a:bodyPr vert="horz" wrap="square" lIns="91440" tIns="45720" rIns="91440" bIns="45720" numCol="1" anchor="ctr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027200" y="2206800"/>
            <a:ext cx="4704000" cy="3740400"/>
          </a:xfrm>
          <a:noFill/>
        </p:spPr>
        <p:txBody>
          <a:bodyPr lIns="180000" tIns="108000" rIns="180000" bIns="108000">
            <a:normAutofit/>
          </a:bodyPr>
          <a:lstStyle>
            <a:lvl1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7590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6519368B-EE9E-4F4A-A68A-682DF7476CD8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67591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7592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194DDC7C-86AD-4730-A61A-8CC45AD54655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8610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89" y="365125"/>
            <a:ext cx="1182511" cy="5811838"/>
          </a:xfrm>
        </p:spPr>
        <p:txBody>
          <a:bodyPr vert="eaVert">
            <a:normAutofit/>
          </a:bodyPr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841828" y="365125"/>
            <a:ext cx="9205283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68613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248838D1-E6C7-4591-9F02-6A9FFF518971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6861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861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1557DE4-C18C-4F0E-81EE-F860BA695287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6963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4C1C84E9-7521-409E-8BAC-AD7AB246233F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6963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964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21F735E7-E42C-42D0-ABA1-3FAE657AA635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0660" name="图片 7"/>
          <p:cNvPicPr>
            <a:picLocks noChangeAspect="1"/>
          </p:cNvPicPr>
          <p:nvPr/>
        </p:nvPicPr>
        <p:blipFill>
          <a:blip r:embed="rId2"/>
          <a:srcRect l="397" r="-14" b="1678"/>
          <a:stretch>
            <a:fillRect/>
          </a:stretch>
        </p:blipFill>
        <p:spPr>
          <a:xfrm>
            <a:off x="0" y="-3175"/>
            <a:ext cx="12192000" cy="6861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" name="KSO_CT2"/>
          <p:cNvSpPr>
            <a:spLocks noGrp="1"/>
          </p:cNvSpPr>
          <p:nvPr>
            <p:ph type="subTitle" idx="1"/>
          </p:nvPr>
        </p:nvSpPr>
        <p:spPr>
          <a:xfrm>
            <a:off x="1303077" y="3589222"/>
            <a:ext cx="9781289" cy="9504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 smtClean="0"/>
          </a:p>
        </p:txBody>
      </p:sp>
      <p:sp>
        <p:nvSpPr>
          <p:cNvPr id="7" name="KSO_CT1"/>
          <p:cNvSpPr>
            <a:spLocks noGrp="1"/>
          </p:cNvSpPr>
          <p:nvPr>
            <p:ph type="title"/>
          </p:nvPr>
        </p:nvSpPr>
        <p:spPr>
          <a:xfrm>
            <a:off x="1303077" y="2551610"/>
            <a:ext cx="9797441" cy="1001345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0663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F020666E-F2D8-4802-91E2-0165172C943A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7066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7066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11C91CFC-D7D5-4712-AF2C-701130A0D468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1684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456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420800" y="1396800"/>
            <a:ext cx="9336000" cy="5234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</p:txBody>
      </p:sp>
      <p:sp>
        <p:nvSpPr>
          <p:cNvPr id="7168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3FAF9F1E-D0ED-423D-8EE2-C3FFFF857FDC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7168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716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F4FFB62-B3F0-45D3-9B80-B6CA79EF11FC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2708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72709" name="椭圆 6"/>
          <p:cNvSpPr/>
          <p:nvPr/>
        </p:nvSpPr>
        <p:spPr>
          <a:xfrm>
            <a:off x="2133600" y="2951163"/>
            <a:ext cx="863600" cy="649287"/>
          </a:xfrm>
          <a:prstGeom prst="ellipse">
            <a:avLst/>
          </a:prstGeom>
          <a:noFill/>
          <a:ln w="57150">
            <a:solidFill>
              <a:srgbClr val="EA9D83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zh-CN" altLang="en-US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72710" name="椭圆 10"/>
          <p:cNvSpPr/>
          <p:nvPr/>
        </p:nvSpPr>
        <p:spPr>
          <a:xfrm>
            <a:off x="2706688" y="3384550"/>
            <a:ext cx="487362" cy="365125"/>
          </a:xfrm>
          <a:prstGeom prst="ellipse">
            <a:avLst/>
          </a:prstGeom>
          <a:noFill/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en-US" altLang="en-US" sz="11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72711" name="椭圆 8"/>
          <p:cNvSpPr/>
          <p:nvPr/>
        </p:nvSpPr>
        <p:spPr>
          <a:xfrm>
            <a:off x="2503488" y="2768600"/>
            <a:ext cx="298450" cy="223838"/>
          </a:xfrm>
          <a:prstGeom prst="ellipse">
            <a:avLst/>
          </a:prstGeom>
          <a:noFill/>
          <a:ln w="38100">
            <a:solidFill>
              <a:srgbClr val="F2C37D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zh-CN" altLang="en-US" sz="5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/>
          </p:nvPr>
        </p:nvSpPr>
        <p:spPr>
          <a:xfrm>
            <a:off x="3201600" y="2152800"/>
            <a:ext cx="7219200" cy="1235075"/>
          </a:xfrm>
        </p:spPr>
        <p:txBody>
          <a:bodyPr>
            <a:normAutofit/>
          </a:bodyPr>
          <a:lstStyle>
            <a:lvl1pPr algn="just">
              <a:defRPr sz="32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ST2"/>
          <p:cNvSpPr>
            <a:spLocks noGrp="1"/>
          </p:cNvSpPr>
          <p:nvPr>
            <p:ph type="body" idx="1"/>
          </p:nvPr>
        </p:nvSpPr>
        <p:spPr>
          <a:xfrm>
            <a:off x="3192000" y="3409200"/>
            <a:ext cx="7228800" cy="1872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7271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59BA8307-D880-417A-BEE9-4DB24A871FA2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7271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7271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425171D2-9C05-4D75-839E-BE6938794F1A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3732" name="图片 7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360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4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420800" y="1414800"/>
            <a:ext cx="9336000" cy="27360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2400">
                <a:solidFill>
                  <a:schemeClr val="tx1"/>
                </a:solidFill>
              </a:defRPr>
            </a:lvl1pPr>
            <a:lvl2pPr marL="716280" indent="-271780" algn="l">
              <a:buFont typeface="Arial" panose="020B0604020202020204" pitchFamily="34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420800" y="4150800"/>
            <a:ext cx="9336000" cy="25992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630555" indent="-271780" algn="l"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373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830FC21B-15D7-4D80-9A52-41D43D3DA8BB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7373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7373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63EF1D3F-70AB-4703-86EE-4B87D4C2483E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099435" y="566056"/>
            <a:ext cx="10515599" cy="81030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5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5" y="2200274"/>
            <a:ext cx="5183188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475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ED0B369E-B197-445A-9A28-01B4BCE46448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7475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7476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24DE640-5FEB-4BE2-B2B4-43DEA41AFDB0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5780" name="图片 18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75781" name="菱形 9"/>
          <p:cNvSpPr/>
          <p:nvPr/>
        </p:nvSpPr>
        <p:spPr>
          <a:xfrm>
            <a:off x="248920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75784" name="菱形 10"/>
          <p:cNvGrpSpPr/>
          <p:nvPr/>
        </p:nvGrpSpPr>
        <p:grpSpPr>
          <a:xfrm>
            <a:off x="2640013" y="1901825"/>
            <a:ext cx="1444625" cy="1085850"/>
            <a:chOff x="1663" y="1198"/>
            <a:chExt cx="910" cy="684"/>
          </a:xfrm>
        </p:grpSpPr>
        <p:pic>
          <p:nvPicPr>
            <p:cNvPr id="75782" name="菱形 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75783" name="矩形 75782"/>
            <p:cNvSpPr/>
            <p:nvPr/>
          </p:nvSpPr>
          <p:spPr>
            <a:xfrm>
              <a:off x="189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75785" name="菱形 11"/>
          <p:cNvSpPr/>
          <p:nvPr/>
        </p:nvSpPr>
        <p:spPr>
          <a:xfrm>
            <a:off x="4316413" y="1790700"/>
            <a:ext cx="1746250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75788" name="菱形 12"/>
          <p:cNvGrpSpPr/>
          <p:nvPr/>
        </p:nvGrpSpPr>
        <p:grpSpPr>
          <a:xfrm>
            <a:off x="4468813" y="1901825"/>
            <a:ext cx="1444625" cy="1085850"/>
            <a:chOff x="2815" y="1198"/>
            <a:chExt cx="910" cy="684"/>
          </a:xfrm>
        </p:grpSpPr>
        <p:pic>
          <p:nvPicPr>
            <p:cNvPr id="75786" name="菱形 12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8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75787" name="矩形 75786"/>
            <p:cNvSpPr/>
            <p:nvPr/>
          </p:nvSpPr>
          <p:spPr>
            <a:xfrm>
              <a:off x="304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75789" name="菱形 13"/>
          <p:cNvSpPr/>
          <p:nvPr/>
        </p:nvSpPr>
        <p:spPr>
          <a:xfrm>
            <a:off x="614045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75792" name="菱形 14"/>
          <p:cNvGrpSpPr/>
          <p:nvPr/>
        </p:nvGrpSpPr>
        <p:grpSpPr>
          <a:xfrm>
            <a:off x="6291263" y="1901825"/>
            <a:ext cx="1444625" cy="1085850"/>
            <a:chOff x="3963" y="1198"/>
            <a:chExt cx="910" cy="684"/>
          </a:xfrm>
        </p:grpSpPr>
        <p:pic>
          <p:nvPicPr>
            <p:cNvPr id="75790" name="菱形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9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75791" name="矩形 75790"/>
            <p:cNvSpPr/>
            <p:nvPr/>
          </p:nvSpPr>
          <p:spPr>
            <a:xfrm>
              <a:off x="4191" y="1370"/>
              <a:ext cx="456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75793" name="菱形 15"/>
          <p:cNvSpPr/>
          <p:nvPr/>
        </p:nvSpPr>
        <p:spPr>
          <a:xfrm>
            <a:off x="7967663" y="1790700"/>
            <a:ext cx="1747837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75796" name="菱形 16"/>
          <p:cNvGrpSpPr/>
          <p:nvPr/>
        </p:nvGrpSpPr>
        <p:grpSpPr>
          <a:xfrm>
            <a:off x="8120063" y="1901825"/>
            <a:ext cx="1444625" cy="1085850"/>
            <a:chOff x="5115" y="1198"/>
            <a:chExt cx="910" cy="684"/>
          </a:xfrm>
        </p:grpSpPr>
        <p:pic>
          <p:nvPicPr>
            <p:cNvPr id="75794" name="菱形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1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75795" name="矩形 75794"/>
            <p:cNvSpPr/>
            <p:nvPr/>
          </p:nvSpPr>
          <p:spPr>
            <a:xfrm>
              <a:off x="5342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75797" name="直接连接符 17"/>
          <p:cNvCxnSpPr/>
          <p:nvPr/>
        </p:nvCxnSpPr>
        <p:spPr>
          <a:xfrm>
            <a:off x="3511550" y="4089400"/>
            <a:ext cx="1582738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cxnSp>
        <p:nvCxnSpPr>
          <p:cNvPr id="75798" name="直接连接符 18"/>
          <p:cNvCxnSpPr/>
          <p:nvPr/>
        </p:nvCxnSpPr>
        <p:spPr>
          <a:xfrm>
            <a:off x="7297738" y="4089400"/>
            <a:ext cx="1584325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9200" y="1790700"/>
            <a:ext cx="7226300" cy="1311275"/>
          </a:xfrm>
        </p:spPr>
        <p:txBody>
          <a:bodyPr anchor="ctr"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222172" y="3798000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3222172" y="4367316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Bell MT" panose="02020503060305020303" pitchFamily="18" charset="0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75801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2A1E476B-73FB-4D9C-B9D2-BF64AF173047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75802" name="页脚占位符 16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75803" name="灯片编号占位符 17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3CD2BD3A-526A-4FF3-B9AE-B9DAB1C88365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6804" name="图片 4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76807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1A9B7223-82F1-4702-AFFA-8DB68EE88940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7680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7680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E81C69C3-19A0-4F71-9185-46A0A9FD10CD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7826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77827" name="矩形 3"/>
          <p:cNvSpPr/>
          <p:nvPr/>
        </p:nvSpPr>
        <p:spPr>
          <a:xfrm>
            <a:off x="1028700" y="2205038"/>
            <a:ext cx="4705350" cy="3740150"/>
          </a:xfrm>
          <a:prstGeom prst="rect">
            <a:avLst/>
          </a:prstGeom>
          <a:solidFill>
            <a:schemeClr val="accent1">
              <a:alpha val="76862"/>
            </a:schemeClr>
          </a:solidFill>
          <a:ln>
            <a:noFill/>
            <a:miter lim="800000"/>
          </a:ln>
        </p:spPr>
        <p:txBody>
          <a:bodyPr lIns="180000" tIns="108000" rIns="180000" bIns="10800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910400" y="569341"/>
            <a:ext cx="8481600" cy="621103"/>
          </a:xfrm>
        </p:spPr>
        <p:txBody>
          <a:bodyPr lIns="0" tIns="0" rIns="0" bIns="0" anchor="ctr">
            <a:normAutofit/>
          </a:bodyPr>
          <a:lstStyle>
            <a:lvl1pPr>
              <a:defRPr sz="37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6048000" y="2206800"/>
            <a:ext cx="4344000" cy="3740400"/>
          </a:xfrm>
        </p:spPr>
        <p:txBody>
          <a:bodyPr vert="horz" wrap="square" lIns="91440" tIns="45720" rIns="91440" bIns="45720" numCol="1" anchor="ctr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027200" y="2206800"/>
            <a:ext cx="4704000" cy="3740400"/>
          </a:xfrm>
          <a:noFill/>
        </p:spPr>
        <p:txBody>
          <a:bodyPr lIns="180000" tIns="108000" rIns="180000" bIns="108000">
            <a:normAutofit/>
          </a:bodyPr>
          <a:lstStyle>
            <a:lvl1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77830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937CD049-FDD4-443F-8956-F64626E04719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77831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77832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DA2EDB23-FF56-4918-BE3B-D3900606C97C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8850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89" y="365125"/>
            <a:ext cx="1182511" cy="5811838"/>
          </a:xfrm>
        </p:spPr>
        <p:txBody>
          <a:bodyPr vert="eaVert">
            <a:normAutofit/>
          </a:bodyPr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841828" y="365125"/>
            <a:ext cx="9205283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8853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4A5468F2-1B3B-4B83-82E5-34314B8809E8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7885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7885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42E5A059-697C-4CC2-BDA3-BA016E75DE6F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987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5A98BE27-91EF-4FCD-83F6-5DCC62E6EDDB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  <a:ea typeface="黑体" panose="02010609060101010101" pitchFamily="49" charset="-122"/>
            </a:endParaRPr>
          </a:p>
        </p:txBody>
      </p:sp>
      <p:sp>
        <p:nvSpPr>
          <p:cNvPr id="7987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7988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7CE718FC-E333-4ADD-9EC0-B16EC92951AD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0900" name="图片 7"/>
          <p:cNvPicPr>
            <a:picLocks noChangeAspect="1"/>
          </p:cNvPicPr>
          <p:nvPr/>
        </p:nvPicPr>
        <p:blipFill>
          <a:blip r:embed="rId2"/>
          <a:srcRect l="397" r="-14" b="1678"/>
          <a:stretch>
            <a:fillRect/>
          </a:stretch>
        </p:blipFill>
        <p:spPr>
          <a:xfrm>
            <a:off x="0" y="-3175"/>
            <a:ext cx="12192000" cy="6861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" name="KSO_CT2"/>
          <p:cNvSpPr>
            <a:spLocks noGrp="1"/>
          </p:cNvSpPr>
          <p:nvPr>
            <p:ph type="subTitle" idx="1"/>
          </p:nvPr>
        </p:nvSpPr>
        <p:spPr>
          <a:xfrm>
            <a:off x="1303077" y="3589222"/>
            <a:ext cx="9781289" cy="9504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 smtClean="0"/>
          </a:p>
        </p:txBody>
      </p:sp>
      <p:sp>
        <p:nvSpPr>
          <p:cNvPr id="7" name="KSO_CT1"/>
          <p:cNvSpPr>
            <a:spLocks noGrp="1"/>
          </p:cNvSpPr>
          <p:nvPr>
            <p:ph type="title"/>
          </p:nvPr>
        </p:nvSpPr>
        <p:spPr>
          <a:xfrm>
            <a:off x="1303077" y="2551610"/>
            <a:ext cx="9797441" cy="1001345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0903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8E6C9B1E-8EF1-490A-BF2D-B75A5222B74D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090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090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B22D1E1B-AEF0-4874-9A85-F338CB612802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1924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456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420800" y="1396800"/>
            <a:ext cx="9336000" cy="5234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</p:txBody>
      </p:sp>
      <p:sp>
        <p:nvSpPr>
          <p:cNvPr id="8192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16C5E27D-D7A9-4C7C-B5B6-027A839575DF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192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19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F4F3099-E987-41FE-ABF2-CBE0830D7786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2948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82949" name="椭圆 6"/>
          <p:cNvSpPr/>
          <p:nvPr/>
        </p:nvSpPr>
        <p:spPr>
          <a:xfrm>
            <a:off x="2133600" y="2951163"/>
            <a:ext cx="863600" cy="649287"/>
          </a:xfrm>
          <a:prstGeom prst="ellipse">
            <a:avLst/>
          </a:prstGeom>
          <a:noFill/>
          <a:ln w="57150">
            <a:solidFill>
              <a:srgbClr val="EA9D83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zh-CN" altLang="en-US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82950" name="椭圆 10"/>
          <p:cNvSpPr/>
          <p:nvPr/>
        </p:nvSpPr>
        <p:spPr>
          <a:xfrm>
            <a:off x="2706688" y="3384550"/>
            <a:ext cx="487362" cy="365125"/>
          </a:xfrm>
          <a:prstGeom prst="ellipse">
            <a:avLst/>
          </a:prstGeom>
          <a:noFill/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en-US" altLang="en-US" sz="13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82951" name="椭圆 8"/>
          <p:cNvSpPr/>
          <p:nvPr/>
        </p:nvSpPr>
        <p:spPr>
          <a:xfrm>
            <a:off x="2503488" y="2768600"/>
            <a:ext cx="298450" cy="223838"/>
          </a:xfrm>
          <a:prstGeom prst="ellipse">
            <a:avLst/>
          </a:prstGeom>
          <a:noFill/>
          <a:ln w="38100">
            <a:solidFill>
              <a:srgbClr val="F2C37D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zh-CN" altLang="en-US" sz="5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/>
          </p:nvPr>
        </p:nvSpPr>
        <p:spPr>
          <a:xfrm>
            <a:off x="3201600" y="2152800"/>
            <a:ext cx="7219200" cy="1235075"/>
          </a:xfrm>
        </p:spPr>
        <p:txBody>
          <a:bodyPr>
            <a:normAutofit/>
          </a:bodyPr>
          <a:lstStyle>
            <a:lvl1pPr algn="just">
              <a:defRPr sz="32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ST2"/>
          <p:cNvSpPr>
            <a:spLocks noGrp="1"/>
          </p:cNvSpPr>
          <p:nvPr>
            <p:ph type="body" idx="1"/>
          </p:nvPr>
        </p:nvSpPr>
        <p:spPr>
          <a:xfrm>
            <a:off x="3192000" y="3409200"/>
            <a:ext cx="7228800" cy="1872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8295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85568064-1E3C-44A8-A257-35D913A0CF37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295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295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61F1F985-A587-41D5-B330-F6D26DF1BF5B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3972" name="图片 7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360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4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420800" y="1414800"/>
            <a:ext cx="9336000" cy="27360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2400">
                <a:solidFill>
                  <a:schemeClr val="tx1"/>
                </a:solidFill>
              </a:defRPr>
            </a:lvl1pPr>
            <a:lvl2pPr marL="716280" indent="-271780" algn="l">
              <a:buFont typeface="Arial" panose="020B0604020202020204" pitchFamily="34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420800" y="4150800"/>
            <a:ext cx="9336000" cy="25992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630555" indent="-271780" algn="l"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8397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A36997FA-7B6C-46FD-BBC3-E00C1B62B4A4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397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397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8FB95901-9039-433C-B678-0A1960DAAD06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099435" y="566056"/>
            <a:ext cx="10515599" cy="81030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5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5" y="2200274"/>
            <a:ext cx="5183188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CA8C9890-DC44-4B3A-9541-CA03254DBC82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6235DC83-3255-412E-AFB6-0C05951C07FB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4996" name="图片 18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84997" name="菱形 9"/>
          <p:cNvSpPr/>
          <p:nvPr/>
        </p:nvSpPr>
        <p:spPr>
          <a:xfrm>
            <a:off x="248920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85000" name="菱形 10"/>
          <p:cNvGrpSpPr/>
          <p:nvPr/>
        </p:nvGrpSpPr>
        <p:grpSpPr>
          <a:xfrm>
            <a:off x="2640013" y="1901825"/>
            <a:ext cx="1444625" cy="1085850"/>
            <a:chOff x="1663" y="1198"/>
            <a:chExt cx="910" cy="684"/>
          </a:xfrm>
        </p:grpSpPr>
        <p:pic>
          <p:nvPicPr>
            <p:cNvPr id="84998" name="菱形 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84999" name="矩形 84998"/>
            <p:cNvSpPr/>
            <p:nvPr/>
          </p:nvSpPr>
          <p:spPr>
            <a:xfrm>
              <a:off x="189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85001" name="菱形 11"/>
          <p:cNvSpPr/>
          <p:nvPr/>
        </p:nvSpPr>
        <p:spPr>
          <a:xfrm>
            <a:off x="4316413" y="1790700"/>
            <a:ext cx="1746250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85004" name="菱形 12"/>
          <p:cNvGrpSpPr/>
          <p:nvPr/>
        </p:nvGrpSpPr>
        <p:grpSpPr>
          <a:xfrm>
            <a:off x="4468813" y="1901825"/>
            <a:ext cx="1444625" cy="1085850"/>
            <a:chOff x="2815" y="1198"/>
            <a:chExt cx="910" cy="684"/>
          </a:xfrm>
        </p:grpSpPr>
        <p:pic>
          <p:nvPicPr>
            <p:cNvPr id="85002" name="菱形 12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8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85003" name="矩形 85002"/>
            <p:cNvSpPr/>
            <p:nvPr/>
          </p:nvSpPr>
          <p:spPr>
            <a:xfrm>
              <a:off x="304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85005" name="菱形 13"/>
          <p:cNvSpPr/>
          <p:nvPr/>
        </p:nvSpPr>
        <p:spPr>
          <a:xfrm>
            <a:off x="614045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85008" name="菱形 14"/>
          <p:cNvGrpSpPr/>
          <p:nvPr/>
        </p:nvGrpSpPr>
        <p:grpSpPr>
          <a:xfrm>
            <a:off x="6291263" y="1901825"/>
            <a:ext cx="1444625" cy="1085850"/>
            <a:chOff x="3963" y="1198"/>
            <a:chExt cx="910" cy="684"/>
          </a:xfrm>
        </p:grpSpPr>
        <p:pic>
          <p:nvPicPr>
            <p:cNvPr id="85006" name="菱形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9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85007" name="矩形 85006"/>
            <p:cNvSpPr/>
            <p:nvPr/>
          </p:nvSpPr>
          <p:spPr>
            <a:xfrm>
              <a:off x="4191" y="1370"/>
              <a:ext cx="456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85009" name="菱形 15"/>
          <p:cNvSpPr/>
          <p:nvPr/>
        </p:nvSpPr>
        <p:spPr>
          <a:xfrm>
            <a:off x="7967663" y="1790700"/>
            <a:ext cx="1747837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85012" name="菱形 16"/>
          <p:cNvGrpSpPr/>
          <p:nvPr/>
        </p:nvGrpSpPr>
        <p:grpSpPr>
          <a:xfrm>
            <a:off x="8120063" y="1901825"/>
            <a:ext cx="1444625" cy="1085850"/>
            <a:chOff x="5115" y="1198"/>
            <a:chExt cx="910" cy="684"/>
          </a:xfrm>
        </p:grpSpPr>
        <p:pic>
          <p:nvPicPr>
            <p:cNvPr id="85010" name="菱形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1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85011" name="矩形 85010"/>
            <p:cNvSpPr/>
            <p:nvPr/>
          </p:nvSpPr>
          <p:spPr>
            <a:xfrm>
              <a:off x="5342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85013" name="直接连接符 17"/>
          <p:cNvCxnSpPr/>
          <p:nvPr/>
        </p:nvCxnSpPr>
        <p:spPr>
          <a:xfrm>
            <a:off x="3511550" y="4089400"/>
            <a:ext cx="1582738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cxnSp>
        <p:nvCxnSpPr>
          <p:cNvPr id="85014" name="直接连接符 18"/>
          <p:cNvCxnSpPr/>
          <p:nvPr/>
        </p:nvCxnSpPr>
        <p:spPr>
          <a:xfrm>
            <a:off x="7297738" y="4089400"/>
            <a:ext cx="1584325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9200" y="1790700"/>
            <a:ext cx="7226300" cy="1311275"/>
          </a:xfrm>
        </p:spPr>
        <p:txBody>
          <a:bodyPr anchor="ctr"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222172" y="3798000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3222172" y="4367316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Bell MT" panose="02020503060305020303" pitchFamily="18" charset="0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8501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627D0164-C57B-4CC0-AC0D-81C223466991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5018" name="页脚占位符 16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5019" name="灯片编号占位符 17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A2BC7C66-1724-4134-8D75-F5AA797F1C28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6020" name="图片 4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86023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FD9335C4-E607-446A-A4B4-E9BADA0D899A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6024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602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945E7A6-5EC9-4FB2-9BE1-27A4360BFBC8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7042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87043" name="矩形 3"/>
          <p:cNvSpPr/>
          <p:nvPr/>
        </p:nvSpPr>
        <p:spPr>
          <a:xfrm>
            <a:off x="1028700" y="2205038"/>
            <a:ext cx="4705350" cy="3740150"/>
          </a:xfrm>
          <a:prstGeom prst="rect">
            <a:avLst/>
          </a:prstGeom>
          <a:solidFill>
            <a:schemeClr val="accent1">
              <a:alpha val="76862"/>
            </a:schemeClr>
          </a:solidFill>
          <a:ln>
            <a:noFill/>
            <a:miter lim="800000"/>
          </a:ln>
        </p:spPr>
        <p:txBody>
          <a:bodyPr lIns="180000" tIns="108000" rIns="180000" bIns="10800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910400" y="569341"/>
            <a:ext cx="8481600" cy="621103"/>
          </a:xfrm>
        </p:spPr>
        <p:txBody>
          <a:bodyPr lIns="0" tIns="0" rIns="0" bIns="0" anchor="ctr">
            <a:normAutofit/>
          </a:bodyPr>
          <a:lstStyle>
            <a:lvl1pPr>
              <a:defRPr sz="37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6048000" y="2206800"/>
            <a:ext cx="4344000" cy="3740400"/>
          </a:xfrm>
        </p:spPr>
        <p:txBody>
          <a:bodyPr vert="horz" wrap="square" lIns="91440" tIns="45720" rIns="91440" bIns="45720" numCol="1" anchor="ctr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027200" y="2206800"/>
            <a:ext cx="4704000" cy="3740400"/>
          </a:xfrm>
          <a:noFill/>
        </p:spPr>
        <p:txBody>
          <a:bodyPr lIns="180000" tIns="108000" rIns="180000" bIns="108000">
            <a:normAutofit/>
          </a:bodyPr>
          <a:lstStyle>
            <a:lvl1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87046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E8E9B483-2C01-4954-95AA-8094B50C01DE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704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704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F05E1A2E-DD54-4EC3-AE1E-22D8C7C261C9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8066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89" y="365125"/>
            <a:ext cx="1182511" cy="5811838"/>
          </a:xfrm>
        </p:spPr>
        <p:txBody>
          <a:bodyPr vert="eaVert">
            <a:normAutofit/>
          </a:bodyPr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841828" y="365125"/>
            <a:ext cx="9205283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8806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F248E66C-A7F0-4B8B-9B2C-4F4710126185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807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807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6CAACBBA-0836-477B-A871-B012754B201E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CA8C9890-DC44-4B3A-9541-CA03254DBC82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6235DC83-3255-412E-AFB6-0C05951C07FB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9092" name="图片 7"/>
          <p:cNvPicPr>
            <a:picLocks noChangeAspect="1"/>
          </p:cNvPicPr>
          <p:nvPr/>
        </p:nvPicPr>
        <p:blipFill>
          <a:blip r:embed="rId2"/>
          <a:srcRect l="397" r="-14" b="1678"/>
          <a:stretch>
            <a:fillRect/>
          </a:stretch>
        </p:blipFill>
        <p:spPr>
          <a:xfrm>
            <a:off x="0" y="-3175"/>
            <a:ext cx="12192000" cy="6861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" name="KSO_CT2"/>
          <p:cNvSpPr>
            <a:spLocks noGrp="1"/>
          </p:cNvSpPr>
          <p:nvPr>
            <p:ph type="subTitle" idx="1"/>
          </p:nvPr>
        </p:nvSpPr>
        <p:spPr>
          <a:xfrm>
            <a:off x="1303077" y="3589222"/>
            <a:ext cx="9781289" cy="9504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 smtClean="0"/>
          </a:p>
        </p:txBody>
      </p:sp>
      <p:sp>
        <p:nvSpPr>
          <p:cNvPr id="7" name="KSO_CT1"/>
          <p:cNvSpPr>
            <a:spLocks noGrp="1"/>
          </p:cNvSpPr>
          <p:nvPr>
            <p:ph type="title"/>
          </p:nvPr>
        </p:nvSpPr>
        <p:spPr>
          <a:xfrm>
            <a:off x="1303077" y="2551610"/>
            <a:ext cx="9797441" cy="1001345"/>
          </a:xfrm>
        </p:spPr>
        <p:txBody>
          <a:bodyPr>
            <a:normAutofit/>
          </a:bodyPr>
          <a:lstStyle>
            <a:lvl1pPr algn="ctr">
              <a:defRPr sz="4400" baseline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9095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B88C62D6-9AB5-4EA5-985E-4A78B7AD01A0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9096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909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3D1A916-34F5-47C3-9325-60F266FE24D0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0116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456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1420800" y="1396800"/>
            <a:ext cx="9336000" cy="5234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</p:txBody>
      </p:sp>
      <p:sp>
        <p:nvSpPr>
          <p:cNvPr id="9011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D7FC61C0-AC13-4AAA-BFEA-1DD161B427D0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012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01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409C3C6E-3F5B-4451-9BAB-C44CCA1DE4B3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1140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91141" name="椭圆 6"/>
          <p:cNvSpPr/>
          <p:nvPr/>
        </p:nvSpPr>
        <p:spPr>
          <a:xfrm>
            <a:off x="2133600" y="2951163"/>
            <a:ext cx="863600" cy="649287"/>
          </a:xfrm>
          <a:prstGeom prst="ellipse">
            <a:avLst/>
          </a:prstGeom>
          <a:noFill/>
          <a:ln w="57150">
            <a:solidFill>
              <a:srgbClr val="EA9D83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zh-CN" altLang="en-US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91142" name="椭圆 10"/>
          <p:cNvSpPr/>
          <p:nvPr/>
        </p:nvSpPr>
        <p:spPr>
          <a:xfrm>
            <a:off x="2706688" y="3384550"/>
            <a:ext cx="487362" cy="365125"/>
          </a:xfrm>
          <a:prstGeom prst="ellipse">
            <a:avLst/>
          </a:prstGeom>
          <a:noFill/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en-US" altLang="en-US" sz="13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91143" name="椭圆 8"/>
          <p:cNvSpPr/>
          <p:nvPr/>
        </p:nvSpPr>
        <p:spPr>
          <a:xfrm>
            <a:off x="2503488" y="2768600"/>
            <a:ext cx="298450" cy="223838"/>
          </a:xfrm>
          <a:prstGeom prst="ellipse">
            <a:avLst/>
          </a:prstGeom>
          <a:noFill/>
          <a:ln w="38100">
            <a:solidFill>
              <a:srgbClr val="F2C37D"/>
            </a:solidFill>
            <a:miter lim="800000"/>
          </a:ln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</a:pPr>
            <a:endParaRPr lang="zh-CN" altLang="en-US" sz="500">
              <a:solidFill>
                <a:srgbClr val="FFFFFF"/>
              </a:solidFill>
              <a:ea typeface="幼圆" panose="02010509060101010101" pitchFamily="49" charset="-122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/>
          </p:nvPr>
        </p:nvSpPr>
        <p:spPr>
          <a:xfrm>
            <a:off x="3201600" y="2152800"/>
            <a:ext cx="7219200" cy="1235075"/>
          </a:xfrm>
        </p:spPr>
        <p:txBody>
          <a:bodyPr>
            <a:normAutofit/>
          </a:bodyPr>
          <a:lstStyle>
            <a:lvl1pPr algn="just">
              <a:defRPr sz="32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ST2"/>
          <p:cNvSpPr>
            <a:spLocks noGrp="1"/>
          </p:cNvSpPr>
          <p:nvPr>
            <p:ph type="body" idx="1"/>
          </p:nvPr>
        </p:nvSpPr>
        <p:spPr>
          <a:xfrm>
            <a:off x="3192000" y="3409200"/>
            <a:ext cx="7228800" cy="1872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91146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C7564C57-AFD9-4EA5-B1BC-36B1BAD67E16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114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114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C94EDD56-D872-41C9-9B84-8F24141EA613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2164" name="图片 7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420800" y="360000"/>
            <a:ext cx="9336000" cy="522000"/>
          </a:xfrm>
        </p:spPr>
        <p:txBody>
          <a:bodyPr anchor="t">
            <a:normAutofit/>
          </a:bodyPr>
          <a:lstStyle>
            <a:lvl1pPr>
              <a:defRPr sz="2800" b="0">
                <a:solidFill>
                  <a:schemeClr val="accent4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420800" y="1414800"/>
            <a:ext cx="9336000" cy="27360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ts val="600"/>
              </a:spcBef>
              <a:spcAft>
                <a:spcPts val="600"/>
              </a:spcAft>
              <a:buNone/>
              <a:defRPr sz="2400">
                <a:solidFill>
                  <a:schemeClr val="tx1"/>
                </a:solidFill>
              </a:defRPr>
            </a:lvl1pPr>
            <a:lvl2pPr marL="716280" indent="-271780" algn="l">
              <a:buFont typeface="Arial" panose="020B0604020202020204" pitchFamily="34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1420800" y="4150800"/>
            <a:ext cx="9336000" cy="2599200"/>
          </a:xfrm>
        </p:spPr>
        <p:txBody>
          <a:bodyPr lIns="0" tIns="0" rIns="0" bIns="0">
            <a:normAutofit/>
          </a:bodyPr>
          <a:lstStyle>
            <a:lvl1pPr marL="0" indent="0" algn="l"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630555" indent="-271780" algn="l"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92167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BAE1711F-519A-4E0A-82B6-F73623C13DBC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2168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2169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7D3AE2E6-DB31-4EB5-98E2-59BF20D4F237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099435" y="566056"/>
            <a:ext cx="10515599" cy="81030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5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5" y="2200274"/>
            <a:ext cx="5183188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042D97D2-D1F9-4077-A680-4C541A3E1F75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E7384B2E-4F6C-4120-AE5C-1701E249B5FD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3188" name="图片 18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93189" name="菱形 9"/>
          <p:cNvSpPr/>
          <p:nvPr/>
        </p:nvSpPr>
        <p:spPr>
          <a:xfrm>
            <a:off x="248920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93192" name="菱形 10"/>
          <p:cNvGrpSpPr/>
          <p:nvPr/>
        </p:nvGrpSpPr>
        <p:grpSpPr>
          <a:xfrm>
            <a:off x="2640013" y="1901825"/>
            <a:ext cx="1444625" cy="1085850"/>
            <a:chOff x="1663" y="1198"/>
            <a:chExt cx="910" cy="684"/>
          </a:xfrm>
        </p:grpSpPr>
        <p:pic>
          <p:nvPicPr>
            <p:cNvPr id="93190" name="菱形 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6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93191" name="矩形 93190"/>
            <p:cNvSpPr/>
            <p:nvPr/>
          </p:nvSpPr>
          <p:spPr>
            <a:xfrm>
              <a:off x="189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93193" name="菱形 11"/>
          <p:cNvSpPr/>
          <p:nvPr/>
        </p:nvSpPr>
        <p:spPr>
          <a:xfrm>
            <a:off x="4316413" y="1790700"/>
            <a:ext cx="1746250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93196" name="菱形 12"/>
          <p:cNvGrpSpPr/>
          <p:nvPr/>
        </p:nvGrpSpPr>
        <p:grpSpPr>
          <a:xfrm>
            <a:off x="4468813" y="1901825"/>
            <a:ext cx="1444625" cy="1085850"/>
            <a:chOff x="2815" y="1198"/>
            <a:chExt cx="910" cy="684"/>
          </a:xfrm>
        </p:grpSpPr>
        <p:pic>
          <p:nvPicPr>
            <p:cNvPr id="93194" name="菱形 12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8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93195" name="矩形 93194"/>
            <p:cNvSpPr/>
            <p:nvPr/>
          </p:nvSpPr>
          <p:spPr>
            <a:xfrm>
              <a:off x="3041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93197" name="菱形 13"/>
          <p:cNvSpPr/>
          <p:nvPr/>
        </p:nvSpPr>
        <p:spPr>
          <a:xfrm>
            <a:off x="6140450" y="1790700"/>
            <a:ext cx="1747838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93200" name="菱形 14"/>
          <p:cNvGrpSpPr/>
          <p:nvPr/>
        </p:nvGrpSpPr>
        <p:grpSpPr>
          <a:xfrm>
            <a:off x="6291263" y="1901825"/>
            <a:ext cx="1444625" cy="1085850"/>
            <a:chOff x="3963" y="1198"/>
            <a:chExt cx="910" cy="684"/>
          </a:xfrm>
        </p:grpSpPr>
        <p:pic>
          <p:nvPicPr>
            <p:cNvPr id="93198" name="菱形 1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963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93199" name="矩形 93198"/>
            <p:cNvSpPr/>
            <p:nvPr/>
          </p:nvSpPr>
          <p:spPr>
            <a:xfrm>
              <a:off x="4191" y="1370"/>
              <a:ext cx="456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93201" name="菱形 15"/>
          <p:cNvSpPr/>
          <p:nvPr/>
        </p:nvSpPr>
        <p:spPr>
          <a:xfrm>
            <a:off x="7967663" y="1790700"/>
            <a:ext cx="1747837" cy="1311275"/>
          </a:xfrm>
          <a:prstGeom prst="diamond">
            <a:avLst/>
          </a:prstGeom>
          <a:gradFill rotWithShape="0">
            <a:gsLst>
              <a:gs pos="0">
                <a:srgbClr val="C2C2C2"/>
              </a:gs>
              <a:gs pos="999">
                <a:srgbClr val="C2C2C2"/>
              </a:gs>
              <a:gs pos="100000">
                <a:srgbClr val="FFFFFF"/>
              </a:gs>
            </a:gsLst>
            <a:lin ang="4200000"/>
          </a:gradFill>
          <a:ln w="12700">
            <a:noFill/>
            <a:miter lim="800000"/>
          </a:ln>
          <a:effectLst>
            <a:outerShdw blurRad="50800" dist="38100" dir="2700000" algn="tl">
              <a:srgbClr val="000000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grpSp>
        <p:nvGrpSpPr>
          <p:cNvPr id="93204" name="菱形 16"/>
          <p:cNvGrpSpPr/>
          <p:nvPr/>
        </p:nvGrpSpPr>
        <p:grpSpPr>
          <a:xfrm>
            <a:off x="8120063" y="1901825"/>
            <a:ext cx="1444625" cy="1085850"/>
            <a:chOff x="5115" y="1198"/>
            <a:chExt cx="910" cy="684"/>
          </a:xfrm>
        </p:grpSpPr>
        <p:pic>
          <p:nvPicPr>
            <p:cNvPr id="93202" name="菱形 16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115" y="1198"/>
              <a:ext cx="910" cy="684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sp>
          <p:nvSpPr>
            <p:cNvPr id="93203" name="矩形 93202"/>
            <p:cNvSpPr/>
            <p:nvPr/>
          </p:nvSpPr>
          <p:spPr>
            <a:xfrm>
              <a:off x="5342" y="1370"/>
              <a:ext cx="455" cy="342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endParaRPr lang="en-US" altLang="en-US" sz="29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93205" name="直接连接符 17"/>
          <p:cNvCxnSpPr/>
          <p:nvPr/>
        </p:nvCxnSpPr>
        <p:spPr>
          <a:xfrm>
            <a:off x="3511550" y="4089400"/>
            <a:ext cx="1582738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cxnSp>
        <p:nvCxnSpPr>
          <p:cNvPr id="93206" name="直接连接符 18"/>
          <p:cNvCxnSpPr/>
          <p:nvPr/>
        </p:nvCxnSpPr>
        <p:spPr>
          <a:xfrm>
            <a:off x="7297738" y="4089400"/>
            <a:ext cx="1584325" cy="0"/>
          </a:xfrm>
          <a:prstGeom prst="line">
            <a:avLst/>
          </a:prstGeom>
          <a:noFill/>
          <a:ln w="12700">
            <a:solidFill>
              <a:srgbClr val="DBDBDB"/>
            </a:solidFill>
            <a:miter lim="800000"/>
          </a:ln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9200" y="1790700"/>
            <a:ext cx="7226300" cy="1311275"/>
          </a:xfrm>
        </p:spPr>
        <p:txBody>
          <a:bodyPr anchor="ctr"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222172" y="3798000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3222172" y="4367316"/>
            <a:ext cx="5747656" cy="5040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  <a:latin typeface="Bell MT" panose="02020503060305020303" pitchFamily="18" charset="0"/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93209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C2D4A9BF-8E46-4870-B77C-98C0A08075EA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3210" name="页脚占位符 16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3211" name="灯片编号占位符 17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3C57600F-42E9-43FF-90CD-92F3EEB96F2A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4212" name="图片 4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94215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780D077B-1765-40DB-B9A0-297D48A86EFF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4216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421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376E97F-DA8A-4837-B1C8-D313FD61CF4E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5234" name="图片 9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95235" name="矩形 3"/>
          <p:cNvSpPr/>
          <p:nvPr/>
        </p:nvSpPr>
        <p:spPr>
          <a:xfrm>
            <a:off x="1028700" y="2205038"/>
            <a:ext cx="4705350" cy="3740150"/>
          </a:xfrm>
          <a:prstGeom prst="rect">
            <a:avLst/>
          </a:prstGeom>
          <a:solidFill>
            <a:schemeClr val="accent1">
              <a:alpha val="76862"/>
            </a:schemeClr>
          </a:solidFill>
          <a:ln>
            <a:noFill/>
            <a:miter lim="800000"/>
          </a:ln>
        </p:spPr>
        <p:txBody>
          <a:bodyPr lIns="180000" tIns="108000" rIns="180000" bIns="10800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910400" y="569341"/>
            <a:ext cx="8481600" cy="621103"/>
          </a:xfrm>
        </p:spPr>
        <p:txBody>
          <a:bodyPr lIns="0" tIns="0" rIns="0" bIns="0" anchor="ctr">
            <a:normAutofit/>
          </a:bodyPr>
          <a:lstStyle>
            <a:lvl1pPr>
              <a:defRPr sz="3700" b="0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pic" idx="1"/>
          </p:nvPr>
        </p:nvSpPr>
        <p:spPr>
          <a:xfrm>
            <a:off x="6048000" y="2206800"/>
            <a:ext cx="4344000" cy="3740400"/>
          </a:xfrm>
        </p:spPr>
        <p:txBody>
          <a:bodyPr vert="horz" wrap="square" lIns="91440" tIns="45720" rIns="91440" bIns="45720" numCol="1" anchor="ctr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just" defTabSz="914400" rtl="0" eaLnBrk="1" fontAlgn="base" latinLnBrk="0" hangingPunct="1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027200" y="2206800"/>
            <a:ext cx="4704000" cy="3740400"/>
          </a:xfrm>
          <a:noFill/>
        </p:spPr>
        <p:txBody>
          <a:bodyPr lIns="180000" tIns="108000" rIns="180000" bIns="108000">
            <a:normAutofit/>
          </a:bodyPr>
          <a:lstStyle>
            <a:lvl1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95238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38340FDA-3EE3-4CA5-ACD8-67A5502880BA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523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524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71BEDD8B-C1F4-4FFD-888D-6FF4B6F6853F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6258" name="图片 6"/>
          <p:cNvPicPr>
            <a:picLocks noChangeAspect="1"/>
          </p:cNvPicPr>
          <p:nvPr/>
        </p:nvPicPr>
        <p:blipFill>
          <a:blip r:embed="rId2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89" y="365125"/>
            <a:ext cx="1182511" cy="5811838"/>
          </a:xfrm>
        </p:spPr>
        <p:txBody>
          <a:bodyPr vert="eaVert">
            <a:normAutofit/>
          </a:bodyPr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841828" y="365125"/>
            <a:ext cx="9205283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9626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E52DBB43-07FF-4D07-B754-5F8F72959522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626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626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6EA1B143-C67B-4F63-99E3-599D656FDF2F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042D97D2-D1F9-4077-A680-4C541A3E1F75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E7384B2E-4F6C-4120-AE5C-1701E249B5FD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</p:spTree>
  </p:cSld>
  <p:clrMapOvr>
    <a:masterClrMapping/>
  </p:clrMapOvr>
  <p:transition>
    <p:circl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file:///D:\qq&#25991;&#20214;\712321467\Image\C2C\Image2\%7b75232B38-A165-1FB7-499C-2E1C792CACB5%7d.png" TargetMode="External"/><Relationship Id="rId12" Type="http://schemas.openxmlformats.org/officeDocument/2006/relationships/image" Target="../media/image7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4" Type="http://schemas.openxmlformats.org/officeDocument/2006/relationships/theme" Target="../theme/theme2.xml"/><Relationship Id="rId13" Type="http://schemas.openxmlformats.org/officeDocument/2006/relationships/image" Target="file:///D:\qq&#25991;&#20214;\712321467\Image\C2C\Image2\%7b75232B38-A165-1FB7-499C-2E1C792CACB5%7d.png" TargetMode="External"/><Relationship Id="rId12" Type="http://schemas.openxmlformats.org/officeDocument/2006/relationships/image" Target="../media/image7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4" Type="http://schemas.openxmlformats.org/officeDocument/2006/relationships/theme" Target="../theme/theme3.xml"/><Relationship Id="rId13" Type="http://schemas.openxmlformats.org/officeDocument/2006/relationships/image" Target="file:///D:\qq&#25991;&#20214;\712321467\Image\C2C\Image2\%7b75232B38-A165-1FB7-499C-2E1C792CACB5%7d.png" TargetMode="External"/><Relationship Id="rId12" Type="http://schemas.openxmlformats.org/officeDocument/2006/relationships/image" Target="../media/image7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4" Type="http://schemas.openxmlformats.org/officeDocument/2006/relationships/theme" Target="../theme/theme4.xml"/><Relationship Id="rId13" Type="http://schemas.openxmlformats.org/officeDocument/2006/relationships/image" Target="file:///D:\qq&#25991;&#20214;\712321467\Image\C2C\Image2\%7b75232B38-A165-1FB7-499C-2E1C792CACB5%7d.png" TargetMode="External"/><Relationship Id="rId12" Type="http://schemas.openxmlformats.org/officeDocument/2006/relationships/image" Target="../media/image7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.xml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4" Type="http://schemas.openxmlformats.org/officeDocument/2006/relationships/theme" Target="../theme/theme5.xml"/><Relationship Id="rId13" Type="http://schemas.openxmlformats.org/officeDocument/2006/relationships/image" Target="file:///D:\qq&#25991;&#20214;\712321467\Image\C2C\Image2\%7b75232B38-A165-1FB7-499C-2E1C792CACB5%7d.png" TargetMode="External"/><Relationship Id="rId12" Type="http://schemas.openxmlformats.org/officeDocument/2006/relationships/image" Target="../media/image7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.xml"/><Relationship Id="rId8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4" Type="http://schemas.openxmlformats.org/officeDocument/2006/relationships/theme" Target="../theme/theme6.xml"/><Relationship Id="rId13" Type="http://schemas.openxmlformats.org/officeDocument/2006/relationships/image" Target="file:///D:\qq&#25991;&#20214;\712321467\Image\C2C\Image2\%7b75232B38-A165-1FB7-499C-2E1C792CACB5%7d.png" TargetMode="External"/><Relationship Id="rId12" Type="http://schemas.openxmlformats.org/officeDocument/2006/relationships/image" Target="../media/image7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4" Type="http://schemas.openxmlformats.org/officeDocument/2006/relationships/theme" Target="../theme/theme7.xml"/><Relationship Id="rId13" Type="http://schemas.openxmlformats.org/officeDocument/2006/relationships/image" Target="file:///D:\qq&#25991;&#20214;\712321467\Image\C2C\Image2\%7b75232B38-A165-1FB7-499C-2E1C792CACB5%7d.png" TargetMode="External"/><Relationship Id="rId12" Type="http://schemas.openxmlformats.org/officeDocument/2006/relationships/image" Target="../media/image7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2.xml"/><Relationship Id="rId14" Type="http://schemas.openxmlformats.org/officeDocument/2006/relationships/theme" Target="../theme/theme8.xml"/><Relationship Id="rId13" Type="http://schemas.openxmlformats.org/officeDocument/2006/relationships/image" Target="file:///D:\qq&#25991;&#20214;\712321467\Image\C2C\Image2\%7b75232B38-A165-1FB7-499C-2E1C792CACB5%7d.png" TargetMode="External"/><Relationship Id="rId12" Type="http://schemas.openxmlformats.org/officeDocument/2006/relationships/image" Target="../media/image7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9.xml"/><Relationship Id="rId8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2.xml"/><Relationship Id="rId14" Type="http://schemas.openxmlformats.org/officeDocument/2006/relationships/theme" Target="../theme/theme9.xml"/><Relationship Id="rId13" Type="http://schemas.openxmlformats.org/officeDocument/2006/relationships/image" Target="file:///D:\qq&#25991;&#20214;\712321467\Image\C2C\Image2\%7b75232B38-A165-1FB7-499C-2E1C792CACB5%7d.png" TargetMode="External"/><Relationship Id="rId12" Type="http://schemas.openxmlformats.org/officeDocument/2006/relationships/image" Target="../media/image7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1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9.xml"/><Relationship Id="rId8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2.xml"/><Relationship Id="rId14" Type="http://schemas.openxmlformats.org/officeDocument/2006/relationships/theme" Target="../theme/theme10.xml"/><Relationship Id="rId13" Type="http://schemas.openxmlformats.org/officeDocument/2006/relationships/image" Target="file:///D:\qq&#25991;&#20214;\712321467\Image\C2C\Image2\%7b75232B38-A165-1FB7-499C-2E1C792CACB5%7d.png" TargetMode="External"/><Relationship Id="rId12" Type="http://schemas.openxmlformats.org/officeDocument/2006/relationships/image" Target="../media/image7.png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图片 7"/>
          <p:cNvPicPr>
            <a:picLocks noChangeAspect="1"/>
          </p:cNvPicPr>
          <p:nvPr/>
        </p:nvPicPr>
        <p:blipFill>
          <a:blip r:embed="rId11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1027" name="图片 6"/>
          <p:cNvPicPr>
            <a:picLocks noChangeAspect="1"/>
          </p:cNvPicPr>
          <p:nvPr/>
        </p:nvPicPr>
        <p:blipFill>
          <a:blip r:embed="rId11"/>
          <a:srcRect l="211" t="5548" r="191" b="6265"/>
          <a:stretch>
            <a:fillRect/>
          </a:stretch>
        </p:blipFill>
        <p:spPr>
          <a:xfrm>
            <a:off x="0" y="0"/>
            <a:ext cx="12190413" cy="6853238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028" name="KSO_BT1"/>
          <p:cNvSpPr>
            <a:spLocks noGrp="1"/>
          </p:cNvSpPr>
          <p:nvPr>
            <p:ph type="title" idx="4294967295"/>
          </p:nvPr>
        </p:nvSpPr>
        <p:spPr>
          <a:xfrm>
            <a:off x="558800" y="511175"/>
            <a:ext cx="11055350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lvl1pPr marL="0" indent="0" algn="l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3200" b="1" i="0" u="none" kern="1200" baseline="0">
                <a:solidFill>
                  <a:srgbClr val="AC411D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1029" name="KSO_BC1"/>
          <p:cNvSpPr>
            <a:spLocks noGrp="1"/>
          </p:cNvSpPr>
          <p:nvPr>
            <p:ph type="body" idx="5"/>
          </p:nvPr>
        </p:nvSpPr>
        <p:spPr>
          <a:xfrm>
            <a:off x="558800" y="1366838"/>
            <a:ext cx="11055350" cy="48577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57505" indent="-357505" algn="just" defTabSz="914400" rtl="0" eaLnBrk="0" fontAlgn="base" hangingPunct="0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Char char="l"/>
              <a:defRPr kumimoji="0" lang="zh-CN" altLang="en-US"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30555" indent="-271780" algn="just" defTabSz="9144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103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2B6D17AD-0887-4C4D-B2F7-82E705961A76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03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03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B1E00F36-AF87-45A1-9EC5-6D8733312A2B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  <p:pic>
        <p:nvPicPr>
          <p:cNvPr id="1033" name="图片 1073743875" descr="学科网 zxxk.com"/>
          <p:cNvPicPr>
            <a:picLocks noChangeAspect="1"/>
          </p:cNvPicPr>
          <p:nvPr/>
        </p:nvPicPr>
        <p:blipFill>
          <a:blip r:embed="rId12" r:link="rId13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xStyles>
    <p:titleStyle>
      <a:lvl1pPr marL="0" indent="0" algn="l" defTabSz="9144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200" b="1" i="0" u="none" kern="1200" baseline="0">
          <a:solidFill>
            <a:srgbClr val="AC411D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0" fontAlgn="base" hangingPunct="0">
        <a:lnSpc>
          <a:spcPct val="110000"/>
        </a:lnSpc>
        <a:spcBef>
          <a:spcPts val="1800"/>
        </a:spcBef>
        <a:spcAft>
          <a:spcPct val="0"/>
        </a:spcAft>
        <a:buClr>
          <a:srgbClr val="BA7612"/>
        </a:buClr>
        <a:buSzPct val="70000"/>
        <a:buFont typeface="Wingdings" panose="05000000000000000000" pitchFamily="2" charset="2"/>
        <a:buChar char="l"/>
        <a:defRPr kumimoji="0" sz="2400" b="0" i="0" u="none" kern="1200" baseline="0">
          <a:solidFill>
            <a:schemeClr val="tx1"/>
          </a:solidFill>
          <a:effectLst/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630555" indent="-271780" algn="just" defTabSz="914400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SzTx/>
        <a:buFont typeface="Arial" panose="020B0604020202020204" pitchFamily="34" charset="0"/>
        <a:buChar char="•"/>
        <a:defRPr kumimoji="0" sz="2000" b="0" i="0" u="none" kern="1200" baseline="0">
          <a:solidFill>
            <a:schemeClr val="tx1"/>
          </a:solidFill>
          <a:effectLst/>
          <a:latin typeface="+mn-ea"/>
          <a:ea typeface="+mn-ea"/>
          <a:cs typeface="+mn-cs"/>
        </a:defRPr>
      </a:lvl2pPr>
      <a:lvl3pPr marL="11430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图片 7"/>
          <p:cNvPicPr>
            <a:picLocks noChangeAspect="1"/>
          </p:cNvPicPr>
          <p:nvPr/>
        </p:nvPicPr>
        <p:blipFill>
          <a:blip r:embed="rId11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2051" name="图片 6"/>
          <p:cNvPicPr>
            <a:picLocks noChangeAspect="1"/>
          </p:cNvPicPr>
          <p:nvPr/>
        </p:nvPicPr>
        <p:blipFill>
          <a:blip r:embed="rId11"/>
          <a:srcRect l="211" t="5548" r="191" b="6265"/>
          <a:stretch>
            <a:fillRect/>
          </a:stretch>
        </p:blipFill>
        <p:spPr>
          <a:xfrm>
            <a:off x="0" y="0"/>
            <a:ext cx="12190413" cy="6853238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052" name="KSO_BT1"/>
          <p:cNvSpPr>
            <a:spLocks noGrp="1"/>
          </p:cNvSpPr>
          <p:nvPr>
            <p:ph type="title" idx="4294967295"/>
          </p:nvPr>
        </p:nvSpPr>
        <p:spPr>
          <a:xfrm>
            <a:off x="558800" y="511175"/>
            <a:ext cx="11055350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lvl1pPr marL="0" indent="0" algn="l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3200" b="1" i="0" u="none" kern="1200" baseline="0">
                <a:solidFill>
                  <a:srgbClr val="AC411D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2053" name="KSO_BC1"/>
          <p:cNvSpPr>
            <a:spLocks noGrp="1"/>
          </p:cNvSpPr>
          <p:nvPr>
            <p:ph type="body" idx="5"/>
          </p:nvPr>
        </p:nvSpPr>
        <p:spPr>
          <a:xfrm>
            <a:off x="558800" y="1366838"/>
            <a:ext cx="11055350" cy="48577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57505" indent="-357505" algn="just" defTabSz="914400" rtl="0" eaLnBrk="0" fontAlgn="base" hangingPunct="0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Char char="l"/>
              <a:defRPr kumimoji="0" lang="zh-CN" altLang="en-US"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30555" indent="-271780" algn="just" defTabSz="9144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205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52EA130D-EA6E-49D6-B4D4-817CB1E14369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05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205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8E6C09D3-9D2A-4067-99E5-D780E45E1DC3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  <p:pic>
        <p:nvPicPr>
          <p:cNvPr id="2057" name="图片 1073743875" descr="学科网 zxxk.com"/>
          <p:cNvPicPr>
            <a:picLocks noChangeAspect="1"/>
          </p:cNvPicPr>
          <p:nvPr/>
        </p:nvPicPr>
        <p:blipFill>
          <a:blip r:embed="rId12" r:link="rId13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xStyles>
    <p:titleStyle>
      <a:lvl1pPr marL="0" indent="0" algn="l" defTabSz="9144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200" b="1" i="0" u="none" kern="1200" baseline="0">
          <a:solidFill>
            <a:srgbClr val="AC411D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0" fontAlgn="base" hangingPunct="0">
        <a:lnSpc>
          <a:spcPct val="110000"/>
        </a:lnSpc>
        <a:spcBef>
          <a:spcPts val="1800"/>
        </a:spcBef>
        <a:spcAft>
          <a:spcPct val="0"/>
        </a:spcAft>
        <a:buClr>
          <a:srgbClr val="BA7612"/>
        </a:buClr>
        <a:buSzPct val="70000"/>
        <a:buFont typeface="Wingdings" panose="05000000000000000000" pitchFamily="2" charset="2"/>
        <a:buChar char="l"/>
        <a:defRPr kumimoji="0" sz="2400" b="0" i="0" u="none" kern="1200" baseline="0">
          <a:solidFill>
            <a:schemeClr val="tx1"/>
          </a:solidFill>
          <a:effectLst/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630555" indent="-271780" algn="just" defTabSz="914400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SzTx/>
        <a:buFont typeface="Arial" panose="020B0604020202020204" pitchFamily="34" charset="0"/>
        <a:buChar char="•"/>
        <a:defRPr kumimoji="0" sz="2000" b="0" i="0" u="none" kern="1200" baseline="0">
          <a:solidFill>
            <a:schemeClr val="tx1"/>
          </a:solidFill>
          <a:effectLst/>
          <a:latin typeface="+mn-ea"/>
          <a:ea typeface="+mn-ea"/>
          <a:cs typeface="+mn-cs"/>
        </a:defRPr>
      </a:lvl2pPr>
      <a:lvl3pPr marL="11430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74" name="图片 7"/>
          <p:cNvPicPr>
            <a:picLocks noChangeAspect="1"/>
          </p:cNvPicPr>
          <p:nvPr/>
        </p:nvPicPr>
        <p:blipFill>
          <a:blip r:embed="rId11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3075" name="图片 6"/>
          <p:cNvPicPr>
            <a:picLocks noChangeAspect="1"/>
          </p:cNvPicPr>
          <p:nvPr/>
        </p:nvPicPr>
        <p:blipFill>
          <a:blip r:embed="rId11"/>
          <a:srcRect l="211" t="5548" r="191" b="6265"/>
          <a:stretch>
            <a:fillRect/>
          </a:stretch>
        </p:blipFill>
        <p:spPr>
          <a:xfrm>
            <a:off x="0" y="0"/>
            <a:ext cx="12190413" cy="6853238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3076" name="KSO_BT1"/>
          <p:cNvSpPr>
            <a:spLocks noGrp="1"/>
          </p:cNvSpPr>
          <p:nvPr>
            <p:ph type="title" idx="4294967295"/>
          </p:nvPr>
        </p:nvSpPr>
        <p:spPr>
          <a:xfrm>
            <a:off x="558800" y="511175"/>
            <a:ext cx="11055350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lvl1pPr marL="0" indent="0" algn="l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3200" b="1" i="0" u="none" kern="1200" baseline="0">
                <a:solidFill>
                  <a:srgbClr val="AC411D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3077" name="KSO_BC1"/>
          <p:cNvSpPr>
            <a:spLocks noGrp="1"/>
          </p:cNvSpPr>
          <p:nvPr>
            <p:ph type="body" idx="5"/>
          </p:nvPr>
        </p:nvSpPr>
        <p:spPr>
          <a:xfrm>
            <a:off x="558800" y="1366838"/>
            <a:ext cx="11055350" cy="48577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57505" indent="-357505" algn="just" defTabSz="914400" rtl="0" eaLnBrk="0" fontAlgn="base" hangingPunct="0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Char char="l"/>
              <a:defRPr kumimoji="0" lang="zh-CN" altLang="en-US"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30555" indent="-271780" algn="just" defTabSz="9144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30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C303A807-8CD7-4FB3-8273-E8C61C827A21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0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30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5602E45D-20FD-49D4-B15B-4B6ABA251F7F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  <p:pic>
        <p:nvPicPr>
          <p:cNvPr id="3081" name="图片 1073743875" descr="学科网 zxxk.com"/>
          <p:cNvPicPr>
            <a:picLocks noChangeAspect="1"/>
          </p:cNvPicPr>
          <p:nvPr/>
        </p:nvPicPr>
        <p:blipFill>
          <a:blip r:embed="rId12" r:link="rId13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xStyles>
    <p:titleStyle>
      <a:lvl1pPr marL="0" indent="0" algn="l" defTabSz="9144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200" b="1" i="0" u="none" kern="1200" baseline="0">
          <a:solidFill>
            <a:srgbClr val="AC411D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0" fontAlgn="base" hangingPunct="0">
        <a:lnSpc>
          <a:spcPct val="110000"/>
        </a:lnSpc>
        <a:spcBef>
          <a:spcPts val="1800"/>
        </a:spcBef>
        <a:spcAft>
          <a:spcPct val="0"/>
        </a:spcAft>
        <a:buClr>
          <a:srgbClr val="BA7612"/>
        </a:buClr>
        <a:buSzPct val="70000"/>
        <a:buFont typeface="Wingdings" panose="05000000000000000000" pitchFamily="2" charset="2"/>
        <a:buChar char="l"/>
        <a:defRPr kumimoji="0" sz="2400" b="0" i="0" u="none" kern="1200" baseline="0">
          <a:solidFill>
            <a:schemeClr val="tx1"/>
          </a:solidFill>
          <a:effectLst/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630555" indent="-271780" algn="just" defTabSz="914400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SzTx/>
        <a:buFont typeface="Arial" panose="020B0604020202020204" pitchFamily="34" charset="0"/>
        <a:buChar char="•"/>
        <a:defRPr kumimoji="0" sz="2000" b="0" i="0" u="none" kern="1200" baseline="0">
          <a:solidFill>
            <a:schemeClr val="tx1"/>
          </a:solidFill>
          <a:effectLst/>
          <a:latin typeface="+mn-ea"/>
          <a:ea typeface="+mn-ea"/>
          <a:cs typeface="+mn-cs"/>
        </a:defRPr>
      </a:lvl2pPr>
      <a:lvl3pPr marL="11430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098" name="图片 7"/>
          <p:cNvPicPr>
            <a:picLocks noChangeAspect="1"/>
          </p:cNvPicPr>
          <p:nvPr/>
        </p:nvPicPr>
        <p:blipFill>
          <a:blip r:embed="rId11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4099" name="图片 6"/>
          <p:cNvPicPr>
            <a:picLocks noChangeAspect="1"/>
          </p:cNvPicPr>
          <p:nvPr/>
        </p:nvPicPr>
        <p:blipFill>
          <a:blip r:embed="rId11"/>
          <a:srcRect l="211" t="5548" r="191" b="6265"/>
          <a:stretch>
            <a:fillRect/>
          </a:stretch>
        </p:blipFill>
        <p:spPr>
          <a:xfrm>
            <a:off x="0" y="0"/>
            <a:ext cx="12190413" cy="6853238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4100" name="KSO_BT1"/>
          <p:cNvSpPr>
            <a:spLocks noGrp="1"/>
          </p:cNvSpPr>
          <p:nvPr>
            <p:ph type="title" idx="4294967295"/>
          </p:nvPr>
        </p:nvSpPr>
        <p:spPr>
          <a:xfrm>
            <a:off x="558800" y="511175"/>
            <a:ext cx="11055350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lvl1pPr marL="0" indent="0" algn="l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3200" b="1" i="0" u="none" kern="1200" baseline="0">
                <a:solidFill>
                  <a:srgbClr val="AC411D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4101" name="KSO_BC1"/>
          <p:cNvSpPr>
            <a:spLocks noGrp="1"/>
          </p:cNvSpPr>
          <p:nvPr>
            <p:ph type="body" idx="5"/>
          </p:nvPr>
        </p:nvSpPr>
        <p:spPr>
          <a:xfrm>
            <a:off x="558800" y="1366838"/>
            <a:ext cx="11055350" cy="48577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57505" indent="-357505" algn="just" defTabSz="914400" rtl="0" eaLnBrk="0" fontAlgn="base" hangingPunct="0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Char char="l"/>
              <a:defRPr kumimoji="0" lang="zh-CN" altLang="en-US"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30555" indent="-271780" algn="just" defTabSz="9144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410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0A60F231-43E0-43B0-91C4-18001906D612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10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410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941011D-131C-4E23-B4EB-E5CF2CBD68A2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  <p:pic>
        <p:nvPicPr>
          <p:cNvPr id="4105" name="图片 1073743875" descr="学科网 zxxk.com"/>
          <p:cNvPicPr>
            <a:picLocks noChangeAspect="1"/>
          </p:cNvPicPr>
          <p:nvPr/>
        </p:nvPicPr>
        <p:blipFill>
          <a:blip r:embed="rId12" r:link="rId13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</p:sldLayoutIdLst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xStyles>
    <p:titleStyle>
      <a:lvl1pPr marL="0" indent="0" algn="l" defTabSz="9144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200" b="1" i="0" u="none" kern="1200" baseline="0">
          <a:solidFill>
            <a:srgbClr val="AC411D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0" fontAlgn="base" hangingPunct="0">
        <a:lnSpc>
          <a:spcPct val="110000"/>
        </a:lnSpc>
        <a:spcBef>
          <a:spcPts val="1800"/>
        </a:spcBef>
        <a:spcAft>
          <a:spcPct val="0"/>
        </a:spcAft>
        <a:buClr>
          <a:srgbClr val="BA7612"/>
        </a:buClr>
        <a:buSzPct val="70000"/>
        <a:buFont typeface="Wingdings" panose="05000000000000000000" pitchFamily="2" charset="2"/>
        <a:buChar char="l"/>
        <a:defRPr kumimoji="0" sz="2400" b="0" i="0" u="none" kern="1200" baseline="0">
          <a:solidFill>
            <a:schemeClr val="tx1"/>
          </a:solidFill>
          <a:effectLst/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630555" indent="-271780" algn="just" defTabSz="914400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SzTx/>
        <a:buFont typeface="Arial" panose="020B0604020202020204" pitchFamily="34" charset="0"/>
        <a:buChar char="•"/>
        <a:defRPr kumimoji="0" sz="2000" b="0" i="0" u="none" kern="1200" baseline="0">
          <a:solidFill>
            <a:schemeClr val="tx1"/>
          </a:solidFill>
          <a:effectLst/>
          <a:latin typeface="+mn-ea"/>
          <a:ea typeface="+mn-ea"/>
          <a:cs typeface="+mn-cs"/>
        </a:defRPr>
      </a:lvl2pPr>
      <a:lvl3pPr marL="11430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122" name="图片 7"/>
          <p:cNvPicPr>
            <a:picLocks noChangeAspect="1"/>
          </p:cNvPicPr>
          <p:nvPr/>
        </p:nvPicPr>
        <p:blipFill>
          <a:blip r:embed="rId11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5123" name="图片 6"/>
          <p:cNvPicPr>
            <a:picLocks noChangeAspect="1"/>
          </p:cNvPicPr>
          <p:nvPr/>
        </p:nvPicPr>
        <p:blipFill>
          <a:blip r:embed="rId11"/>
          <a:srcRect l="211" t="5548" r="191" b="6265"/>
          <a:stretch>
            <a:fillRect/>
          </a:stretch>
        </p:blipFill>
        <p:spPr>
          <a:xfrm>
            <a:off x="0" y="0"/>
            <a:ext cx="12190413" cy="6853238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5124" name="KSO_BT1"/>
          <p:cNvSpPr>
            <a:spLocks noGrp="1"/>
          </p:cNvSpPr>
          <p:nvPr>
            <p:ph type="title" idx="4294967295"/>
          </p:nvPr>
        </p:nvSpPr>
        <p:spPr>
          <a:xfrm>
            <a:off x="558800" y="511175"/>
            <a:ext cx="11055350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lvl1pPr marL="0" indent="0" algn="l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3200" b="1" i="0" u="none" kern="1200" baseline="0">
                <a:solidFill>
                  <a:srgbClr val="AC411D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5125" name="KSO_BC1"/>
          <p:cNvSpPr>
            <a:spLocks noGrp="1"/>
          </p:cNvSpPr>
          <p:nvPr>
            <p:ph type="body" idx="5"/>
          </p:nvPr>
        </p:nvSpPr>
        <p:spPr>
          <a:xfrm>
            <a:off x="558800" y="1366838"/>
            <a:ext cx="11055350" cy="48577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57505" indent="-357505" algn="just" defTabSz="914400" rtl="0" eaLnBrk="0" fontAlgn="base" hangingPunct="0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Char char="l"/>
              <a:defRPr kumimoji="0" lang="zh-CN" altLang="en-US"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30555" indent="-271780" algn="just" defTabSz="9144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512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431E5A97-6DF9-441E-BBAD-04D9C0BA345F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12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512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9C520F1B-CAAA-4869-AC28-730A4B03990E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  <p:pic>
        <p:nvPicPr>
          <p:cNvPr id="5129" name="图片 1073743875" descr="学科网 zxxk.com"/>
          <p:cNvPicPr>
            <a:picLocks noChangeAspect="1"/>
          </p:cNvPicPr>
          <p:nvPr/>
        </p:nvPicPr>
        <p:blipFill>
          <a:blip r:embed="rId12" r:link="rId13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xStyles>
    <p:titleStyle>
      <a:lvl1pPr marL="0" indent="0" algn="l" defTabSz="9144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200" b="1" i="0" u="none" kern="1200" baseline="0">
          <a:solidFill>
            <a:srgbClr val="AC411D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0" fontAlgn="base" hangingPunct="0">
        <a:lnSpc>
          <a:spcPct val="110000"/>
        </a:lnSpc>
        <a:spcBef>
          <a:spcPts val="1800"/>
        </a:spcBef>
        <a:spcAft>
          <a:spcPct val="0"/>
        </a:spcAft>
        <a:buClr>
          <a:srgbClr val="BA7612"/>
        </a:buClr>
        <a:buSzPct val="70000"/>
        <a:buFont typeface="Wingdings" panose="05000000000000000000" pitchFamily="2" charset="2"/>
        <a:buChar char="l"/>
        <a:defRPr kumimoji="0" sz="2400" b="0" i="0" u="none" kern="1200" baseline="0">
          <a:solidFill>
            <a:schemeClr val="tx1"/>
          </a:solidFill>
          <a:effectLst/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630555" indent="-271780" algn="just" defTabSz="914400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SzTx/>
        <a:buFont typeface="Arial" panose="020B0604020202020204" pitchFamily="34" charset="0"/>
        <a:buChar char="•"/>
        <a:defRPr kumimoji="0" sz="2000" b="0" i="0" u="none" kern="1200" baseline="0">
          <a:solidFill>
            <a:schemeClr val="tx1"/>
          </a:solidFill>
          <a:effectLst/>
          <a:latin typeface="+mn-ea"/>
          <a:ea typeface="+mn-ea"/>
          <a:cs typeface="+mn-cs"/>
        </a:defRPr>
      </a:lvl2pPr>
      <a:lvl3pPr marL="11430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146" name="图片 7"/>
          <p:cNvPicPr>
            <a:picLocks noChangeAspect="1"/>
          </p:cNvPicPr>
          <p:nvPr/>
        </p:nvPicPr>
        <p:blipFill>
          <a:blip r:embed="rId11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6147" name="图片 6"/>
          <p:cNvPicPr>
            <a:picLocks noChangeAspect="1"/>
          </p:cNvPicPr>
          <p:nvPr/>
        </p:nvPicPr>
        <p:blipFill>
          <a:blip r:embed="rId11"/>
          <a:srcRect l="211" t="5548" r="191" b="6265"/>
          <a:stretch>
            <a:fillRect/>
          </a:stretch>
        </p:blipFill>
        <p:spPr>
          <a:xfrm>
            <a:off x="0" y="0"/>
            <a:ext cx="12190413" cy="6853238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6148" name="KSO_BT1"/>
          <p:cNvSpPr>
            <a:spLocks noGrp="1"/>
          </p:cNvSpPr>
          <p:nvPr>
            <p:ph type="title" idx="4294967295"/>
          </p:nvPr>
        </p:nvSpPr>
        <p:spPr>
          <a:xfrm>
            <a:off x="558800" y="511175"/>
            <a:ext cx="11055350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lvl1pPr marL="0" indent="0" algn="l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3200" b="1" i="0" u="none" kern="1200" baseline="0">
                <a:solidFill>
                  <a:srgbClr val="AC411D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6149" name="KSO_BC1"/>
          <p:cNvSpPr>
            <a:spLocks noGrp="1"/>
          </p:cNvSpPr>
          <p:nvPr>
            <p:ph type="body" idx="5"/>
          </p:nvPr>
        </p:nvSpPr>
        <p:spPr>
          <a:xfrm>
            <a:off x="558800" y="1366838"/>
            <a:ext cx="11055350" cy="48577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57505" indent="-357505" algn="just" defTabSz="914400" rtl="0" eaLnBrk="0" fontAlgn="base" hangingPunct="0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Char char="l"/>
              <a:defRPr kumimoji="0" lang="zh-CN" altLang="en-US"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30555" indent="-271780" algn="just" defTabSz="9144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615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DDB9E14A-8F0E-45A6-8985-787FE4A3E322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15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615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E59D8AB5-78F3-4CED-BB98-E96AF6F155DB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  <p:pic>
        <p:nvPicPr>
          <p:cNvPr id="6153" name="图片 1073743875" descr="学科网 zxxk.com"/>
          <p:cNvPicPr>
            <a:picLocks noChangeAspect="1"/>
          </p:cNvPicPr>
          <p:nvPr/>
        </p:nvPicPr>
        <p:blipFill>
          <a:blip r:embed="rId12" r:link="rId13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</p:sldLayoutIdLst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xStyles>
    <p:titleStyle>
      <a:lvl1pPr marL="0" indent="0" algn="l" defTabSz="9144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200" b="1" i="0" u="none" kern="1200" baseline="0">
          <a:solidFill>
            <a:srgbClr val="AC411D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0" fontAlgn="base" hangingPunct="0">
        <a:lnSpc>
          <a:spcPct val="110000"/>
        </a:lnSpc>
        <a:spcBef>
          <a:spcPts val="1800"/>
        </a:spcBef>
        <a:spcAft>
          <a:spcPct val="0"/>
        </a:spcAft>
        <a:buClr>
          <a:srgbClr val="BA7612"/>
        </a:buClr>
        <a:buSzPct val="70000"/>
        <a:buFont typeface="Wingdings" panose="05000000000000000000" pitchFamily="2" charset="2"/>
        <a:buChar char="l"/>
        <a:defRPr kumimoji="0" sz="2400" b="0" i="0" u="none" kern="1200" baseline="0">
          <a:solidFill>
            <a:schemeClr val="tx1"/>
          </a:solidFill>
          <a:effectLst/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630555" indent="-271780" algn="just" defTabSz="914400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SzTx/>
        <a:buFont typeface="Arial" panose="020B0604020202020204" pitchFamily="34" charset="0"/>
        <a:buChar char="•"/>
        <a:defRPr kumimoji="0" sz="2000" b="0" i="0" u="none" kern="1200" baseline="0">
          <a:solidFill>
            <a:schemeClr val="tx1"/>
          </a:solidFill>
          <a:effectLst/>
          <a:latin typeface="+mn-ea"/>
          <a:ea typeface="+mn-ea"/>
          <a:cs typeface="+mn-cs"/>
        </a:defRPr>
      </a:lvl2pPr>
      <a:lvl3pPr marL="11430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170" name="图片 7"/>
          <p:cNvPicPr>
            <a:picLocks noChangeAspect="1"/>
          </p:cNvPicPr>
          <p:nvPr/>
        </p:nvPicPr>
        <p:blipFill>
          <a:blip r:embed="rId11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7171" name="图片 6"/>
          <p:cNvPicPr>
            <a:picLocks noChangeAspect="1"/>
          </p:cNvPicPr>
          <p:nvPr/>
        </p:nvPicPr>
        <p:blipFill>
          <a:blip r:embed="rId11"/>
          <a:srcRect l="211" t="5548" r="191" b="6265"/>
          <a:stretch>
            <a:fillRect/>
          </a:stretch>
        </p:blipFill>
        <p:spPr>
          <a:xfrm>
            <a:off x="0" y="0"/>
            <a:ext cx="12190413" cy="6853238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7172" name="KSO_BT1"/>
          <p:cNvSpPr>
            <a:spLocks noGrp="1"/>
          </p:cNvSpPr>
          <p:nvPr>
            <p:ph type="title" idx="4294967295"/>
          </p:nvPr>
        </p:nvSpPr>
        <p:spPr>
          <a:xfrm>
            <a:off x="558800" y="511175"/>
            <a:ext cx="11055350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lvl1pPr marL="0" indent="0" algn="l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3200" b="1" i="0" u="none" kern="1200" baseline="0">
                <a:solidFill>
                  <a:srgbClr val="AC411D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7173" name="KSO_BC1"/>
          <p:cNvSpPr>
            <a:spLocks noGrp="1"/>
          </p:cNvSpPr>
          <p:nvPr>
            <p:ph type="body" idx="5"/>
          </p:nvPr>
        </p:nvSpPr>
        <p:spPr>
          <a:xfrm>
            <a:off x="558800" y="1366838"/>
            <a:ext cx="11055350" cy="48577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57505" indent="-357505" algn="just" defTabSz="914400" rtl="0" eaLnBrk="0" fontAlgn="base" hangingPunct="0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Char char="l"/>
              <a:defRPr kumimoji="0" lang="zh-CN" altLang="en-US"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30555" indent="-271780" algn="just" defTabSz="9144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717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9B373E99-7CCF-4FA3-8F6F-2FF287464DB8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717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717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B665AB54-FAAB-4748-8AD4-2BB6EE50CD57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  <p:pic>
        <p:nvPicPr>
          <p:cNvPr id="7177" name="图片 1073743875" descr="学科网 zxxk.com"/>
          <p:cNvPicPr>
            <a:picLocks noChangeAspect="1"/>
          </p:cNvPicPr>
          <p:nvPr/>
        </p:nvPicPr>
        <p:blipFill>
          <a:blip r:embed="rId12" r:link="rId13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</p:sldLayoutIdLst>
  <p:transition/>
  <p:txStyles>
    <p:titleStyle>
      <a:lvl1pPr marL="0" indent="0" algn="l" defTabSz="9144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200" b="1" i="0" u="none" kern="1200" baseline="0">
          <a:solidFill>
            <a:srgbClr val="AC411D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0" fontAlgn="base" hangingPunct="0">
        <a:lnSpc>
          <a:spcPct val="110000"/>
        </a:lnSpc>
        <a:spcBef>
          <a:spcPts val="1800"/>
        </a:spcBef>
        <a:spcAft>
          <a:spcPct val="0"/>
        </a:spcAft>
        <a:buClr>
          <a:srgbClr val="BA7612"/>
        </a:buClr>
        <a:buSzPct val="70000"/>
        <a:buFont typeface="Wingdings" panose="05000000000000000000" pitchFamily="2" charset="2"/>
        <a:buChar char="l"/>
        <a:defRPr kumimoji="0" sz="2400" b="0" i="0" u="none" kern="1200" baseline="0">
          <a:solidFill>
            <a:schemeClr val="tx1"/>
          </a:solidFill>
          <a:effectLst/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630555" indent="-271780" algn="just" defTabSz="914400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SzTx/>
        <a:buFont typeface="Arial" panose="020B0604020202020204" pitchFamily="34" charset="0"/>
        <a:buChar char="•"/>
        <a:defRPr kumimoji="0" sz="2000" b="0" i="0" u="none" kern="1200" baseline="0">
          <a:solidFill>
            <a:schemeClr val="tx1"/>
          </a:solidFill>
          <a:effectLst/>
          <a:latin typeface="+mn-ea"/>
          <a:ea typeface="+mn-ea"/>
          <a:cs typeface="+mn-cs"/>
        </a:defRPr>
      </a:lvl2pPr>
      <a:lvl3pPr marL="11430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194" name="图片 7"/>
          <p:cNvPicPr>
            <a:picLocks noChangeAspect="1"/>
          </p:cNvPicPr>
          <p:nvPr/>
        </p:nvPicPr>
        <p:blipFill>
          <a:blip r:embed="rId11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8195" name="图片 6"/>
          <p:cNvPicPr>
            <a:picLocks noChangeAspect="1"/>
          </p:cNvPicPr>
          <p:nvPr/>
        </p:nvPicPr>
        <p:blipFill>
          <a:blip r:embed="rId11"/>
          <a:srcRect l="211" t="5548" r="191" b="6265"/>
          <a:stretch>
            <a:fillRect/>
          </a:stretch>
        </p:blipFill>
        <p:spPr>
          <a:xfrm>
            <a:off x="0" y="0"/>
            <a:ext cx="12190413" cy="6853238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8196" name="KSO_BT1"/>
          <p:cNvSpPr>
            <a:spLocks noGrp="1"/>
          </p:cNvSpPr>
          <p:nvPr>
            <p:ph type="title" idx="4294967295"/>
          </p:nvPr>
        </p:nvSpPr>
        <p:spPr>
          <a:xfrm>
            <a:off x="558800" y="511175"/>
            <a:ext cx="11055350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lvl1pPr marL="0" indent="0" algn="l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3200" b="1" i="0" u="none" kern="1200" baseline="0">
                <a:solidFill>
                  <a:srgbClr val="AC411D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8197" name="KSO_BC1"/>
          <p:cNvSpPr>
            <a:spLocks noGrp="1"/>
          </p:cNvSpPr>
          <p:nvPr>
            <p:ph type="body" idx="5"/>
          </p:nvPr>
        </p:nvSpPr>
        <p:spPr>
          <a:xfrm>
            <a:off x="558800" y="1366838"/>
            <a:ext cx="11055350" cy="48577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57505" indent="-357505" algn="just" defTabSz="914400" rtl="0" eaLnBrk="0" fontAlgn="base" hangingPunct="0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Char char="l"/>
              <a:defRPr kumimoji="0" lang="zh-CN" altLang="en-US"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30555" indent="-271780" algn="just" defTabSz="9144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819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B64D7713-EFD8-4900-B9FA-3D1EEA3F80DC}" type="datetime1">
              <a:rPr lang="en-US" altLang="en-US" sz="1200">
                <a:solidFill>
                  <a:srgbClr val="9D9D9D"/>
                </a:solidFill>
                <a:ea typeface="黑体" panose="02010609060101010101" pitchFamily="49" charset="-122"/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19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820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8B84BB70-EF8D-46CF-9747-8B83D56D1851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  <p:pic>
        <p:nvPicPr>
          <p:cNvPr id="8201" name="图片 1073743875" descr="学科网 zxxk.com"/>
          <p:cNvPicPr>
            <a:picLocks noChangeAspect="1"/>
          </p:cNvPicPr>
          <p:nvPr/>
        </p:nvPicPr>
        <p:blipFill>
          <a:blip r:embed="rId12" r:link="rId13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</p:sldLayoutIdLst>
  <p:transition/>
  <p:txStyles>
    <p:titleStyle>
      <a:lvl1pPr marL="0" indent="0" algn="l" defTabSz="9144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200" b="1" i="0" u="none" kern="1200" baseline="0">
          <a:solidFill>
            <a:srgbClr val="AC411D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0" fontAlgn="base" hangingPunct="0">
        <a:lnSpc>
          <a:spcPct val="110000"/>
        </a:lnSpc>
        <a:spcBef>
          <a:spcPts val="1800"/>
        </a:spcBef>
        <a:spcAft>
          <a:spcPct val="0"/>
        </a:spcAft>
        <a:buClr>
          <a:srgbClr val="BA7612"/>
        </a:buClr>
        <a:buSzPct val="70000"/>
        <a:buFont typeface="Wingdings" panose="05000000000000000000" pitchFamily="2" charset="2"/>
        <a:buChar char="l"/>
        <a:defRPr kumimoji="0" sz="2400" b="0" i="0" u="none" kern="1200" baseline="0">
          <a:solidFill>
            <a:schemeClr val="tx1"/>
          </a:solidFill>
          <a:effectLst/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630555" indent="-271780" algn="just" defTabSz="914400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SzTx/>
        <a:buFont typeface="Arial" panose="020B0604020202020204" pitchFamily="34" charset="0"/>
        <a:buChar char="•"/>
        <a:defRPr kumimoji="0" sz="2000" b="0" i="0" u="none" kern="1200" baseline="0">
          <a:solidFill>
            <a:schemeClr val="tx1"/>
          </a:solidFill>
          <a:effectLst/>
          <a:latin typeface="+mn-ea"/>
          <a:ea typeface="+mn-ea"/>
          <a:cs typeface="+mn-cs"/>
        </a:defRPr>
      </a:lvl2pPr>
      <a:lvl3pPr marL="11430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218" name="图片 7"/>
          <p:cNvPicPr>
            <a:picLocks noChangeAspect="1"/>
          </p:cNvPicPr>
          <p:nvPr/>
        </p:nvPicPr>
        <p:blipFill>
          <a:blip r:embed="rId11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9219" name="图片 6"/>
          <p:cNvPicPr>
            <a:picLocks noChangeAspect="1"/>
          </p:cNvPicPr>
          <p:nvPr/>
        </p:nvPicPr>
        <p:blipFill>
          <a:blip r:embed="rId11"/>
          <a:srcRect l="211" t="5548" r="191" b="6265"/>
          <a:stretch>
            <a:fillRect/>
          </a:stretch>
        </p:blipFill>
        <p:spPr>
          <a:xfrm>
            <a:off x="0" y="0"/>
            <a:ext cx="12190413" cy="6853238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9220" name="KSO_BT1"/>
          <p:cNvSpPr>
            <a:spLocks noGrp="1"/>
          </p:cNvSpPr>
          <p:nvPr>
            <p:ph type="title" idx="4294967295"/>
          </p:nvPr>
        </p:nvSpPr>
        <p:spPr>
          <a:xfrm>
            <a:off x="558800" y="511175"/>
            <a:ext cx="11055350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lvl1pPr marL="0" indent="0" algn="l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3200" b="1" i="0" u="none" kern="1200" baseline="0">
                <a:solidFill>
                  <a:srgbClr val="AC411D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9221" name="KSO_BC1"/>
          <p:cNvSpPr>
            <a:spLocks noGrp="1"/>
          </p:cNvSpPr>
          <p:nvPr>
            <p:ph type="body" idx="5"/>
          </p:nvPr>
        </p:nvSpPr>
        <p:spPr>
          <a:xfrm>
            <a:off x="558800" y="1366838"/>
            <a:ext cx="11055350" cy="48577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57505" indent="-357505" algn="just" defTabSz="914400" rtl="0" eaLnBrk="0" fontAlgn="base" hangingPunct="0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Char char="l"/>
              <a:defRPr kumimoji="0" lang="zh-CN" altLang="en-US"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30555" indent="-271780" algn="just" defTabSz="9144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922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CA8C9890-DC44-4B3A-9541-CA03254DBC82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22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922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6235DC83-3255-412E-AFB6-0C05951C07FB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  <p:pic>
        <p:nvPicPr>
          <p:cNvPr id="9225" name="图片 1073743875" descr="学科网 zxxk.com"/>
          <p:cNvPicPr>
            <a:picLocks noChangeAspect="1"/>
          </p:cNvPicPr>
          <p:nvPr/>
        </p:nvPicPr>
        <p:blipFill>
          <a:blip r:embed="rId12" r:link="rId13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</p:sldLayoutIdLst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xStyles>
    <p:titleStyle>
      <a:lvl1pPr marL="0" indent="0" algn="l" defTabSz="9144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200" b="1" i="0" u="none" kern="1200" baseline="0">
          <a:solidFill>
            <a:srgbClr val="AC411D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0" fontAlgn="base" hangingPunct="0">
        <a:lnSpc>
          <a:spcPct val="110000"/>
        </a:lnSpc>
        <a:spcBef>
          <a:spcPts val="1800"/>
        </a:spcBef>
        <a:spcAft>
          <a:spcPct val="0"/>
        </a:spcAft>
        <a:buClr>
          <a:srgbClr val="BA7612"/>
        </a:buClr>
        <a:buSzPct val="70000"/>
        <a:buFont typeface="Wingdings" panose="05000000000000000000" pitchFamily="2" charset="2"/>
        <a:buChar char="l"/>
        <a:defRPr kumimoji="0" sz="2400" b="0" i="0" u="none" kern="1200" baseline="0">
          <a:solidFill>
            <a:schemeClr val="tx1"/>
          </a:solidFill>
          <a:effectLst/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630555" indent="-271780" algn="just" defTabSz="914400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SzTx/>
        <a:buFont typeface="Arial" panose="020B0604020202020204" pitchFamily="34" charset="0"/>
        <a:buChar char="•"/>
        <a:defRPr kumimoji="0" sz="2000" b="0" i="0" u="none" kern="1200" baseline="0">
          <a:solidFill>
            <a:schemeClr val="tx1"/>
          </a:solidFill>
          <a:effectLst/>
          <a:latin typeface="+mn-ea"/>
          <a:ea typeface="+mn-ea"/>
          <a:cs typeface="+mn-cs"/>
        </a:defRPr>
      </a:lvl2pPr>
      <a:lvl3pPr marL="11430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42" name="图片 7"/>
          <p:cNvPicPr>
            <a:picLocks noChangeAspect="1"/>
          </p:cNvPicPr>
          <p:nvPr/>
        </p:nvPicPr>
        <p:blipFill>
          <a:blip r:embed="rId11"/>
          <a:srcRect l="211" t="11078" r="191" b="94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10243" name="图片 6"/>
          <p:cNvPicPr>
            <a:picLocks noChangeAspect="1"/>
          </p:cNvPicPr>
          <p:nvPr/>
        </p:nvPicPr>
        <p:blipFill>
          <a:blip r:embed="rId11"/>
          <a:srcRect l="211" t="5548" r="191" b="6265"/>
          <a:stretch>
            <a:fillRect/>
          </a:stretch>
        </p:blipFill>
        <p:spPr>
          <a:xfrm>
            <a:off x="0" y="0"/>
            <a:ext cx="12190413" cy="6853238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0244" name="KSO_BT1"/>
          <p:cNvSpPr>
            <a:spLocks noGrp="1"/>
          </p:cNvSpPr>
          <p:nvPr>
            <p:ph type="title" idx="4294967295"/>
          </p:nvPr>
        </p:nvSpPr>
        <p:spPr>
          <a:xfrm>
            <a:off x="558800" y="511175"/>
            <a:ext cx="11055350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lvl1pPr marL="0" indent="0" algn="l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3200" b="1" i="0" u="none" kern="1200" baseline="0">
                <a:solidFill>
                  <a:srgbClr val="AC411D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defRPr>
            </a:lvl1pPr>
          </a:lstStyle>
          <a:p>
            <a:pPr lvl="0"/>
            <a:r>
              <a:t>单击此处编辑母版标题样式</a:t>
            </a:r>
          </a:p>
        </p:txBody>
      </p:sp>
      <p:sp>
        <p:nvSpPr>
          <p:cNvPr id="10245" name="KSO_BC1"/>
          <p:cNvSpPr>
            <a:spLocks noGrp="1"/>
          </p:cNvSpPr>
          <p:nvPr>
            <p:ph type="body" idx="5"/>
          </p:nvPr>
        </p:nvSpPr>
        <p:spPr>
          <a:xfrm>
            <a:off x="558800" y="1366838"/>
            <a:ext cx="11055350" cy="48577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lvl1pPr marL="357505" indent="-357505" algn="just" defTabSz="914400" rtl="0" eaLnBrk="0" fontAlgn="base" hangingPunct="0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Char char="l"/>
              <a:defRPr kumimoji="0" lang="zh-CN" altLang="en-US"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30555" indent="-271780" algn="just" defTabSz="9144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t>单击此处编辑母版文本样式</a:t>
            </a:r>
          </a:p>
          <a:p>
            <a:pPr lvl="1"/>
            <a:r>
              <a:t>第二级</a:t>
            </a:r>
          </a:p>
          <a:p>
            <a:pPr lvl="2"/>
            <a:r>
              <a:t>第三级</a:t>
            </a:r>
          </a:p>
          <a:p>
            <a:pPr lvl="3"/>
            <a:r>
              <a:t>第四级</a:t>
            </a:r>
          </a:p>
          <a:p>
            <a:pPr lvl="4"/>
            <a:r>
              <a:t>第五级</a:t>
            </a:r>
          </a:p>
        </p:txBody>
      </p:sp>
      <p:sp>
        <p:nvSpPr>
          <p:cNvPr id="1024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fld id="{042D97D2-D1F9-4077-A680-4C541A3E1F75}" type="datetime1">
              <a:rPr lang="en-US" altLang="en-US" sz="1200">
                <a:solidFill>
                  <a:srgbClr val="9D9D9D"/>
                </a:solidFill>
              </a:rPr>
            </a:fld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024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>
            <a:noAutofit/>
          </a:bodyPr>
          <a:lstStyle>
            <a:defPPr>
              <a:defRPr lang="zh-CN"/>
            </a:defPPr>
            <a:lvl1pPr marL="0" indent="0" algn="ctr" defTabSz="914400" rtl="0" eaLnBrk="0" fontAlgn="auto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 noProof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/>
            <a:endParaRPr lang="en-US" altLang="en-US" sz="1200">
              <a:solidFill>
                <a:srgbClr val="9D9D9D"/>
              </a:solidFill>
            </a:endParaRPr>
          </a:p>
        </p:txBody>
      </p:sp>
      <p:sp>
        <p:nvSpPr>
          <p:cNvPr id="1024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>
            <a:noAutofit/>
          </a:bodyPr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9D9D9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r" eaLnBrk="1" hangingPunct="1"/>
            <a:fld id="{E7384B2E-4F6C-4120-AE5C-1701E249B5FD}" type="slidenum">
              <a:rPr lang="zh-CN" altLang="en-US" sz="1200">
                <a:solidFill>
                  <a:srgbClr val="9D9D9D"/>
                </a:solidFill>
              </a:rPr>
            </a:fld>
            <a:endParaRPr lang="zh-CN" altLang="en-US" sz="1200">
              <a:solidFill>
                <a:srgbClr val="9D9D9D"/>
              </a:solidFill>
            </a:endParaRPr>
          </a:p>
        </p:txBody>
      </p:sp>
      <p:pic>
        <p:nvPicPr>
          <p:cNvPr id="10249" name="图片 1073743875" descr="学科网 zxxk.com"/>
          <p:cNvPicPr>
            <a:picLocks noChangeAspect="1"/>
          </p:cNvPicPr>
          <p:nvPr/>
        </p:nvPicPr>
        <p:blipFill>
          <a:blip r:embed="rId12" r:link="rId13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</p:sldLayoutIdLst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xStyles>
    <p:titleStyle>
      <a:lvl1pPr marL="0" indent="0" algn="l" defTabSz="914400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3200" b="1" i="0" u="none" kern="1200" baseline="0">
          <a:solidFill>
            <a:srgbClr val="AC411D"/>
          </a:solidFill>
          <a:effectLst/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7505" indent="-357505" algn="just" defTabSz="914400" rtl="0" eaLnBrk="0" fontAlgn="base" hangingPunct="0">
        <a:lnSpc>
          <a:spcPct val="110000"/>
        </a:lnSpc>
        <a:spcBef>
          <a:spcPts val="1800"/>
        </a:spcBef>
        <a:spcAft>
          <a:spcPct val="0"/>
        </a:spcAft>
        <a:buClr>
          <a:srgbClr val="BA7612"/>
        </a:buClr>
        <a:buSzPct val="70000"/>
        <a:buFont typeface="Wingdings" panose="05000000000000000000" pitchFamily="2" charset="2"/>
        <a:buChar char="l"/>
        <a:defRPr kumimoji="0" sz="2400" b="0" i="0" u="none" kern="1200" baseline="0">
          <a:solidFill>
            <a:schemeClr val="tx1"/>
          </a:solidFill>
          <a:effectLst/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630555" indent="-271780" algn="just" defTabSz="914400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SzTx/>
        <a:buFont typeface="Arial" panose="020B0604020202020204" pitchFamily="34" charset="0"/>
        <a:buChar char="•"/>
        <a:defRPr kumimoji="0" sz="2000" b="0" i="0" u="none" kern="1200" baseline="0">
          <a:solidFill>
            <a:schemeClr val="tx1"/>
          </a:solidFill>
          <a:effectLst/>
          <a:latin typeface="+mn-ea"/>
          <a:ea typeface="+mn-ea"/>
          <a:cs typeface="+mn-cs"/>
        </a:defRPr>
      </a:lvl2pPr>
      <a:lvl3pPr marL="11430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572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144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3716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82880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defRPr kumimoji="0" sz="1800" b="0" i="0" u="none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5.xml"/><Relationship Id="rId7" Type="http://schemas.openxmlformats.org/officeDocument/2006/relationships/image" Target="../media/image14.png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3.xml"/><Relationship Id="rId10" Type="http://schemas.openxmlformats.org/officeDocument/2006/relationships/vmlDrawing" Target="../drawings/vmlDrawing1.v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2.xml"/><Relationship Id="rId2" Type="http://schemas.openxmlformats.org/officeDocument/2006/relationships/tags" Target="../tags/tag6.xml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oleObject" Target="../embeddings/oleObject6.bin"/><Relationship Id="rId7" Type="http://schemas.openxmlformats.org/officeDocument/2006/relationships/oleObject" Target="../embeddings/oleObject5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5.png"/><Relationship Id="rId17" Type="http://schemas.openxmlformats.org/officeDocument/2006/relationships/notesSlide" Target="../notesSlides/notesSlide5.xml"/><Relationship Id="rId16" Type="http://schemas.openxmlformats.org/officeDocument/2006/relationships/vmlDrawing" Target="../drawings/vmlDrawing2.vml"/><Relationship Id="rId15" Type="http://schemas.openxmlformats.org/officeDocument/2006/relationships/slideLayout" Target="../slideLayouts/slideLayout22.xml"/><Relationship Id="rId14" Type="http://schemas.openxmlformats.org/officeDocument/2006/relationships/tags" Target="../tags/tag7.xml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18.wmf"/><Relationship Id="rId11" Type="http://schemas.openxmlformats.org/officeDocument/2006/relationships/oleObject" Target="../embeddings/oleObject8.bin"/><Relationship Id="rId10" Type="http://schemas.openxmlformats.org/officeDocument/2006/relationships/oleObject" Target="../embeddings/oleObject7.bin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tags" Target="../tags/tag8.xml"/><Relationship Id="rId7" Type="http://schemas.openxmlformats.org/officeDocument/2006/relationships/image" Target="../media/image21.wmf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1.bin"/><Relationship Id="rId3" Type="http://schemas.openxmlformats.org/officeDocument/2006/relationships/image" Target="../media/image19.wmf"/><Relationship Id="rId2" Type="http://schemas.openxmlformats.org/officeDocument/2006/relationships/oleObject" Target="../embeddings/oleObject10.bin"/><Relationship Id="rId11" Type="http://schemas.openxmlformats.org/officeDocument/2006/relationships/notesSlide" Target="../notesSlides/notesSlide6.xml"/><Relationship Id="rId10" Type="http://schemas.openxmlformats.org/officeDocument/2006/relationships/vmlDrawing" Target="../drawings/vmlDrawing3.v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2.xml"/><Relationship Id="rId2" Type="http://schemas.openxmlformats.org/officeDocument/2006/relationships/tags" Target="../tags/tag9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42.xml"/><Relationship Id="rId2" Type="http://schemas.openxmlformats.org/officeDocument/2006/relationships/tags" Target="../tags/tag10.xml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2.xml"/><Relationship Id="rId4" Type="http://schemas.openxmlformats.org/officeDocument/2006/relationships/tags" Target="../tags/tag1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1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52.xml"/><Relationship Id="rId4" Type="http://schemas.openxmlformats.org/officeDocument/2006/relationships/tags" Target="../tags/tag13.xml"/><Relationship Id="rId3" Type="http://schemas.openxmlformats.org/officeDocument/2006/relationships/image" Target="../media/image9.png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7.xml"/><Relationship Id="rId2" Type="http://schemas.openxmlformats.org/officeDocument/2006/relationships/tags" Target="../tags/tag14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7.xml"/><Relationship Id="rId2" Type="http://schemas.openxmlformats.org/officeDocument/2006/relationships/tags" Target="../tags/tag15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7.xml"/><Relationship Id="rId2" Type="http://schemas.openxmlformats.org/officeDocument/2006/relationships/tags" Target="../tags/tag16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67.xml"/><Relationship Id="rId5" Type="http://schemas.openxmlformats.org/officeDocument/2006/relationships/tags" Target="../tags/tag17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52.xml"/><Relationship Id="rId4" Type="http://schemas.openxmlformats.org/officeDocument/2006/relationships/tags" Target="../tags/tag18.xml"/><Relationship Id="rId3" Type="http://schemas.openxmlformats.org/officeDocument/2006/relationships/image" Target="../media/image14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67.xml"/><Relationship Id="rId2" Type="http://schemas.openxmlformats.org/officeDocument/2006/relationships/tags" Target="../tags/tag19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wmf"/><Relationship Id="rId8" Type="http://schemas.openxmlformats.org/officeDocument/2006/relationships/oleObject" Target="../embeddings/oleObject17.bin"/><Relationship Id="rId7" Type="http://schemas.openxmlformats.org/officeDocument/2006/relationships/image" Target="../media/image33.wmf"/><Relationship Id="rId6" Type="http://schemas.openxmlformats.org/officeDocument/2006/relationships/oleObject" Target="../embeddings/oleObject16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15.bin"/><Relationship Id="rId3" Type="http://schemas.openxmlformats.org/officeDocument/2006/relationships/image" Target="../media/image31.wmf"/><Relationship Id="rId2" Type="http://schemas.openxmlformats.org/officeDocument/2006/relationships/oleObject" Target="../embeddings/oleObject14.bin"/><Relationship Id="rId15" Type="http://schemas.openxmlformats.org/officeDocument/2006/relationships/notesSlide" Target="../notesSlides/notesSlide17.xml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67.xml"/><Relationship Id="rId12" Type="http://schemas.openxmlformats.org/officeDocument/2006/relationships/tags" Target="../tags/tag20.xml"/><Relationship Id="rId11" Type="http://schemas.openxmlformats.org/officeDocument/2006/relationships/image" Target="../media/image35.wmf"/><Relationship Id="rId10" Type="http://schemas.openxmlformats.org/officeDocument/2006/relationships/oleObject" Target="../embeddings/oleObject18.bin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5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52.xml"/><Relationship Id="rId2" Type="http://schemas.openxmlformats.org/officeDocument/2006/relationships/tags" Target="../tags/tag22.xml"/><Relationship Id="rId1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52.xml"/><Relationship Id="rId2" Type="http://schemas.openxmlformats.org/officeDocument/2006/relationships/tags" Target="../tags/tag23.xml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97.xml"/><Relationship Id="rId5" Type="http://schemas.openxmlformats.org/officeDocument/2006/relationships/tags" Target="../tags/tag24.xml"/><Relationship Id="rId4" Type="http://schemas.openxmlformats.org/officeDocument/2006/relationships/image" Target="../media/image39.png"/><Relationship Id="rId3" Type="http://schemas.openxmlformats.org/officeDocument/2006/relationships/oleObject" Target="../embeddings/oleObject20.bin"/><Relationship Id="rId2" Type="http://schemas.openxmlformats.org/officeDocument/2006/relationships/image" Target="../media/image38.wmf"/><Relationship Id="rId1" Type="http://schemas.openxmlformats.org/officeDocument/2006/relationships/oleObject" Target="../embeddings/oleObject1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/>
          <p:cNvSpPr>
            <a:spLocks noGrp="1"/>
          </p:cNvSpPr>
          <p:nvPr/>
        </p:nvSpPr>
        <p:spPr>
          <a:xfrm>
            <a:off x="2490788" y="2179638"/>
            <a:ext cx="7348537" cy="1000125"/>
          </a:xfrm>
          <a:prstGeom prst="rect">
            <a:avLst/>
          </a:prstGeom>
        </p:spPr>
        <p:txBody>
          <a:bodyPr anchor="b" anchorCtr="0">
            <a:norm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400" b="1" i="0" u="none" kern="1200" baseline="0">
                <a:solidFill>
                  <a:srgbClr val="DC5C31">
                    <a:lumMod val="75000"/>
                  </a:srgb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>
              <a:lnSpc>
                <a:spcPct val="90000"/>
              </a:lnSpc>
            </a:pPr>
            <a:endParaRPr lang="en-US" altLang="en-US" sz="6300" b="1">
              <a:solidFill>
                <a:srgbClr val="AC411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7283" name="文本框 1"/>
          <p:cNvSpPr/>
          <p:nvPr/>
        </p:nvSpPr>
        <p:spPr>
          <a:xfrm>
            <a:off x="1568450" y="2006600"/>
            <a:ext cx="9193213" cy="21145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140000"/>
              </a:lnSpc>
            </a:pPr>
            <a:r>
              <a:rPr lang="zh-CN" altLang="en-US" sz="2800" b="1">
                <a:solidFill>
                  <a:schemeClr val="accent1"/>
                </a:solidFill>
                <a:latin typeface="黑体" panose="02010609060101010101" pitchFamily="49" charset="-122"/>
              </a:rPr>
              <a:t>第一章 《集合与常用逻辑用语》</a:t>
            </a:r>
            <a:endParaRPr lang="zh-CN" altLang="en-US" sz="2800" b="1">
              <a:solidFill>
                <a:schemeClr val="accent1"/>
              </a:solidFill>
              <a:latin typeface="黑体" panose="02010609060101010101" pitchFamily="49" charset="-122"/>
            </a:endParaRPr>
          </a:p>
          <a:p>
            <a:pPr marL="0" lvl="0" indent="0" algn="ctr" eaLnBrk="1" hangingPunct="1">
              <a:lnSpc>
                <a:spcPct val="140000"/>
              </a:lnSpc>
            </a:pPr>
            <a:r>
              <a:rPr lang="zh-CN" altLang="en-US" sz="6600" b="1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1.3 集合的基本运算</a:t>
            </a:r>
            <a:r>
              <a:rPr lang="en-US" altLang="zh-CN" sz="6600" b="1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(1)</a:t>
            </a:r>
            <a:endParaRPr lang="en-US" altLang="zh-CN" sz="6600" b="1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5127" name="文本框 99"/>
          <p:cNvSpPr txBox="1"/>
          <p:nvPr>
            <p:custDataLst>
              <p:tags r:id="rId1"/>
            </p:custDataLst>
          </p:nvPr>
        </p:nvSpPr>
        <p:spPr>
          <a:xfrm>
            <a:off x="3287395" y="4221480"/>
            <a:ext cx="5080000" cy="11988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成套的课件成套的教案成套的试题成套的微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	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专题尽在高中数学同步资源大全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QQ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群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552511468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也可联系微信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fjshuxue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加入百度或夸克网盘群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4000G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一线老师必备资料一键转存自动更新永不过期  </a:t>
            </a:r>
            <a:endParaRPr lang="zh-CN" altLang="en-US" sz="18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矩形 18"/>
          <p:cNvSpPr/>
          <p:nvPr/>
        </p:nvSpPr>
        <p:spPr>
          <a:xfrm>
            <a:off x="1993900" y="1281113"/>
            <a:ext cx="3154363" cy="4778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spcBef>
                <a:spcPts val="600"/>
              </a:spcBef>
            </a:pPr>
            <a:r>
              <a:rPr lang="zh-CN" altLang="en-US" sz="2800" b="1"/>
              <a:t>实数间的大小关系</a:t>
            </a:r>
            <a:endParaRPr lang="zh-CN" altLang="en-US" sz="2800" b="1"/>
          </a:p>
        </p:txBody>
      </p:sp>
      <p:grpSp>
        <p:nvGrpSpPr>
          <p:cNvPr id="98307" name="组合 3"/>
          <p:cNvGrpSpPr/>
          <p:nvPr/>
        </p:nvGrpSpPr>
        <p:grpSpPr>
          <a:xfrm>
            <a:off x="5102225" y="808038"/>
            <a:ext cx="1570038" cy="688975"/>
            <a:chOff x="4074" y="1082"/>
            <a:chExt cx="2536" cy="1114"/>
          </a:xfrm>
        </p:grpSpPr>
        <p:sp>
          <p:nvSpPr>
            <p:cNvPr id="98322" name="圆角矩形 20"/>
            <p:cNvSpPr/>
            <p:nvPr/>
          </p:nvSpPr>
          <p:spPr>
            <a:xfrm flipH="1">
              <a:off x="4074" y="1131"/>
              <a:ext cx="2536" cy="100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25400">
              <a:noFill/>
              <a:miter lim="800000"/>
            </a:ln>
          </p:spPr>
          <p:txBody>
            <a:bodyPr lIns="68580" tIns="34290" rIns="68580" bIns="34290" anchor="ctr" anchorCtr="0">
              <a:normAutofit fontScale="62500"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marR="0" lvl="0" indent="0" algn="ctr" eaLnBrk="1" hangingPunct="1"/>
              <a:endParaRPr lang="en-US" altLang="zh-CN" sz="2300">
                <a:solidFill>
                  <a:srgbClr val="EA9D83"/>
                </a:solidFill>
              </a:endParaRPr>
            </a:p>
          </p:txBody>
        </p:sp>
        <p:sp>
          <p:nvSpPr>
            <p:cNvPr id="98323" name="矩形 11"/>
            <p:cNvSpPr/>
            <p:nvPr/>
          </p:nvSpPr>
          <p:spPr>
            <a:xfrm flipH="1">
              <a:off x="4259" y="1082"/>
              <a:ext cx="2215" cy="1115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lIns="68580" tIns="34290" rIns="68580" bIns="34290"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r>
                <a:rPr lang="zh-CN" altLang="en-US" sz="3600">
                  <a:solidFill>
                    <a:srgbClr val="FFFFFF"/>
                  </a:solidFill>
                </a:rPr>
                <a:t>类比</a:t>
              </a:r>
              <a:endParaRPr lang="zh-CN" altLang="en-US" sz="3600">
                <a:solidFill>
                  <a:srgbClr val="FFFFFF"/>
                </a:solidFill>
              </a:endParaRPr>
            </a:p>
          </p:txBody>
        </p:sp>
      </p:grpSp>
      <p:sp>
        <p:nvSpPr>
          <p:cNvPr id="98308" name="矩形 1"/>
          <p:cNvSpPr/>
          <p:nvPr/>
        </p:nvSpPr>
        <p:spPr>
          <a:xfrm>
            <a:off x="6732588" y="1273175"/>
            <a:ext cx="3154362" cy="4794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spcBef>
                <a:spcPts val="600"/>
              </a:spcBef>
            </a:pPr>
            <a:r>
              <a:rPr lang="zh-CN" altLang="en-US" sz="2800" b="1"/>
              <a:t>集合间的包含关系</a:t>
            </a:r>
            <a:endParaRPr lang="zh-CN" altLang="en-US" sz="2800" b="1"/>
          </a:p>
        </p:txBody>
      </p:sp>
      <p:cxnSp>
        <p:nvCxnSpPr>
          <p:cNvPr id="98309" name="直接箭头连接符 2"/>
          <p:cNvCxnSpPr>
            <a:stCxn id="98306" idx="3"/>
            <a:endCxn id="98308" idx="1"/>
          </p:cNvCxnSpPr>
          <p:nvPr/>
        </p:nvCxnSpPr>
        <p:spPr>
          <a:xfrm flipV="1">
            <a:off x="5148263" y="1512888"/>
            <a:ext cx="1584325" cy="7937"/>
          </a:xfrm>
          <a:prstGeom prst="line">
            <a:avLst/>
          </a:prstGeom>
          <a:noFill/>
          <a:ln w="28575">
            <a:solidFill>
              <a:schemeClr val="accent1"/>
            </a:solidFill>
            <a:miter lim="800000"/>
            <a:tailEnd type="arrow"/>
          </a:ln>
        </p:spPr>
      </p:cxnSp>
      <p:sp>
        <p:nvSpPr>
          <p:cNvPr id="98310" name="矩形 8"/>
          <p:cNvSpPr/>
          <p:nvPr/>
        </p:nvSpPr>
        <p:spPr>
          <a:xfrm>
            <a:off x="1993900" y="2760663"/>
            <a:ext cx="3154363" cy="4778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spcBef>
                <a:spcPts val="600"/>
              </a:spcBef>
            </a:pPr>
            <a:r>
              <a:rPr lang="zh-CN" altLang="en-US" sz="2800" b="1"/>
              <a:t>实数间的基本运算</a:t>
            </a:r>
            <a:endParaRPr lang="zh-CN" altLang="en-US" sz="2800" b="1"/>
          </a:p>
        </p:txBody>
      </p:sp>
      <p:grpSp>
        <p:nvGrpSpPr>
          <p:cNvPr id="98311" name="组合 9"/>
          <p:cNvGrpSpPr/>
          <p:nvPr/>
        </p:nvGrpSpPr>
        <p:grpSpPr>
          <a:xfrm>
            <a:off x="5102225" y="2287588"/>
            <a:ext cx="1570038" cy="688975"/>
            <a:chOff x="4074" y="1082"/>
            <a:chExt cx="2536" cy="1114"/>
          </a:xfrm>
        </p:grpSpPr>
        <p:sp>
          <p:nvSpPr>
            <p:cNvPr id="98320" name="圆角矩形 10"/>
            <p:cNvSpPr/>
            <p:nvPr/>
          </p:nvSpPr>
          <p:spPr>
            <a:xfrm flipH="1">
              <a:off x="4074" y="1131"/>
              <a:ext cx="2536" cy="100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25400">
              <a:noFill/>
              <a:miter lim="800000"/>
            </a:ln>
          </p:spPr>
          <p:txBody>
            <a:bodyPr lIns="68580" tIns="34290" rIns="68580" bIns="34290" anchor="ctr" anchorCtr="0">
              <a:normAutofit fontScale="62500"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marR="0" lvl="0" indent="0" algn="ctr" eaLnBrk="1" hangingPunct="1"/>
              <a:endParaRPr lang="en-US" altLang="zh-CN" sz="2300">
                <a:solidFill>
                  <a:srgbClr val="EA9D83"/>
                </a:solidFill>
              </a:endParaRPr>
            </a:p>
          </p:txBody>
        </p:sp>
        <p:sp>
          <p:nvSpPr>
            <p:cNvPr id="98321" name="矩形 14"/>
            <p:cNvSpPr/>
            <p:nvPr/>
          </p:nvSpPr>
          <p:spPr>
            <a:xfrm flipH="1">
              <a:off x="4259" y="1082"/>
              <a:ext cx="2215" cy="1115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lIns="68580" tIns="34290" rIns="68580" bIns="34290"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algn="ctr" eaLnBrk="1" hangingPunct="1"/>
              <a:r>
                <a:rPr lang="zh-CN" altLang="en-US" sz="3600">
                  <a:solidFill>
                    <a:srgbClr val="FFFFFF"/>
                  </a:solidFill>
                </a:rPr>
                <a:t>类比</a:t>
              </a:r>
              <a:endParaRPr lang="zh-CN" altLang="en-US" sz="3600">
                <a:solidFill>
                  <a:srgbClr val="FFFFFF"/>
                </a:solidFill>
              </a:endParaRPr>
            </a:p>
          </p:txBody>
        </p:sp>
      </p:grpSp>
      <p:sp>
        <p:nvSpPr>
          <p:cNvPr id="98312" name="矩形 15"/>
          <p:cNvSpPr/>
          <p:nvPr/>
        </p:nvSpPr>
        <p:spPr>
          <a:xfrm>
            <a:off x="6732588" y="2760663"/>
            <a:ext cx="3154362" cy="47783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spcBef>
                <a:spcPts val="600"/>
              </a:spcBef>
            </a:pPr>
            <a:r>
              <a:rPr lang="zh-CN" altLang="en-US" sz="2800" b="1"/>
              <a:t>集合间的基本运算</a:t>
            </a:r>
            <a:endParaRPr lang="zh-CN" altLang="en-US" sz="2800" b="1"/>
          </a:p>
        </p:txBody>
      </p:sp>
      <p:cxnSp>
        <p:nvCxnSpPr>
          <p:cNvPr id="98313" name="直接箭头连接符 16"/>
          <p:cNvCxnSpPr>
            <a:stCxn id="98310" idx="3"/>
            <a:endCxn id="98312" idx="1"/>
          </p:cNvCxnSpPr>
          <p:nvPr/>
        </p:nvCxnSpPr>
        <p:spPr>
          <a:xfrm>
            <a:off x="5148263" y="2992438"/>
            <a:ext cx="1584325" cy="0"/>
          </a:xfrm>
          <a:prstGeom prst="line">
            <a:avLst/>
          </a:prstGeom>
          <a:noFill/>
          <a:ln w="28575">
            <a:solidFill>
              <a:schemeClr val="accent1"/>
            </a:solidFill>
            <a:miter lim="800000"/>
            <a:tailEnd type="arrow"/>
          </a:ln>
        </p:spPr>
      </p:cxnSp>
      <p:pic>
        <p:nvPicPr>
          <p:cNvPr id="98314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725" y="3238500"/>
            <a:ext cx="923925" cy="1684338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98315" name="矩形 22"/>
          <p:cNvSpPr/>
          <p:nvPr/>
        </p:nvSpPr>
        <p:spPr>
          <a:xfrm>
            <a:off x="3660775" y="4197350"/>
            <a:ext cx="1631950" cy="4794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spcBef>
                <a:spcPts val="600"/>
              </a:spcBef>
            </a:pPr>
            <a:r>
              <a:rPr lang="zh-CN" altLang="en-US" sz="2800" b="1"/>
              <a:t>加法运算</a:t>
            </a:r>
            <a:endParaRPr lang="zh-CN" altLang="en-US" sz="2800" b="1"/>
          </a:p>
        </p:txBody>
      </p:sp>
      <p:sp>
        <p:nvSpPr>
          <p:cNvPr id="98316" name="矩形 23"/>
          <p:cNvSpPr/>
          <p:nvPr/>
        </p:nvSpPr>
        <p:spPr>
          <a:xfrm>
            <a:off x="6526213" y="4197350"/>
            <a:ext cx="1327150" cy="4794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spcBef>
                <a:spcPts val="600"/>
              </a:spcBef>
            </a:pPr>
            <a:r>
              <a:rPr lang="en-US" altLang="zh-CN" sz="2800" b="1"/>
              <a:t>“</a:t>
            </a:r>
            <a:r>
              <a:rPr lang="zh-CN" altLang="en-US" sz="2800" b="1"/>
              <a:t>相加</a:t>
            </a:r>
            <a:r>
              <a:rPr lang="en-US" altLang="zh-CN" sz="2800" b="1"/>
              <a:t>”</a:t>
            </a:r>
            <a:endParaRPr lang="en-US" altLang="zh-CN" sz="2800" b="1"/>
          </a:p>
        </p:txBody>
      </p:sp>
      <p:cxnSp>
        <p:nvCxnSpPr>
          <p:cNvPr id="98317" name="直接箭头连接符 24"/>
          <p:cNvCxnSpPr>
            <a:stCxn id="98310" idx="2"/>
            <a:endCxn id="98315" idx="0"/>
          </p:cNvCxnSpPr>
          <p:nvPr/>
        </p:nvCxnSpPr>
        <p:spPr>
          <a:xfrm>
            <a:off x="3571875" y="3238500"/>
            <a:ext cx="904875" cy="95885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tailEnd type="arrow"/>
          </a:ln>
        </p:spPr>
      </p:cxnSp>
      <p:cxnSp>
        <p:nvCxnSpPr>
          <p:cNvPr id="98318" name="直接箭头连接符 25"/>
          <p:cNvCxnSpPr>
            <a:stCxn id="98312" idx="2"/>
            <a:endCxn id="98316" idx="0"/>
          </p:cNvCxnSpPr>
          <p:nvPr/>
        </p:nvCxnSpPr>
        <p:spPr>
          <a:xfrm flipH="1">
            <a:off x="7189788" y="3238500"/>
            <a:ext cx="1120775" cy="95885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tailEnd type="arrow"/>
          </a:ln>
        </p:spPr>
      </p:cxnSp>
      <p:cxnSp>
        <p:nvCxnSpPr>
          <p:cNvPr id="98319" name="直接箭头连接符 26"/>
          <p:cNvCxnSpPr>
            <a:stCxn id="98315" idx="3"/>
            <a:endCxn id="98316" idx="1"/>
          </p:cNvCxnSpPr>
          <p:nvPr/>
        </p:nvCxnSpPr>
        <p:spPr>
          <a:xfrm>
            <a:off x="5292725" y="4437063"/>
            <a:ext cx="1233488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tailEnd type="arrow"/>
          </a:ln>
        </p:spPr>
      </p:cxn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8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8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8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8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8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8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8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8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8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 fill="hold"/>
                                        <p:tgtEl>
                                          <p:spTgt spid="98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8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 fill="hold"/>
                                        <p:tgtEl>
                                          <p:spTgt spid="98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8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8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8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8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8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8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8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8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8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8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6" grpId="0"/>
      <p:bldP spid="98308" grpId="0"/>
      <p:bldP spid="98310" grpId="0"/>
      <p:bldP spid="98312" grpId="0"/>
      <p:bldP spid="98315" grpId="0"/>
      <p:bldP spid="983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矩形 4"/>
          <p:cNvSpPr/>
          <p:nvPr/>
        </p:nvSpPr>
        <p:spPr>
          <a:xfrm>
            <a:off x="0" y="-4762"/>
            <a:ext cx="12211050" cy="890587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99331" name="文本框 5"/>
          <p:cNvSpPr/>
          <p:nvPr/>
        </p:nvSpPr>
        <p:spPr>
          <a:xfrm>
            <a:off x="2001838" y="107950"/>
            <a:ext cx="2703512" cy="6175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ts val="600"/>
              </a:spcBef>
            </a:pPr>
            <a:endParaRPr lang="zh-CN" altLang="en-US" sz="4400" b="1">
              <a:solidFill>
                <a:schemeClr val="accent1"/>
              </a:solidFill>
            </a:endParaRPr>
          </a:p>
        </p:txBody>
      </p:sp>
      <p:sp>
        <p:nvSpPr>
          <p:cNvPr id="99332" name="文本占位符 11266"/>
          <p:cNvSpPr>
            <a:spLocks noGrp="1"/>
          </p:cNvSpPr>
          <p:nvPr>
            <p:ph idx="1"/>
          </p:nvPr>
        </p:nvSpPr>
        <p:spPr>
          <a:xfrm>
            <a:off x="811213" y="1885950"/>
            <a:ext cx="9872662" cy="2782888"/>
          </a:xfrm>
          <a:prstGeom prst="rect">
            <a:avLst/>
          </a:prstGeom>
          <a:ln w="28575"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noAutofit/>
          </a:bodyPr>
          <a:lstStyle>
            <a:lvl1pPr marL="357505" indent="-357505" algn="just" defTabSz="914400" rtl="0" eaLnBrk="0" fontAlgn="base" hangingPunct="0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Char char="l"/>
              <a:defRPr kumimoji="0" lang="zh-CN" altLang="en-US"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30555" indent="-271780" algn="just" defTabSz="9144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观察下列各个集合，你能说出</a:t>
            </a:r>
            <a:r>
              <a:rPr lang="en-US" altLang="en-US" sz="2800" b="1" spc="0">
                <a:solidFill>
                  <a:srgbClr val="FF6600"/>
                </a:solidFill>
                <a:latin typeface="Times New Roman" panose="02020603050405020304" pitchFamily="18" charset="0"/>
              </a:rPr>
              <a:t>集合</a:t>
            </a:r>
            <a:r>
              <a:rPr lang="en-US" altLang="zh-CN" sz="2800" b="1" i="1" spc="0">
                <a:solidFill>
                  <a:srgbClr val="FF66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en-US" sz="2800" b="1" spc="0">
                <a:solidFill>
                  <a:srgbClr val="FF6600"/>
                </a:solidFill>
                <a:latin typeface="Times New Roman" panose="02020603050405020304" pitchFamily="18" charset="0"/>
              </a:rPr>
              <a:t>集合</a:t>
            </a:r>
            <a:r>
              <a:rPr lang="en-US" altLang="zh-CN" sz="2800" b="1" i="1" spc="0">
                <a:solidFill>
                  <a:srgbClr val="FF66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spc="0">
                <a:solidFill>
                  <a:srgbClr val="FF66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b="1" i="1" spc="0">
                <a:solidFill>
                  <a:srgbClr val="FF66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之间的关系吗？</a:t>
            </a:r>
            <a:endParaRPr lang="en-US" altLang="en-US" sz="2800" b="1">
              <a:solidFill>
                <a:srgbClr val="303030"/>
              </a:solidFill>
              <a:latin typeface="Times New Roman" panose="02020603050405020304" pitchFamily="18" charset="0"/>
            </a:endParaRPr>
          </a:p>
          <a:p>
            <a:pPr marL="0" marR="0" lvl="0" indent="0" algn="l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 (1)</a:t>
            </a:r>
            <a:r>
              <a:rPr lang="en-US" altLang="zh-CN" sz="2800" b="1" i="1" spc="0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={1,3,5}</a:t>
            </a:r>
            <a:r>
              <a:rPr lang="en-US" altLang="en-US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spc="0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={2,4,6}</a:t>
            </a:r>
            <a:r>
              <a:rPr lang="en-US" altLang="en-US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spc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spc="0">
                <a:solidFill>
                  <a:srgbClr val="FF0000"/>
                </a:solidFill>
                <a:latin typeface="Times New Roman" panose="02020603050405020304" pitchFamily="18" charset="0"/>
              </a:rPr>
              <a:t>={1,2,3,4,5,6}</a:t>
            </a:r>
            <a:r>
              <a:rPr lang="en-US" altLang="en-US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；</a:t>
            </a:r>
            <a:endParaRPr lang="en-US" altLang="en-US" sz="2800" b="1">
              <a:solidFill>
                <a:srgbClr val="303030"/>
              </a:solidFill>
              <a:latin typeface="Times New Roman" panose="02020603050405020304" pitchFamily="18" charset="0"/>
            </a:endParaRPr>
          </a:p>
          <a:p>
            <a:pPr marL="0" marR="0" lvl="0" indent="0" algn="l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 (2)</a:t>
            </a:r>
            <a:r>
              <a:rPr lang="en-US" altLang="zh-CN" sz="2800" b="1" i="1" spc="0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2800" b="1" i="1" spc="0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800" b="1" i="1" spc="0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是有理数</a:t>
            </a: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}</a:t>
            </a:r>
            <a:r>
              <a:rPr lang="en-US" altLang="en-US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spc="0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2800" b="1" i="1" spc="0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800" b="1" i="1" spc="0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是无理数</a:t>
            </a: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}</a:t>
            </a:r>
            <a:r>
              <a:rPr lang="en-US" altLang="en-US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spc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spc="0">
                <a:solidFill>
                  <a:srgbClr val="FF000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2800" b="1" i="1" spc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spc="0">
                <a:solidFill>
                  <a:srgbClr val="FF00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800" b="1" i="1" spc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800" b="1" spc="0">
                <a:solidFill>
                  <a:srgbClr val="FF0000"/>
                </a:solidFill>
                <a:latin typeface="Times New Roman" panose="02020603050405020304" pitchFamily="18" charset="0"/>
              </a:rPr>
              <a:t>是实数</a:t>
            </a:r>
            <a:r>
              <a:rPr lang="en-US" altLang="zh-CN" sz="2800" b="1" spc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r>
              <a:rPr lang="en-US" altLang="en-US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；</a:t>
            </a:r>
            <a:endParaRPr lang="en-US" altLang="en-US" sz="2800" b="1">
              <a:solidFill>
                <a:srgbClr val="303030"/>
              </a:solidFill>
              <a:latin typeface="Times New Roman" panose="02020603050405020304" pitchFamily="18" charset="0"/>
            </a:endParaRPr>
          </a:p>
          <a:p>
            <a:pPr marL="0" marR="0" lvl="0" indent="0" algn="l" eaLnBrk="1" hangingPunct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 (3)</a:t>
            </a:r>
            <a:r>
              <a:rPr lang="en-US" altLang="zh-CN" sz="2800" b="1" i="1" spc="0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={1,2,3}</a:t>
            </a:r>
            <a:r>
              <a:rPr lang="en-US" altLang="en-US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 i="1" spc="0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spc="0">
                <a:solidFill>
                  <a:srgbClr val="303030"/>
                </a:solidFill>
                <a:latin typeface="Times New Roman" panose="02020603050405020304" pitchFamily="18" charset="0"/>
              </a:rPr>
              <a:t>={2,3,5,9}</a:t>
            </a:r>
            <a:r>
              <a:rPr lang="en-US" altLang="en-US" sz="2800" b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sz="2800" b="1" i="1" spc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C</a:t>
            </a:r>
            <a:r>
              <a:rPr lang="en-US" altLang="zh-CN" sz="2800" b="1" spc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={1,2,3,5,9}</a:t>
            </a:r>
            <a:endParaRPr lang="en-US" altLang="zh-CN" sz="28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3" name="文本框 13"/>
          <p:cNvSpPr txBox="1"/>
          <p:nvPr/>
        </p:nvSpPr>
        <p:spPr>
          <a:xfrm>
            <a:off x="811213" y="4770438"/>
            <a:ext cx="8018462" cy="565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>
              <a:lnSpc>
                <a:spcPct val="110000"/>
              </a:lnSpc>
            </a:pPr>
            <a:r>
              <a:rPr lang="en-US" altLang="zh-CN" sz="2800" b="1" i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C</a:t>
            </a:r>
            <a:r>
              <a:rPr lang="en-US" altLang="en-US" sz="2800" b="1" spc="0">
                <a:solidFill>
                  <a:srgbClr val="303030"/>
                </a:solidFill>
                <a:latin typeface="黑体" panose="02010609060101010101" pitchFamily="49" charset="-122"/>
                <a:sym typeface="+mn-ea"/>
              </a:rPr>
              <a:t>是由</a:t>
            </a:r>
            <a:r>
              <a:rPr lang="en-US" altLang="en-US" sz="2800" b="1" spc="0">
                <a:solidFill>
                  <a:srgbClr val="FF0000"/>
                </a:solidFill>
                <a:latin typeface="黑体" panose="02010609060101010101" pitchFamily="49" charset="-122"/>
                <a:sym typeface="+mn-ea"/>
              </a:rPr>
              <a:t>所有</a:t>
            </a:r>
            <a:r>
              <a:rPr lang="en-US" altLang="en-US" sz="2800" b="1" u="sng" spc="0">
                <a:solidFill>
                  <a:srgbClr val="303030"/>
                </a:solidFill>
                <a:latin typeface="黑体" panose="02010609060101010101" pitchFamily="49" charset="-122"/>
                <a:sym typeface="+mn-ea"/>
              </a:rPr>
              <a:t>属于集合</a:t>
            </a:r>
            <a:r>
              <a:rPr lang="en-US" altLang="zh-CN" sz="2800" b="1" i="1" u="sng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en-US" sz="2800" b="1" spc="0">
                <a:solidFill>
                  <a:srgbClr val="FF0000"/>
                </a:solidFill>
                <a:latin typeface="黑体" panose="02010609060101010101" pitchFamily="49" charset="-122"/>
                <a:sym typeface="+mn-ea"/>
              </a:rPr>
              <a:t>或</a:t>
            </a:r>
            <a:r>
              <a:rPr lang="en-US" altLang="en-US" sz="2800" b="1" u="sng" spc="0">
                <a:solidFill>
                  <a:srgbClr val="303030"/>
                </a:solidFill>
                <a:latin typeface="黑体" panose="02010609060101010101" pitchFamily="49" charset="-122"/>
                <a:sym typeface="+mn-ea"/>
              </a:rPr>
              <a:t>属于集合</a:t>
            </a:r>
            <a:r>
              <a:rPr lang="en-US" altLang="zh-CN" sz="2800" b="1" i="1" u="sng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en-US" sz="2800" b="1" spc="0">
                <a:solidFill>
                  <a:srgbClr val="303030"/>
                </a:solidFill>
                <a:latin typeface="黑体" panose="02010609060101010101" pitchFamily="49" charset="-122"/>
                <a:sym typeface="+mn-ea"/>
              </a:rPr>
              <a:t>的元素组成的</a:t>
            </a:r>
            <a:r>
              <a:rPr lang="en-US" altLang="zh-CN" sz="2800" b="1" spc="0">
                <a:solidFill>
                  <a:srgbClr val="303030"/>
                </a:solidFill>
                <a:latin typeface="黑体" panose="02010609060101010101" pitchFamily="49" charset="-122"/>
                <a:sym typeface="+mn-ea"/>
              </a:rPr>
              <a:t>.</a:t>
            </a:r>
            <a:endParaRPr lang="en-US" altLang="zh-CN" sz="2800" b="1">
              <a:solidFill>
                <a:srgbClr val="303030"/>
              </a:solidFill>
              <a:latin typeface="黑体" panose="02010609060101010101" pitchFamily="49" charset="-122"/>
              <a:sym typeface="+mn-ea"/>
            </a:endParaRPr>
          </a:p>
        </p:txBody>
      </p:sp>
      <p:sp>
        <p:nvSpPr>
          <p:cNvPr id="99334" name="文本框 3"/>
          <p:cNvSpPr/>
          <p:nvPr/>
        </p:nvSpPr>
        <p:spPr>
          <a:xfrm>
            <a:off x="811213" y="1133475"/>
            <a:ext cx="9631362" cy="650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类比实数的加法运算，你能否尝试定义集合间 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相加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运算？</a:t>
            </a:r>
            <a:endParaRPr lang="zh-CN" altLang="en-US" sz="28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5" name="文本框 1"/>
          <p:cNvSpPr/>
          <p:nvPr/>
        </p:nvSpPr>
        <p:spPr>
          <a:xfrm>
            <a:off x="1371600" y="88900"/>
            <a:ext cx="2540000" cy="7016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3600" b="1">
                <a:solidFill>
                  <a:schemeClr val="bg1"/>
                </a:solidFill>
                <a:ea typeface="微软雅黑" panose="020B0503020204020204" charset="-122"/>
              </a:rPr>
              <a:t>课前思考</a:t>
            </a:r>
            <a:endParaRPr lang="zh-CN" altLang="en-US" sz="3600" b="1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pic>
        <p:nvPicPr>
          <p:cNvPr id="99336" name="图片 3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25" y="-4762"/>
            <a:ext cx="914400" cy="9144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99337" name="文本框 6"/>
          <p:cNvSpPr/>
          <p:nvPr/>
        </p:nvSpPr>
        <p:spPr>
          <a:xfrm>
            <a:off x="8891588" y="3924300"/>
            <a:ext cx="973137" cy="6080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endParaRPr lang="zh-CN" altLang="en-US" sz="1400" i="1">
              <a:ea typeface="微软雅黑" panose="020B0503020204020204" charset="-122"/>
            </a:endParaRPr>
          </a:p>
        </p:txBody>
      </p:sp>
      <p:sp>
        <p:nvSpPr>
          <p:cNvPr id="99338" name="文本框 7"/>
          <p:cNvSpPr/>
          <p:nvPr/>
        </p:nvSpPr>
        <p:spPr>
          <a:xfrm>
            <a:off x="8891588" y="4532313"/>
            <a:ext cx="954087" cy="6080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5∈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endParaRPr lang="en-US" altLang="zh-CN" sz="28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9" name="文本框 8"/>
          <p:cNvSpPr/>
          <p:nvPr/>
        </p:nvSpPr>
        <p:spPr>
          <a:xfrm>
            <a:off x="8891588" y="5140325"/>
            <a:ext cx="973137" cy="6080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endParaRPr lang="en-US" altLang="zh-CN" sz="2800" b="1" i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grpSp>
        <p:nvGrpSpPr>
          <p:cNvPr id="99340" name="组合 11"/>
          <p:cNvGrpSpPr/>
          <p:nvPr/>
        </p:nvGrpSpPr>
        <p:grpSpPr>
          <a:xfrm>
            <a:off x="9731375" y="3924300"/>
            <a:ext cx="1311275" cy="608013"/>
            <a:chOff x="15401" y="6181"/>
            <a:chExt cx="2065" cy="957"/>
          </a:xfrm>
        </p:grpSpPr>
        <p:sp>
          <p:nvSpPr>
            <p:cNvPr id="99347" name="文本框 9"/>
            <p:cNvSpPr/>
            <p:nvPr/>
          </p:nvSpPr>
          <p:spPr>
            <a:xfrm>
              <a:off x="15401" y="6181"/>
              <a:ext cx="2065" cy="95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</a:pPr>
              <a:r>
                <a:rPr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且</a:t>
              </a: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1∈</a:t>
              </a: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B</a:t>
              </a:r>
              <a:endParaRPr lang="zh-CN" altLang="en-US" sz="1400" i="1">
                <a:ea typeface="微软雅黑" panose="020B0503020204020204" charset="-122"/>
              </a:endParaRPr>
            </a:p>
          </p:txBody>
        </p:sp>
        <p:cxnSp>
          <p:nvCxnSpPr>
            <p:cNvPr id="99348" name="直接连接符 10"/>
            <p:cNvCxnSpPr/>
            <p:nvPr/>
          </p:nvCxnSpPr>
          <p:spPr>
            <a:xfrm flipH="1">
              <a:off x="16641" y="6418"/>
              <a:ext cx="145" cy="512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miter lim="800000"/>
            </a:ln>
          </p:spPr>
        </p:cxnSp>
      </p:grpSp>
      <p:grpSp>
        <p:nvGrpSpPr>
          <p:cNvPr id="99341" name="组合 12"/>
          <p:cNvGrpSpPr/>
          <p:nvPr/>
        </p:nvGrpSpPr>
        <p:grpSpPr>
          <a:xfrm>
            <a:off x="9731375" y="4532313"/>
            <a:ext cx="1311275" cy="608012"/>
            <a:chOff x="15401" y="6181"/>
            <a:chExt cx="2065" cy="957"/>
          </a:xfrm>
        </p:grpSpPr>
        <p:sp>
          <p:nvSpPr>
            <p:cNvPr id="99345" name="文本框 14"/>
            <p:cNvSpPr/>
            <p:nvPr/>
          </p:nvSpPr>
          <p:spPr>
            <a:xfrm>
              <a:off x="15401" y="6181"/>
              <a:ext cx="2065" cy="95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</a:pPr>
              <a:r>
                <a:rPr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且</a:t>
              </a: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5∈</a:t>
              </a: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A</a:t>
              </a:r>
              <a:endParaRPr lang="zh-CN" altLang="en-US" sz="1400" i="1">
                <a:ea typeface="微软雅黑" panose="020B0503020204020204" charset="-122"/>
              </a:endParaRPr>
            </a:p>
          </p:txBody>
        </p:sp>
        <p:cxnSp>
          <p:nvCxnSpPr>
            <p:cNvPr id="99346" name="直接连接符 15"/>
            <p:cNvCxnSpPr/>
            <p:nvPr/>
          </p:nvCxnSpPr>
          <p:spPr>
            <a:xfrm flipH="1">
              <a:off x="16641" y="6418"/>
              <a:ext cx="145" cy="512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miter lim="800000"/>
            </a:ln>
          </p:spPr>
        </p:cxnSp>
      </p:grpSp>
      <p:sp>
        <p:nvSpPr>
          <p:cNvPr id="99342" name="文本框 16"/>
          <p:cNvSpPr/>
          <p:nvPr/>
        </p:nvSpPr>
        <p:spPr>
          <a:xfrm>
            <a:off x="9731375" y="5126038"/>
            <a:ext cx="1311275" cy="6080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且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endParaRPr lang="en-US" altLang="zh-CN" sz="2800" b="1" i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99343" name="文本框 17"/>
          <p:cNvSpPr/>
          <p:nvPr/>
        </p:nvSpPr>
        <p:spPr>
          <a:xfrm>
            <a:off x="811213" y="5368925"/>
            <a:ext cx="3040062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称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C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是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和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并集</a:t>
            </a:r>
            <a:endParaRPr lang="zh-CN" altLang="en-US" sz="2800" b="1">
              <a:solidFill>
                <a:srgbClr val="FF0000"/>
              </a:solidFill>
              <a:latin typeface="黑体" panose="02010609060101010101" pitchFamily="49" charset="-122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99344" name="文本框 1"/>
          <p:cNvSpPr txBox="1"/>
          <p:nvPr/>
        </p:nvSpPr>
        <p:spPr>
          <a:xfrm>
            <a:off x="4256088" y="5437188"/>
            <a:ext cx="2119312" cy="11985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eaLnBrk="1" hangingPunct="1"/>
            <a:r>
              <a:rPr lang="en-US" altLang="en-US" sz="2400" b="1" spc="0">
                <a:solidFill>
                  <a:srgbClr val="8630B5"/>
                </a:solidFill>
                <a:latin typeface="黑体" panose="02010609060101010101" pitchFamily="49" charset="-122"/>
                <a:sym typeface="+mn-ea"/>
              </a:rPr>
              <a:t>只属于</a:t>
            </a:r>
            <a:r>
              <a:rPr lang="en-US" altLang="zh-CN" sz="2400" b="1" i="1" spc="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A</a:t>
            </a:r>
            <a:endParaRPr lang="en-US" altLang="zh-CN" sz="2400" b="1" i="1">
              <a:solidFill>
                <a:srgbClr val="8630B5"/>
              </a:solidFill>
              <a:latin typeface="Times New Roman" panose="02020603050405020304" pitchFamily="18" charset="0"/>
              <a:sym typeface="+mn-ea"/>
            </a:endParaRPr>
          </a:p>
          <a:p>
            <a:pPr marL="0" marR="0" lvl="0" indent="0" eaLnBrk="1" hangingPunct="1"/>
            <a:r>
              <a:rPr lang="en-US" altLang="en-US" sz="2400" b="1" spc="0">
                <a:solidFill>
                  <a:srgbClr val="8630B5"/>
                </a:solidFill>
                <a:latin typeface="黑体" panose="02010609060101010101" pitchFamily="49" charset="-122"/>
                <a:sym typeface="+mn-ea"/>
              </a:rPr>
              <a:t>只属于</a:t>
            </a:r>
            <a:r>
              <a:rPr lang="en-US" altLang="zh-CN" sz="2400" b="1" i="1" spc="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B</a:t>
            </a:r>
            <a:endParaRPr lang="en-US" altLang="zh-CN" sz="2400" b="1" i="1">
              <a:solidFill>
                <a:srgbClr val="8630B5"/>
              </a:solidFill>
              <a:latin typeface="Times New Roman" panose="02020603050405020304" pitchFamily="18" charset="0"/>
              <a:sym typeface="+mn-ea"/>
            </a:endParaRPr>
          </a:p>
          <a:p>
            <a:pPr marL="0" marR="0" lvl="0" indent="0" eaLnBrk="1" hangingPunct="1"/>
            <a:r>
              <a:rPr lang="en-US" altLang="en-US" sz="2400" b="1" spc="0">
                <a:solidFill>
                  <a:srgbClr val="8630B5"/>
                </a:solidFill>
                <a:latin typeface="黑体" panose="02010609060101010101" pitchFamily="49" charset="-122"/>
              </a:rPr>
              <a:t>属于</a:t>
            </a:r>
            <a:r>
              <a:rPr lang="en-US" altLang="zh-CN" sz="2400" b="1" i="1" spc="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en-US" sz="2400" b="1" spc="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且</a:t>
            </a:r>
            <a:r>
              <a:rPr lang="en-US" altLang="en-US" sz="2400" b="1" spc="0">
                <a:solidFill>
                  <a:srgbClr val="8630B5"/>
                </a:solidFill>
                <a:latin typeface="黑体" panose="02010609060101010101" pitchFamily="49" charset="-122"/>
              </a:rPr>
              <a:t>属于</a:t>
            </a:r>
            <a:r>
              <a:rPr lang="en-US" altLang="zh-CN" sz="2400" b="1" i="1" spc="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B</a:t>
            </a:r>
            <a:endParaRPr lang="en-US" altLang="zh-CN" sz="2400" b="1" i="1">
              <a:solidFill>
                <a:srgbClr val="8630B5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9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9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9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9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9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9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9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9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9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9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9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9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3" grpId="0"/>
      <p:bldP spid="99337" grpId="0"/>
      <p:bldP spid="99338" grpId="0"/>
      <p:bldP spid="99339" grpId="0"/>
      <p:bldP spid="99342" grpId="0"/>
      <p:bldP spid="99343" grpId="0"/>
      <p:bldP spid="993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文本框 3"/>
          <p:cNvSpPr/>
          <p:nvPr/>
        </p:nvSpPr>
        <p:spPr>
          <a:xfrm>
            <a:off x="687388" y="984250"/>
            <a:ext cx="9834562" cy="10382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1.1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定义：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由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所有</a:t>
            </a:r>
            <a:r>
              <a:rPr lang="zh-CN" altLang="en-US" sz="2800" b="1" u="sng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属于集合</a:t>
            </a:r>
            <a:r>
              <a:rPr lang="en-US" altLang="zh-CN" sz="2800" b="1" i="1" u="sng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或</a:t>
            </a:r>
            <a:r>
              <a:rPr lang="zh-CN" altLang="en-US" sz="2800" b="1" u="sng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属于集合</a:t>
            </a:r>
            <a:r>
              <a:rPr lang="en-US" altLang="zh-CN" sz="2800" b="1" i="1" u="sng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的元素组成的</a:t>
            </a:r>
            <a:r>
              <a:rPr lang="zh-CN" altLang="en-US" sz="2800" b="1">
                <a:solidFill>
                  <a:srgbClr val="0070C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集合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 </a:t>
            </a:r>
            <a:endParaRPr lang="en-US" altLang="zh-CN" sz="2800" b="1">
              <a:solidFill>
                <a:srgbClr val="303030"/>
              </a:solidFill>
              <a:latin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        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叫做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和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的并集，记作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，读作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并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。</a:t>
            </a:r>
            <a:endParaRPr lang="zh-CN" altLang="en-US" sz="2800" b="1">
              <a:solidFill>
                <a:srgbClr val="303030"/>
              </a:solidFill>
              <a:latin typeface="黑体" panose="02010609060101010101" pitchFamily="49" charset="-122"/>
              <a:sym typeface="黑体" panose="02010609060101010101" pitchFamily="49" charset="-122"/>
            </a:endParaRPr>
          </a:p>
        </p:txBody>
      </p:sp>
      <p:pic>
        <p:nvPicPr>
          <p:cNvPr id="100355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250" y="3417888"/>
            <a:ext cx="1744663" cy="10826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100356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63" y="3324225"/>
            <a:ext cx="2354262" cy="119856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grpSp>
        <p:nvGrpSpPr>
          <p:cNvPr id="100357" name="组合 34"/>
          <p:cNvGrpSpPr/>
          <p:nvPr/>
        </p:nvGrpSpPr>
        <p:grpSpPr>
          <a:xfrm>
            <a:off x="9367838" y="3343275"/>
            <a:ext cx="1258887" cy="1200150"/>
            <a:chOff x="8506" y="5344"/>
            <a:chExt cx="2201" cy="1999"/>
          </a:xfrm>
        </p:grpSpPr>
        <p:sp>
          <p:nvSpPr>
            <p:cNvPr id="100379" name="椭圆 28"/>
            <p:cNvSpPr/>
            <p:nvPr/>
          </p:nvSpPr>
          <p:spPr>
            <a:xfrm>
              <a:off x="8506" y="5344"/>
              <a:ext cx="2201" cy="1999"/>
            </a:xfrm>
            <a:prstGeom prst="ellips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marR="0" lvl="0" indent="0" algn="ctr" eaLnBrk="1" hangingPunct="1"/>
              <a:endParaRPr lang="en-US" altLang="en-US">
                <a:solidFill>
                  <a:srgbClr val="FFFFFF"/>
                </a:solidFill>
              </a:endParaRPr>
            </a:p>
          </p:txBody>
        </p:sp>
        <p:sp>
          <p:nvSpPr>
            <p:cNvPr id="100380" name="椭圆 29"/>
            <p:cNvSpPr/>
            <p:nvPr/>
          </p:nvSpPr>
          <p:spPr>
            <a:xfrm>
              <a:off x="8747" y="5762"/>
              <a:ext cx="1160" cy="1052"/>
            </a:xfrm>
            <a:prstGeom prst="ellipse">
              <a:avLst/>
            </a:prstGeom>
            <a:noFill/>
            <a:ln w="25400">
              <a:solidFill>
                <a:schemeClr val="tx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marR="0" lvl="0" indent="0" algn="ctr" eaLnBrk="1" hangingPunct="1"/>
              <a:endParaRPr lang="en-US" altLang="en-US">
                <a:solidFill>
                  <a:srgbClr val="FFFFFF"/>
                </a:solidFill>
              </a:endParaRPr>
            </a:p>
          </p:txBody>
        </p:sp>
        <p:graphicFrame>
          <p:nvGraphicFramePr>
            <p:cNvPr id="100381" name="对象 30"/>
            <p:cNvGraphicFramePr>
              <a:graphicFrameLocks noChangeAspect="1"/>
            </p:cNvGraphicFramePr>
            <p:nvPr/>
          </p:nvGraphicFramePr>
          <p:xfrm>
            <a:off x="10031" y="6138"/>
            <a:ext cx="491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" name="" r:id="rId3" imgW="152400" imgH="152400" progId="Equation.KSEE3">
                    <p:embed/>
                  </p:oleObj>
                </mc:Choice>
                <mc:Fallback>
                  <p:oleObj name="" r:id="rId3" imgW="152400" imgH="1524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031" y="6138"/>
                          <a:ext cx="491" cy="4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382" name="对象 32"/>
            <p:cNvGraphicFramePr>
              <a:graphicFrameLocks noChangeAspect="1"/>
            </p:cNvGraphicFramePr>
            <p:nvPr/>
          </p:nvGraphicFramePr>
          <p:xfrm>
            <a:off x="9092" y="5962"/>
            <a:ext cx="377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" name="" r:id="rId5" imgW="152400" imgH="165100" progId="Equation.KSEE3">
                    <p:embed/>
                  </p:oleObj>
                </mc:Choice>
                <mc:Fallback>
                  <p:oleObj name="" r:id="rId5" imgW="152400" imgH="1651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92" y="5962"/>
                          <a:ext cx="377" cy="5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0358" name="矩形 1"/>
          <p:cNvSpPr/>
          <p:nvPr/>
        </p:nvSpPr>
        <p:spPr>
          <a:xfrm>
            <a:off x="0" y="-4762"/>
            <a:ext cx="12211050" cy="890587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00359" name="文本框 5"/>
          <p:cNvSpPr/>
          <p:nvPr/>
        </p:nvSpPr>
        <p:spPr>
          <a:xfrm>
            <a:off x="2001838" y="107950"/>
            <a:ext cx="2703512" cy="6175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ts val="600"/>
              </a:spcBef>
            </a:pPr>
            <a:endParaRPr lang="zh-CN" altLang="en-US" sz="4400" b="1">
              <a:solidFill>
                <a:schemeClr val="accent1"/>
              </a:solidFill>
            </a:endParaRPr>
          </a:p>
        </p:txBody>
      </p:sp>
      <p:sp>
        <p:nvSpPr>
          <p:cNvPr id="100360" name="文本框 5"/>
          <p:cNvSpPr/>
          <p:nvPr/>
        </p:nvSpPr>
        <p:spPr>
          <a:xfrm>
            <a:off x="1371600" y="88900"/>
            <a:ext cx="4090988" cy="7016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3600" b="1">
                <a:solidFill>
                  <a:schemeClr val="bg1"/>
                </a:solidFill>
                <a:ea typeface="微软雅黑" panose="020B0503020204020204" charset="-122"/>
              </a:rPr>
              <a:t>新知</a:t>
            </a:r>
            <a:r>
              <a:rPr lang="en-US" altLang="zh-CN" sz="3600" b="1">
                <a:solidFill>
                  <a:schemeClr val="bg1"/>
                </a:solidFill>
                <a:ea typeface="微软雅黑" panose="020B0503020204020204" charset="-122"/>
              </a:rPr>
              <a:t>1.</a:t>
            </a:r>
            <a:r>
              <a:rPr lang="zh-CN" altLang="en-US" sz="3600" b="1">
                <a:solidFill>
                  <a:schemeClr val="bg1"/>
                </a:solidFill>
                <a:ea typeface="微软雅黑" panose="020B0503020204020204" charset="-122"/>
              </a:rPr>
              <a:t>并集</a:t>
            </a:r>
            <a:endParaRPr lang="zh-CN" altLang="en-US" sz="3600" b="1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pic>
        <p:nvPicPr>
          <p:cNvPr id="100361" name="图片 7"/>
          <p:cNvPicPr>
            <a:picLocks noGrp="1"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288" y="-4762"/>
            <a:ext cx="792162" cy="792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00362" name="文本框 3"/>
          <p:cNvSpPr/>
          <p:nvPr/>
        </p:nvSpPr>
        <p:spPr>
          <a:xfrm>
            <a:off x="677863" y="2673350"/>
            <a:ext cx="6629400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1.2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符号语言：</a:t>
            </a:r>
            <a:endParaRPr lang="zh-CN" altLang="en-US" sz="2800" b="1">
              <a:solidFill>
                <a:srgbClr val="303030"/>
              </a:solidFill>
              <a:latin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100363" name="文本框 9"/>
          <p:cNvSpPr/>
          <p:nvPr/>
        </p:nvSpPr>
        <p:spPr>
          <a:xfrm>
            <a:off x="2908300" y="2673350"/>
            <a:ext cx="3759200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x|x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,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或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</a:t>
            </a:r>
            <a:endParaRPr lang="zh-CN" altLang="en-US" sz="1400">
              <a:ea typeface="微软雅黑" panose="020B0503020204020204" charset="-122"/>
            </a:endParaRPr>
          </a:p>
        </p:txBody>
      </p:sp>
      <p:sp>
        <p:nvSpPr>
          <p:cNvPr id="100364" name="文本框 3"/>
          <p:cNvSpPr/>
          <p:nvPr/>
        </p:nvSpPr>
        <p:spPr>
          <a:xfrm>
            <a:off x="677863" y="3300413"/>
            <a:ext cx="2338387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1.3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图形语言：</a:t>
            </a:r>
            <a:endParaRPr lang="zh-CN" altLang="en-US" sz="2800" b="1">
              <a:solidFill>
                <a:srgbClr val="303030"/>
              </a:solidFill>
              <a:latin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100365" name="文本框 11"/>
          <p:cNvSpPr/>
          <p:nvPr/>
        </p:nvSpPr>
        <p:spPr>
          <a:xfrm>
            <a:off x="1889125" y="4600575"/>
            <a:ext cx="3224213" cy="9525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</a:rPr>
              <a:t>={1,3,5},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</a:rPr>
              <a:t>={2,4,6}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/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={1,3,5,2,4,6}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66" name="文本框 12"/>
          <p:cNvSpPr/>
          <p:nvPr/>
        </p:nvSpPr>
        <p:spPr>
          <a:xfrm>
            <a:off x="5368925" y="4597400"/>
            <a:ext cx="3187700" cy="954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={1,3},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={2,3,5} 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pPr marL="0" lvl="0" indent="0" eaLnBrk="1" hangingPunct="1"/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={1,2,3,5}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0367" name="文本框 13"/>
          <p:cNvSpPr/>
          <p:nvPr/>
        </p:nvSpPr>
        <p:spPr>
          <a:xfrm>
            <a:off x="8697913" y="4597400"/>
            <a:ext cx="3116262" cy="954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={1,3},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={1,3,5}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pPr marL="0" lvl="0" indent="0" eaLnBrk="1" hangingPunct="1"/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={1,3,5}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0368" name="文本框 3"/>
          <p:cNvSpPr/>
          <p:nvPr/>
        </p:nvSpPr>
        <p:spPr>
          <a:xfrm>
            <a:off x="677863" y="5624513"/>
            <a:ext cx="2336800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1.4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性质：</a:t>
            </a:r>
            <a:endParaRPr lang="zh-CN" altLang="en-US" sz="2800" b="1">
              <a:solidFill>
                <a:srgbClr val="303030"/>
              </a:solidFill>
              <a:latin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100369" name="文本框 15"/>
          <p:cNvSpPr/>
          <p:nvPr/>
        </p:nvSpPr>
        <p:spPr>
          <a:xfrm>
            <a:off x="2225675" y="5588000"/>
            <a:ext cx="2168525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①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；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0370" name="文本框 2"/>
          <p:cNvSpPr/>
          <p:nvPr/>
        </p:nvSpPr>
        <p:spPr>
          <a:xfrm>
            <a:off x="6667500" y="6189663"/>
            <a:ext cx="1811338" cy="565150"/>
          </a:xfrm>
          <a:prstGeom prst="rect">
            <a:avLst/>
          </a:prstGeom>
          <a:solidFill>
            <a:srgbClr val="FFFF00"/>
          </a:solidFill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⑤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0371" name="文本框 4"/>
          <p:cNvSpPr/>
          <p:nvPr/>
        </p:nvSpPr>
        <p:spPr>
          <a:xfrm>
            <a:off x="8374063" y="6189663"/>
            <a:ext cx="1744662" cy="565150"/>
          </a:xfrm>
          <a:prstGeom prst="rect">
            <a:avLst/>
          </a:prstGeom>
          <a:solidFill>
            <a:srgbClr val="FFFF00"/>
          </a:solidFill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⇔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⊆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；</a:t>
            </a:r>
            <a:endParaRPr lang="en-US" altLang="zh-CN" sz="28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0372" name="组合 5"/>
          <p:cNvGrpSpPr/>
          <p:nvPr/>
        </p:nvGrpSpPr>
        <p:grpSpPr>
          <a:xfrm>
            <a:off x="1130300" y="2043113"/>
            <a:ext cx="10683875" cy="608012"/>
            <a:chOff x="1660" y="9246"/>
            <a:chExt cx="16826" cy="957"/>
          </a:xfrm>
        </p:grpSpPr>
        <p:sp>
          <p:nvSpPr>
            <p:cNvPr id="100376" name="文本框 17"/>
            <p:cNvSpPr/>
            <p:nvPr/>
          </p:nvSpPr>
          <p:spPr>
            <a:xfrm>
              <a:off x="1660" y="9246"/>
              <a:ext cx="16826" cy="957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20000"/>
                </a:lnSpc>
              </a:pPr>
              <a:r>
                <a:rPr lang="en-US" altLang="zh-CN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[</a:t>
              </a:r>
              <a:r>
                <a:rPr lang="zh-CN" altLang="en-US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注</a:t>
              </a:r>
              <a:r>
                <a:rPr lang="en-US" altLang="zh-CN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]</a:t>
              </a:r>
              <a:r>
                <a:rPr lang="zh-CN" altLang="en-US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或的</a:t>
              </a:r>
              <a:r>
                <a:rPr lang="en-US" altLang="zh-CN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3</a:t>
              </a:r>
              <a:r>
                <a:rPr lang="zh-CN" altLang="en-US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个含义</a:t>
              </a:r>
              <a:r>
                <a:rPr lang="en-US" altLang="zh-CN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:</a:t>
              </a:r>
              <a:r>
                <a:rPr lang="zh-CN" altLang="en-US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①</a:t>
              </a:r>
              <a:r>
                <a: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A</a:t>
              </a:r>
              <a:r>
                <a:rPr lang="zh-CN" altLang="en-US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但</a:t>
              </a:r>
              <a:r>
                <a: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B</a:t>
              </a:r>
              <a:r>
                <a:rPr lang="zh-CN" altLang="en-US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；②</a:t>
              </a:r>
              <a:r>
                <a: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B</a:t>
              </a:r>
              <a:r>
                <a:rPr lang="zh-CN" altLang="en-US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但</a:t>
              </a:r>
              <a:r>
                <a: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A</a:t>
              </a:r>
              <a:r>
                <a:rPr lang="zh-CN" altLang="en-US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；③</a:t>
              </a:r>
              <a:r>
                <a: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A</a:t>
              </a:r>
              <a:r>
                <a:rPr lang="zh-CN" altLang="en-US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且</a:t>
              </a:r>
              <a:r>
                <a: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28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2800" b="1" i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B</a:t>
              </a:r>
              <a:endPara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endParaRPr>
            </a:p>
          </p:txBody>
        </p:sp>
        <p:cxnSp>
          <p:nvCxnSpPr>
            <p:cNvPr id="100377" name="直接连接符 7"/>
            <p:cNvCxnSpPr/>
            <p:nvPr/>
          </p:nvCxnSpPr>
          <p:spPr>
            <a:xfrm flipH="1">
              <a:off x="8910" y="9531"/>
              <a:ext cx="145" cy="510"/>
            </a:xfrm>
            <a:prstGeom prst="line">
              <a:avLst/>
            </a:prstGeom>
            <a:noFill/>
            <a:ln w="19050">
              <a:solidFill>
                <a:srgbClr val="303030"/>
              </a:solidFill>
              <a:miter lim="800000"/>
            </a:ln>
          </p:spPr>
        </p:cxnSp>
        <p:cxnSp>
          <p:nvCxnSpPr>
            <p:cNvPr id="100378" name="直接连接符 8"/>
            <p:cNvCxnSpPr/>
            <p:nvPr/>
          </p:nvCxnSpPr>
          <p:spPr>
            <a:xfrm flipH="1">
              <a:off x="12993" y="9523"/>
              <a:ext cx="143" cy="510"/>
            </a:xfrm>
            <a:prstGeom prst="line">
              <a:avLst/>
            </a:prstGeom>
            <a:noFill/>
            <a:ln w="19050">
              <a:solidFill>
                <a:srgbClr val="303030"/>
              </a:solidFill>
              <a:miter lim="800000"/>
            </a:ln>
          </p:spPr>
        </p:cxnSp>
      </p:grpSp>
      <p:sp>
        <p:nvSpPr>
          <p:cNvPr id="100373" name="文本框 9"/>
          <p:cNvSpPr/>
          <p:nvPr/>
        </p:nvSpPr>
        <p:spPr>
          <a:xfrm>
            <a:off x="2227263" y="6189663"/>
            <a:ext cx="4575175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④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⊆(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；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⊆(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；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0374" name="文本框 14"/>
          <p:cNvSpPr/>
          <p:nvPr/>
        </p:nvSpPr>
        <p:spPr>
          <a:xfrm>
            <a:off x="4394200" y="5588000"/>
            <a:ext cx="2043113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②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Ø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；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00375" name="文本框 17"/>
          <p:cNvSpPr/>
          <p:nvPr/>
        </p:nvSpPr>
        <p:spPr>
          <a:xfrm>
            <a:off x="6667500" y="5588000"/>
            <a:ext cx="2403475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③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3" grpId="0"/>
      <p:bldP spid="100365" grpId="0"/>
      <p:bldP spid="100366" grpId="0"/>
      <p:bldP spid="100367" grpId="0"/>
      <p:bldP spid="100369" grpId="0"/>
      <p:bldP spid="100370" grpId="0"/>
      <p:bldP spid="100371" grpId="0"/>
      <p:bldP spid="100373" grpId="0"/>
      <p:bldP spid="100374" grpId="0"/>
      <p:bldP spid="10037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矩形 1"/>
          <p:cNvSpPr/>
          <p:nvPr/>
        </p:nvSpPr>
        <p:spPr>
          <a:xfrm>
            <a:off x="0" y="-4762"/>
            <a:ext cx="12211050" cy="890587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01379" name="文本框 5"/>
          <p:cNvSpPr/>
          <p:nvPr/>
        </p:nvSpPr>
        <p:spPr>
          <a:xfrm>
            <a:off x="2001838" y="107950"/>
            <a:ext cx="2703512" cy="6175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ts val="600"/>
              </a:spcBef>
            </a:pPr>
            <a:endParaRPr lang="zh-CN" altLang="en-US" sz="4400" b="1">
              <a:solidFill>
                <a:schemeClr val="accent1"/>
              </a:solidFill>
            </a:endParaRPr>
          </a:p>
        </p:txBody>
      </p:sp>
      <p:sp>
        <p:nvSpPr>
          <p:cNvPr id="101380" name="文本框 5"/>
          <p:cNvSpPr/>
          <p:nvPr/>
        </p:nvSpPr>
        <p:spPr>
          <a:xfrm>
            <a:off x="1371600" y="88900"/>
            <a:ext cx="4090988" cy="7016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3600" b="1">
                <a:solidFill>
                  <a:schemeClr val="bg1"/>
                </a:solidFill>
                <a:ea typeface="微软雅黑" panose="020B0503020204020204" charset="-122"/>
              </a:rPr>
              <a:t>新知</a:t>
            </a:r>
            <a:r>
              <a:rPr lang="en-US" altLang="zh-CN" sz="3600" b="1">
                <a:solidFill>
                  <a:schemeClr val="bg1"/>
                </a:solidFill>
                <a:ea typeface="微软雅黑" panose="020B0503020204020204" charset="-122"/>
              </a:rPr>
              <a:t>1.</a:t>
            </a:r>
            <a:r>
              <a:rPr lang="zh-CN" altLang="en-US" sz="3600" b="1">
                <a:solidFill>
                  <a:schemeClr val="bg1"/>
                </a:solidFill>
                <a:ea typeface="微软雅黑" panose="020B0503020204020204" charset="-122"/>
              </a:rPr>
              <a:t>并集</a:t>
            </a:r>
            <a:endParaRPr lang="zh-CN" altLang="en-US" sz="3600" b="1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pic>
        <p:nvPicPr>
          <p:cNvPr id="101381" name="图片 7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-4762"/>
            <a:ext cx="792162" cy="792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01382" name="文本框 99"/>
          <p:cNvSpPr/>
          <p:nvPr/>
        </p:nvSpPr>
        <p:spPr>
          <a:xfrm>
            <a:off x="882650" y="1704975"/>
            <a:ext cx="10177463" cy="6683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5000"/>
              </a:lnSpc>
            </a:pP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【例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】设集合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|－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&lt;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&lt;2}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}，求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∪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.</a:t>
            </a:r>
            <a:endParaRPr lang="en-US" altLang="zh-CN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83" name="文本框 3"/>
          <p:cNvSpPr/>
          <p:nvPr/>
        </p:nvSpPr>
        <p:spPr>
          <a:xfrm>
            <a:off x="8699500" y="885825"/>
            <a:ext cx="2208213" cy="584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200" b="1">
                <a:solidFill>
                  <a:srgbClr val="0070C0"/>
                </a:solidFill>
                <a:latin typeface="Times New Roman" panose="02020603050405020304" pitchFamily="18" charset="0"/>
              </a:rPr>
              <a:t>{2,3,5,6,7,8}</a:t>
            </a:r>
            <a:endParaRPr lang="en-US" altLang="zh-CN" sz="3200" b="1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84" name="文本框 21"/>
          <p:cNvSpPr/>
          <p:nvPr/>
        </p:nvSpPr>
        <p:spPr>
          <a:xfrm>
            <a:off x="2328863" y="2373313"/>
            <a:ext cx="3830637" cy="5826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zh-CN" altLang="en-US" sz="3200" b="1" i="1">
                <a:solidFill>
                  <a:srgbClr val="0070C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b="1">
                <a:solidFill>
                  <a:srgbClr val="0070C0"/>
                </a:solidFill>
                <a:latin typeface="Times New Roman" panose="02020603050405020304" pitchFamily="18" charset="0"/>
              </a:rPr>
              <a:t>∪</a:t>
            </a:r>
            <a:r>
              <a:rPr lang="zh-CN" altLang="en-US" sz="3200" b="1" i="1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200" b="1">
                <a:solidFill>
                  <a:srgbClr val="0070C0"/>
                </a:solidFill>
                <a:latin typeface="Times New Roman" panose="02020603050405020304" pitchFamily="18" charset="0"/>
              </a:rPr>
              <a:t>={</a:t>
            </a:r>
            <a:r>
              <a:rPr lang="zh-CN" altLang="en-US" sz="3200" b="1" i="1">
                <a:solidFill>
                  <a:srgbClr val="0070C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200" b="1">
                <a:solidFill>
                  <a:srgbClr val="0070C0"/>
                </a:solidFill>
                <a:latin typeface="Times New Roman" panose="02020603050405020304" pitchFamily="18" charset="0"/>
              </a:rPr>
              <a:t>|</a:t>
            </a:r>
            <a:r>
              <a:rPr lang="zh-CN" altLang="en-US" sz="3200" b="1" i="1">
                <a:solidFill>
                  <a:srgbClr val="0070C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200" b="1">
                <a:solidFill>
                  <a:srgbClr val="0070C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3200" b="1">
                <a:solidFill>
                  <a:srgbClr val="0070C0"/>
                </a:solidFill>
                <a:latin typeface="Times New Roman" panose="02020603050405020304" pitchFamily="18" charset="0"/>
              </a:rPr>
              <a:t>2}</a:t>
            </a:r>
            <a:endParaRPr lang="en-US" altLang="zh-CN" sz="3200" b="1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85" name="文本框 24"/>
          <p:cNvSpPr/>
          <p:nvPr/>
        </p:nvSpPr>
        <p:spPr>
          <a:xfrm>
            <a:off x="9567863" y="1606550"/>
            <a:ext cx="2351087" cy="119856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公共元素在并集中只能出现一次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互异性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1386" name="文本框 2"/>
          <p:cNvSpPr/>
          <p:nvPr/>
        </p:nvSpPr>
        <p:spPr>
          <a:xfrm>
            <a:off x="6443663" y="2403475"/>
            <a:ext cx="2351087" cy="5222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看数轴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1387" name="文本框 4"/>
          <p:cNvSpPr/>
          <p:nvPr/>
        </p:nvSpPr>
        <p:spPr>
          <a:xfrm>
            <a:off x="882650" y="984250"/>
            <a:ext cx="10939463" cy="6223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5000"/>
              </a:lnSpc>
            </a:pP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【例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】设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={2,3,6,8}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={3,5,7,8}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，则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∪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=________________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.</a:t>
            </a:r>
            <a:endParaRPr lang="en-US" altLang="zh-CN" sz="30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01388" name="文本框 99"/>
          <p:cNvSpPr/>
          <p:nvPr/>
        </p:nvSpPr>
        <p:spPr>
          <a:xfrm>
            <a:off x="882650" y="2957513"/>
            <a:ext cx="10420350" cy="12446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5000"/>
              </a:lnSpc>
            </a:pP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【变式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】集合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|－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&lt;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&lt;2}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000" b="1">
                <a:solidFill>
                  <a:srgbClr val="303030"/>
                </a:solidFill>
                <a:latin typeface="黑体" panose="02010609060101010101" pitchFamily="49" charset="-122"/>
              </a:rPr>
              <a:t>≤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}，且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∪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=B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，则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的取值范围是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__________.</a:t>
            </a:r>
            <a:endParaRPr lang="en-US" altLang="zh-CN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89" name="圆角矩形 6"/>
          <p:cNvSpPr/>
          <p:nvPr/>
        </p:nvSpPr>
        <p:spPr>
          <a:xfrm>
            <a:off x="8555038" y="3024188"/>
            <a:ext cx="1511300" cy="5572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01390" name="文本框 7"/>
          <p:cNvSpPr/>
          <p:nvPr/>
        </p:nvSpPr>
        <p:spPr>
          <a:xfrm>
            <a:off x="8555038" y="3568700"/>
            <a:ext cx="1012825" cy="650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⊆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zh-CN" altLang="en-US" sz="1400">
              <a:ea typeface="微软雅黑" panose="020B0503020204020204" charset="-122"/>
            </a:endParaRPr>
          </a:p>
        </p:txBody>
      </p:sp>
      <p:sp>
        <p:nvSpPr>
          <p:cNvPr id="101391" name="文本框 8"/>
          <p:cNvSpPr/>
          <p:nvPr/>
        </p:nvSpPr>
        <p:spPr>
          <a:xfrm>
            <a:off x="3389313" y="3568700"/>
            <a:ext cx="1711325" cy="584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200" b="1">
                <a:solidFill>
                  <a:srgbClr val="0070C0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3200" b="1" i="1">
                <a:solidFill>
                  <a:srgbClr val="0070C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200" b="1">
                <a:solidFill>
                  <a:srgbClr val="0070C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3200" b="1" i="1">
                <a:solidFill>
                  <a:srgbClr val="0070C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b="1">
                <a:solidFill>
                  <a:srgbClr val="0070C0"/>
                </a:solidFill>
                <a:latin typeface="黑体" panose="02010609060101010101" pitchFamily="49" charset="-122"/>
              </a:rPr>
              <a:t>≥</a:t>
            </a:r>
            <a:r>
              <a:rPr lang="en-US" altLang="zh-CN" sz="3200" b="1">
                <a:solidFill>
                  <a:srgbClr val="0070C0"/>
                </a:solidFill>
                <a:latin typeface="Times New Roman" panose="02020603050405020304" pitchFamily="18" charset="0"/>
              </a:rPr>
              <a:t>2}</a:t>
            </a:r>
            <a:endParaRPr lang="en-US" altLang="zh-CN" sz="3200" b="1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92" name="文本框 99"/>
          <p:cNvSpPr/>
          <p:nvPr/>
        </p:nvSpPr>
        <p:spPr>
          <a:xfrm>
            <a:off x="882650" y="4233863"/>
            <a:ext cx="10420350" cy="12446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5000"/>
              </a:lnSpc>
            </a:pP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【变式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】集合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|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&gt;3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}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}，且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∪</a:t>
            </a:r>
            <a:r>
              <a:rPr lang="zh-CN" altLang="en-US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=R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，则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的取值范围是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__________.</a:t>
            </a:r>
            <a:endParaRPr lang="en-US" altLang="zh-CN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93" name="文本框 10"/>
          <p:cNvSpPr/>
          <p:nvPr/>
        </p:nvSpPr>
        <p:spPr>
          <a:xfrm>
            <a:off x="3465513" y="4786313"/>
            <a:ext cx="1711325" cy="584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200" b="1">
                <a:solidFill>
                  <a:srgbClr val="0070C0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3200" b="1" i="1">
                <a:solidFill>
                  <a:srgbClr val="0070C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200" b="1">
                <a:solidFill>
                  <a:srgbClr val="0070C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3200" b="1" i="1">
                <a:solidFill>
                  <a:srgbClr val="0070C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b="1">
                <a:solidFill>
                  <a:srgbClr val="0070C0"/>
                </a:solidFill>
                <a:latin typeface="Times New Roman" panose="02020603050405020304" pitchFamily="18" charset="0"/>
              </a:rPr>
              <a:t>&gt;3}</a:t>
            </a:r>
            <a:endParaRPr lang="en-US" altLang="zh-CN" sz="3200" b="1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94" name="圆角矩形 11"/>
          <p:cNvSpPr/>
          <p:nvPr/>
        </p:nvSpPr>
        <p:spPr>
          <a:xfrm>
            <a:off x="8620125" y="4354513"/>
            <a:ext cx="1511300" cy="5572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3" grpId="0"/>
      <p:bldP spid="101384" grpId="0"/>
      <p:bldP spid="101385" grpId="0"/>
      <p:bldP spid="101386" grpId="0"/>
      <p:bldP spid="101388" grpId="0"/>
      <p:bldP spid="101389" grpId="0"/>
      <p:bldP spid="101390" grpId="0"/>
      <p:bldP spid="101391" grpId="0"/>
      <p:bldP spid="101392" grpId="0"/>
      <p:bldP spid="101393" grpId="0"/>
      <p:bldP spid="10139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文本框 3"/>
          <p:cNvSpPr/>
          <p:nvPr/>
        </p:nvSpPr>
        <p:spPr>
          <a:xfrm>
            <a:off x="687388" y="984250"/>
            <a:ext cx="9834562" cy="10382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2.1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定义：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由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所有</a:t>
            </a:r>
            <a:r>
              <a:rPr lang="zh-CN" altLang="en-US" sz="2800" b="1" u="sng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属于集合</a:t>
            </a:r>
            <a:r>
              <a:rPr lang="en-US" altLang="zh-CN" sz="2800" b="1" i="1" u="sng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且</a:t>
            </a:r>
            <a:r>
              <a:rPr lang="zh-CN" altLang="en-US" sz="2800" b="1" u="sng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属于集合</a:t>
            </a:r>
            <a:r>
              <a:rPr lang="en-US" altLang="zh-CN" sz="2800" b="1" i="1" u="sng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的元素组成的</a:t>
            </a:r>
            <a:r>
              <a:rPr lang="zh-CN" altLang="en-US" sz="2800" b="1">
                <a:solidFill>
                  <a:srgbClr val="0070C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集合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 </a:t>
            </a:r>
            <a:endParaRPr lang="en-US" altLang="zh-CN" sz="2800" b="1">
              <a:solidFill>
                <a:srgbClr val="303030"/>
              </a:solidFill>
              <a:latin typeface="黑体" panose="02010609060101010101" pitchFamily="49" charset="-122"/>
              <a:sym typeface="黑体" panose="02010609060101010101" pitchFamily="49" charset="-122"/>
            </a:endParaRPr>
          </a:p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        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叫做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和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的交集，记作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，读作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交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。</a:t>
            </a:r>
            <a:endParaRPr lang="zh-CN" altLang="en-US" sz="2800" b="1">
              <a:solidFill>
                <a:srgbClr val="303030"/>
              </a:solidFill>
              <a:latin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102403" name="矩形 1"/>
          <p:cNvSpPr/>
          <p:nvPr/>
        </p:nvSpPr>
        <p:spPr>
          <a:xfrm>
            <a:off x="0" y="-4762"/>
            <a:ext cx="12211050" cy="890587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02404" name="文本框 5"/>
          <p:cNvSpPr/>
          <p:nvPr/>
        </p:nvSpPr>
        <p:spPr>
          <a:xfrm>
            <a:off x="2001838" y="107950"/>
            <a:ext cx="2703512" cy="6175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ts val="600"/>
              </a:spcBef>
            </a:pPr>
            <a:endParaRPr lang="zh-CN" altLang="en-US" sz="4400" b="1">
              <a:solidFill>
                <a:schemeClr val="accent1"/>
              </a:solidFill>
            </a:endParaRPr>
          </a:p>
        </p:txBody>
      </p:sp>
      <p:sp>
        <p:nvSpPr>
          <p:cNvPr id="102405" name="文本框 5"/>
          <p:cNvSpPr/>
          <p:nvPr/>
        </p:nvSpPr>
        <p:spPr>
          <a:xfrm>
            <a:off x="1371600" y="88900"/>
            <a:ext cx="4090988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3600" b="1">
                <a:solidFill>
                  <a:schemeClr val="bg1"/>
                </a:solidFill>
                <a:ea typeface="微软雅黑" panose="020B0503020204020204" charset="-122"/>
              </a:rPr>
              <a:t>新知</a:t>
            </a:r>
            <a:r>
              <a:rPr lang="en-US" altLang="zh-CN" sz="3600" b="1">
                <a:solidFill>
                  <a:schemeClr val="bg1"/>
                </a:solidFill>
                <a:ea typeface="微软雅黑" panose="020B0503020204020204" charset="-122"/>
              </a:rPr>
              <a:t>2.</a:t>
            </a:r>
            <a:r>
              <a:rPr lang="zh-CN" altLang="en-US" sz="3600" b="1">
                <a:solidFill>
                  <a:schemeClr val="bg1"/>
                </a:solidFill>
                <a:ea typeface="微软雅黑" panose="020B0503020204020204" charset="-122"/>
              </a:rPr>
              <a:t>交集</a:t>
            </a:r>
            <a:endParaRPr lang="zh-CN" altLang="en-US" sz="3600" b="1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pic>
        <p:nvPicPr>
          <p:cNvPr id="102406" name="图片 7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-4762"/>
            <a:ext cx="792162" cy="792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02407" name="文本框 3"/>
          <p:cNvSpPr/>
          <p:nvPr/>
        </p:nvSpPr>
        <p:spPr>
          <a:xfrm>
            <a:off x="687388" y="2024063"/>
            <a:ext cx="6629400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2.2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符号语言：</a:t>
            </a:r>
            <a:endParaRPr lang="zh-CN" altLang="en-US" sz="2800" b="1">
              <a:solidFill>
                <a:srgbClr val="303030"/>
              </a:solidFill>
              <a:latin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102408" name="文本框 9"/>
          <p:cNvSpPr/>
          <p:nvPr/>
        </p:nvSpPr>
        <p:spPr>
          <a:xfrm>
            <a:off x="2917825" y="2024063"/>
            <a:ext cx="4541838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x|x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,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且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</a:t>
            </a:r>
            <a:endParaRPr lang="zh-CN" altLang="en-US" sz="1400">
              <a:ea typeface="微软雅黑" panose="020B0503020204020204" charset="-122"/>
            </a:endParaRPr>
          </a:p>
        </p:txBody>
      </p:sp>
      <p:sp>
        <p:nvSpPr>
          <p:cNvPr id="102409" name="文本框 3"/>
          <p:cNvSpPr/>
          <p:nvPr/>
        </p:nvSpPr>
        <p:spPr>
          <a:xfrm>
            <a:off x="690563" y="2620963"/>
            <a:ext cx="2338387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2.3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图形语言：</a:t>
            </a:r>
            <a:endParaRPr lang="zh-CN" altLang="en-US" sz="2800" b="1">
              <a:solidFill>
                <a:srgbClr val="303030"/>
              </a:solidFill>
              <a:latin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102410" name="文本框 11"/>
          <p:cNvSpPr/>
          <p:nvPr/>
        </p:nvSpPr>
        <p:spPr>
          <a:xfrm>
            <a:off x="2346325" y="4268788"/>
            <a:ext cx="3224213" cy="9525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</a:rPr>
              <a:t>={1,3,5},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</a:rPr>
              <a:t>={2,3,5}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/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={3,5}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11" name="文本框 12"/>
          <p:cNvSpPr/>
          <p:nvPr/>
        </p:nvSpPr>
        <p:spPr>
          <a:xfrm>
            <a:off x="5686425" y="4264025"/>
            <a:ext cx="3186113" cy="9525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={1,3},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={1,3,5} 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pPr marL="0" lvl="0" indent="0" eaLnBrk="1" hangingPunct="1"/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={1,3}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2412" name="文本框 13"/>
          <p:cNvSpPr/>
          <p:nvPr/>
        </p:nvSpPr>
        <p:spPr>
          <a:xfrm>
            <a:off x="8810625" y="4264025"/>
            <a:ext cx="3114675" cy="9525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={1,3},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={2,5}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pPr marL="0" lvl="0" indent="0" eaLnBrk="1" hangingPunct="1"/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=Ø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2413" name="文本框 3"/>
          <p:cNvSpPr/>
          <p:nvPr/>
        </p:nvSpPr>
        <p:spPr>
          <a:xfrm>
            <a:off x="687388" y="5443538"/>
            <a:ext cx="2336800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2.4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性质：</a:t>
            </a:r>
            <a:endParaRPr lang="zh-CN" altLang="en-US" sz="2800" b="1">
              <a:solidFill>
                <a:srgbClr val="303030"/>
              </a:solidFill>
              <a:latin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102414" name="文本框 15"/>
          <p:cNvSpPr/>
          <p:nvPr/>
        </p:nvSpPr>
        <p:spPr>
          <a:xfrm>
            <a:off x="2225675" y="5443538"/>
            <a:ext cx="2068513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①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；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2415" name="文本框 2"/>
          <p:cNvSpPr/>
          <p:nvPr/>
        </p:nvSpPr>
        <p:spPr>
          <a:xfrm>
            <a:off x="6697663" y="6008688"/>
            <a:ext cx="1711325" cy="565150"/>
          </a:xfrm>
          <a:prstGeom prst="rect">
            <a:avLst/>
          </a:prstGeom>
          <a:solidFill>
            <a:srgbClr val="FFFF00"/>
          </a:solidFill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⑤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2416" name="文本框 4"/>
          <p:cNvSpPr/>
          <p:nvPr/>
        </p:nvSpPr>
        <p:spPr>
          <a:xfrm>
            <a:off x="8277225" y="6008688"/>
            <a:ext cx="1622425" cy="565150"/>
          </a:xfrm>
          <a:prstGeom prst="rect">
            <a:avLst/>
          </a:prstGeom>
          <a:solidFill>
            <a:srgbClr val="FFFF00"/>
          </a:solidFill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⇔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⊆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；</a:t>
            </a:r>
            <a:endParaRPr lang="en-US" altLang="zh-CN" sz="2800" b="1" i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17" name="文本框 9"/>
          <p:cNvSpPr/>
          <p:nvPr/>
        </p:nvSpPr>
        <p:spPr>
          <a:xfrm>
            <a:off x="2238375" y="6011863"/>
            <a:ext cx="4376738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④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)⊆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；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)⊆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；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grpSp>
        <p:nvGrpSpPr>
          <p:cNvPr id="102418" name="组合 19"/>
          <p:cNvGrpSpPr/>
          <p:nvPr/>
        </p:nvGrpSpPr>
        <p:grpSpPr>
          <a:xfrm>
            <a:off x="3328988" y="2757488"/>
            <a:ext cx="2241550" cy="1341437"/>
            <a:chOff x="4680" y="5233"/>
            <a:chExt cx="3531" cy="2364"/>
          </a:xfrm>
        </p:grpSpPr>
        <p:pic>
          <p:nvPicPr>
            <p:cNvPr id="102433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0" y="5233"/>
              <a:ext cx="3531" cy="2364"/>
            </a:xfrm>
            <a:prstGeom prst="rect">
              <a:avLst/>
            </a:prstGeom>
            <a:noFill/>
            <a:ln>
              <a:noFill/>
              <a:miter lim="800000"/>
              <a:headEnd/>
              <a:tailEnd/>
            </a:ln>
          </p:spPr>
        </p:pic>
        <p:graphicFrame>
          <p:nvGraphicFramePr>
            <p:cNvPr id="102434" name="对象 17"/>
            <p:cNvGraphicFramePr>
              <a:graphicFrameLocks noChangeAspect="1"/>
            </p:cNvGraphicFramePr>
            <p:nvPr/>
          </p:nvGraphicFramePr>
          <p:xfrm>
            <a:off x="5003" y="6149"/>
            <a:ext cx="491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name="" r:id="rId3" imgW="152400" imgH="165100" progId="Equation.KSEE3">
                    <p:embed/>
                  </p:oleObj>
                </mc:Choice>
                <mc:Fallback>
                  <p:oleObj name="" r:id="rId3" imgW="152400" imgH="1651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003" y="6149"/>
                          <a:ext cx="491" cy="5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35" name="对象 18"/>
            <p:cNvGraphicFramePr>
              <a:graphicFrameLocks noChangeAspect="1"/>
            </p:cNvGraphicFramePr>
            <p:nvPr/>
          </p:nvGraphicFramePr>
          <p:xfrm>
            <a:off x="7006" y="6149"/>
            <a:ext cx="491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" name="" r:id="rId5" imgW="152400" imgH="152400" progId="Equation.KSEE3">
                    <p:embed/>
                  </p:oleObj>
                </mc:Choice>
                <mc:Fallback>
                  <p:oleObj name="" r:id="rId5" imgW="152400" imgH="1524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006" y="6149"/>
                          <a:ext cx="491" cy="4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419" name="组合 35"/>
          <p:cNvGrpSpPr/>
          <p:nvPr/>
        </p:nvGrpSpPr>
        <p:grpSpPr>
          <a:xfrm>
            <a:off x="8997950" y="2894013"/>
            <a:ext cx="1919288" cy="1093787"/>
            <a:chOff x="8750" y="5483"/>
            <a:chExt cx="3021" cy="1722"/>
          </a:xfrm>
        </p:grpSpPr>
        <p:sp>
          <p:nvSpPr>
            <p:cNvPr id="102429" name="椭圆 36"/>
            <p:cNvSpPr/>
            <p:nvPr/>
          </p:nvSpPr>
          <p:spPr>
            <a:xfrm>
              <a:off x="8750" y="5483"/>
              <a:ext cx="1699" cy="1722"/>
            </a:xfrm>
            <a:prstGeom prst="ellipse">
              <a:avLst/>
            </a:prstGeom>
            <a:noFill/>
            <a:ln w="38100">
              <a:solidFill>
                <a:schemeClr val="tx1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marR="0" lvl="0" indent="0" algn="ctr" eaLnBrk="1" hangingPunct="1"/>
              <a:endParaRPr lang="en-US" altLang="en-US">
                <a:solidFill>
                  <a:srgbClr val="FFFFFF"/>
                </a:solidFill>
              </a:endParaRPr>
            </a:p>
          </p:txBody>
        </p:sp>
        <p:sp>
          <p:nvSpPr>
            <p:cNvPr id="102430" name="椭圆 37"/>
            <p:cNvSpPr/>
            <p:nvPr/>
          </p:nvSpPr>
          <p:spPr>
            <a:xfrm>
              <a:off x="10612" y="5885"/>
              <a:ext cx="1159" cy="1055"/>
            </a:xfrm>
            <a:prstGeom prst="ellipse">
              <a:avLst/>
            </a:prstGeom>
            <a:noFill/>
            <a:ln w="38100">
              <a:solidFill>
                <a:schemeClr val="tx1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40000"/>
                      <a:lumOff val="6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marR="0" lvl="0" indent="0" algn="ctr" eaLnBrk="1" hangingPunct="1"/>
              <a:endParaRPr lang="en-US" altLang="en-US">
                <a:solidFill>
                  <a:srgbClr val="FFFFFF"/>
                </a:solidFill>
              </a:endParaRPr>
            </a:p>
          </p:txBody>
        </p:sp>
        <p:graphicFrame>
          <p:nvGraphicFramePr>
            <p:cNvPr id="102431" name="对象 38"/>
            <p:cNvGraphicFramePr>
              <a:graphicFrameLocks noChangeAspect="1"/>
            </p:cNvGraphicFramePr>
            <p:nvPr/>
          </p:nvGraphicFramePr>
          <p:xfrm>
            <a:off x="9354" y="6048"/>
            <a:ext cx="491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" name="" r:id="rId7" imgW="152400" imgH="152400" progId="Equation.KSEE3">
                    <p:embed/>
                  </p:oleObj>
                </mc:Choice>
                <mc:Fallback>
                  <p:oleObj name="" r:id="rId7" imgW="152400" imgH="1524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354" y="6048"/>
                          <a:ext cx="491" cy="4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32" name="对象 40"/>
            <p:cNvGraphicFramePr>
              <a:graphicFrameLocks noChangeAspect="1"/>
            </p:cNvGraphicFramePr>
            <p:nvPr/>
          </p:nvGraphicFramePr>
          <p:xfrm>
            <a:off x="11040" y="6181"/>
            <a:ext cx="302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" name="" r:id="rId8" imgW="152400" imgH="165100" progId="Equation.KSEE3">
                    <p:embed/>
                  </p:oleObj>
                </mc:Choice>
                <mc:Fallback>
                  <p:oleObj name="" r:id="rId8" imgW="152400" imgH="1651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1040" y="6181"/>
                          <a:ext cx="302" cy="4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20" name="文本框 18"/>
          <p:cNvSpPr/>
          <p:nvPr/>
        </p:nvSpPr>
        <p:spPr>
          <a:xfrm>
            <a:off x="4114800" y="5451475"/>
            <a:ext cx="2147888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②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∩Ø=Ø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；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grpSp>
        <p:nvGrpSpPr>
          <p:cNvPr id="102421" name="组合 24"/>
          <p:cNvGrpSpPr/>
          <p:nvPr/>
        </p:nvGrpSpPr>
        <p:grpSpPr>
          <a:xfrm>
            <a:off x="6161088" y="2759075"/>
            <a:ext cx="1397000" cy="1268413"/>
            <a:chOff x="9702" y="4344"/>
            <a:chExt cx="2200" cy="1998"/>
          </a:xfrm>
        </p:grpSpPr>
        <p:grpSp>
          <p:nvGrpSpPr>
            <p:cNvPr id="102423" name="组合 3"/>
            <p:cNvGrpSpPr/>
            <p:nvPr/>
          </p:nvGrpSpPr>
          <p:grpSpPr>
            <a:xfrm>
              <a:off x="9702" y="4344"/>
              <a:ext cx="2201" cy="1998"/>
              <a:chOff x="8506" y="5344"/>
              <a:chExt cx="2201" cy="1999"/>
            </a:xfrm>
          </p:grpSpPr>
          <p:sp>
            <p:nvSpPr>
              <p:cNvPr id="102425" name="椭圆 14"/>
              <p:cNvSpPr/>
              <p:nvPr/>
            </p:nvSpPr>
            <p:spPr>
              <a:xfrm>
                <a:off x="8506" y="5344"/>
                <a:ext cx="2200" cy="1999"/>
              </a:xfrm>
              <a:prstGeom prst="ellipse">
                <a:avLst/>
              </a:prstGeom>
              <a:noFill/>
              <a:ln w="38100">
                <a:solidFill>
                  <a:schemeClr val="tx1">
                    <a:lumMod val="5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marR="0" lvl="0" indent="0" algn="ctr" eaLnBrk="1" hangingPunct="1"/>
                <a:endParaRPr lang="en-US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2426" name="椭圆 17"/>
              <p:cNvSpPr/>
              <p:nvPr/>
            </p:nvSpPr>
            <p:spPr>
              <a:xfrm>
                <a:off x="8746" y="5762"/>
                <a:ext cx="1332" cy="1251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chemeClr val="tx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marR="0" lvl="0" indent="0" algn="ctr" eaLnBrk="1" hangingPunct="1"/>
                <a:endParaRPr lang="en-US" altLang="en-US">
                  <a:solidFill>
                    <a:srgbClr val="FFFFFF"/>
                  </a:solidFill>
                </a:endParaRPr>
              </a:p>
            </p:txBody>
          </p:sp>
          <p:graphicFrame>
            <p:nvGraphicFramePr>
              <p:cNvPr id="102427" name="对象 30"/>
              <p:cNvGraphicFramePr>
                <a:graphicFrameLocks noChangeAspect="1"/>
              </p:cNvGraphicFramePr>
              <p:nvPr/>
            </p:nvGraphicFramePr>
            <p:xfrm>
              <a:off x="10099" y="6173"/>
              <a:ext cx="491" cy="4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4" name="" r:id="rId10" imgW="152400" imgH="152400" progId="Equation.KSEE3">
                      <p:embed/>
                    </p:oleObj>
                  </mc:Choice>
                  <mc:Fallback>
                    <p:oleObj name="" r:id="rId10" imgW="152400" imgH="152400" progId="Equation.KSEE3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0099" y="6173"/>
                            <a:ext cx="491" cy="4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428" name="对象 32"/>
              <p:cNvGraphicFramePr>
                <a:graphicFrameLocks noChangeAspect="1"/>
              </p:cNvGraphicFramePr>
              <p:nvPr/>
            </p:nvGraphicFramePr>
            <p:xfrm>
              <a:off x="9012" y="6255"/>
              <a:ext cx="802" cy="5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5" name="" r:id="rId11" imgW="406400" imgH="190500" progId="Equation.KSEE3">
                      <p:embed/>
                    </p:oleObj>
                  </mc:Choice>
                  <mc:Fallback>
                    <p:oleObj name="" r:id="rId11" imgW="406400" imgH="190500" progId="Equation.KSEE3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9012" y="6255"/>
                            <a:ext cx="802" cy="50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2424" name="对象 17"/>
            <p:cNvGraphicFramePr>
              <a:graphicFrameLocks noChangeAspect="1"/>
            </p:cNvGraphicFramePr>
            <p:nvPr/>
          </p:nvGraphicFramePr>
          <p:xfrm>
            <a:off x="10169" y="4713"/>
            <a:ext cx="490" cy="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" name="" r:id="rId13" imgW="152400" imgH="165100" progId="Equation.KSEE3">
                    <p:embed/>
                  </p:oleObj>
                </mc:Choice>
                <mc:Fallback>
                  <p:oleObj name="" r:id="rId13" imgW="152400" imgH="1651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169" y="4713"/>
                          <a:ext cx="490" cy="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22" name="文本框 3"/>
          <p:cNvSpPr/>
          <p:nvPr/>
        </p:nvSpPr>
        <p:spPr>
          <a:xfrm>
            <a:off x="6262688" y="5453063"/>
            <a:ext cx="2205037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③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2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2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8" grpId="0"/>
      <p:bldP spid="102410" grpId="0"/>
      <p:bldP spid="102411" grpId="0"/>
      <p:bldP spid="102412" grpId="0"/>
      <p:bldP spid="102414" grpId="0"/>
      <p:bldP spid="102415" grpId="0"/>
      <p:bldP spid="102416" grpId="0"/>
      <p:bldP spid="102417" grpId="0"/>
      <p:bldP spid="102420" grpId="0"/>
      <p:bldP spid="1024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矩形 1"/>
          <p:cNvSpPr/>
          <p:nvPr/>
        </p:nvSpPr>
        <p:spPr>
          <a:xfrm>
            <a:off x="0" y="-4762"/>
            <a:ext cx="12211050" cy="890587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03427" name="文本框 5"/>
          <p:cNvSpPr/>
          <p:nvPr/>
        </p:nvSpPr>
        <p:spPr>
          <a:xfrm>
            <a:off x="2001838" y="107950"/>
            <a:ext cx="2703512" cy="6175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ts val="600"/>
              </a:spcBef>
            </a:pPr>
            <a:endParaRPr lang="zh-CN" altLang="en-US" sz="4400" b="1">
              <a:solidFill>
                <a:schemeClr val="accent1"/>
              </a:solidFill>
            </a:endParaRPr>
          </a:p>
        </p:txBody>
      </p:sp>
      <p:sp>
        <p:nvSpPr>
          <p:cNvPr id="103428" name="文本框 5"/>
          <p:cNvSpPr/>
          <p:nvPr/>
        </p:nvSpPr>
        <p:spPr>
          <a:xfrm>
            <a:off x="1371600" y="88900"/>
            <a:ext cx="4090988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3600" b="1">
                <a:solidFill>
                  <a:schemeClr val="bg1"/>
                </a:solidFill>
                <a:ea typeface="微软雅黑" panose="020B0503020204020204" charset="-122"/>
              </a:rPr>
              <a:t>新知</a:t>
            </a:r>
            <a:r>
              <a:rPr lang="en-US" altLang="zh-CN" sz="3600" b="1">
                <a:solidFill>
                  <a:schemeClr val="bg1"/>
                </a:solidFill>
                <a:ea typeface="微软雅黑" panose="020B0503020204020204" charset="-122"/>
              </a:rPr>
              <a:t>2.</a:t>
            </a:r>
            <a:r>
              <a:rPr lang="zh-CN" altLang="en-US" sz="3600" b="1">
                <a:solidFill>
                  <a:schemeClr val="bg1"/>
                </a:solidFill>
                <a:ea typeface="微软雅黑" panose="020B0503020204020204" charset="-122"/>
              </a:rPr>
              <a:t>交集</a:t>
            </a:r>
            <a:endParaRPr lang="zh-CN" altLang="en-US" sz="3600" b="1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pic>
        <p:nvPicPr>
          <p:cNvPr id="103429" name="图片 7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-4762"/>
            <a:ext cx="792162" cy="792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03430" name="文本框 99"/>
          <p:cNvSpPr/>
          <p:nvPr/>
        </p:nvSpPr>
        <p:spPr>
          <a:xfrm>
            <a:off x="395288" y="1058863"/>
            <a:ext cx="10972800" cy="15144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5000"/>
              </a:lnSpc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】</a:t>
            </a:r>
            <a:r>
              <a:rPr lang="en-US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设集合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|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=1/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}，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|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﹣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>
                <a:solidFill>
                  <a:srgbClr val="30303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+1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}，则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en-US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=______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.</a:t>
            </a:r>
            <a:endParaRPr lang="en-US" altLang="zh-CN" sz="28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pPr marL="0" lvl="0" indent="0" eaLnBrk="1" hangingPunct="1">
              <a:lnSpc>
                <a:spcPct val="125000"/>
              </a:lnSpc>
            </a:pPr>
            <a:endParaRPr lang="en-US" altLang="zh-CN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pPr marL="0" lvl="0" indent="0" eaLnBrk="1" hangingPunct="1">
              <a:lnSpc>
                <a:spcPct val="125000"/>
              </a:lnSpc>
            </a:pP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                (2)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,y</a:t>
            </a:r>
            <a:r>
              <a:rPr lang="en-US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|</a:t>
            </a:r>
            <a:r>
              <a:rPr lang="en-US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-</a:t>
            </a:r>
            <a:r>
              <a:rPr lang="en-US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=1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}，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en-US" altLang="en-US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,y</a:t>
            </a:r>
            <a:r>
              <a:rPr lang="en-US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|</a:t>
            </a:r>
            <a:r>
              <a:rPr lang="en-US" altLang="en-US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en-US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+</a:t>
            </a:r>
            <a:r>
              <a:rPr lang="en-US" altLang="en-US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y</a:t>
            </a:r>
            <a:r>
              <a:rPr lang="en-US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=3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}，则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∩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=_______</a:t>
            </a:r>
            <a:r>
              <a:rPr lang="en-US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.</a:t>
            </a:r>
            <a:endParaRPr lang="en-US" altLang="en-US" sz="28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3431" name="文本框 41"/>
          <p:cNvSpPr/>
          <p:nvPr/>
        </p:nvSpPr>
        <p:spPr>
          <a:xfrm>
            <a:off x="3540125" y="1566863"/>
            <a:ext cx="1473200" cy="5222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≠0}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32" name="文本框 42"/>
          <p:cNvSpPr/>
          <p:nvPr/>
        </p:nvSpPr>
        <p:spPr>
          <a:xfrm>
            <a:off x="5897563" y="1566863"/>
            <a:ext cx="1433512" cy="5222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y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|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y≤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3433" name="文本框 43"/>
          <p:cNvSpPr/>
          <p:nvPr/>
        </p:nvSpPr>
        <p:spPr>
          <a:xfrm>
            <a:off x="9475788" y="1058863"/>
            <a:ext cx="2492375" cy="5651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t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|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t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&lt;0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或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0&lt;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t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≤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3434" name="文本框 2"/>
          <p:cNvSpPr/>
          <p:nvPr/>
        </p:nvSpPr>
        <p:spPr>
          <a:xfrm>
            <a:off x="9056688" y="1885950"/>
            <a:ext cx="1144587" cy="650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{(2,1)}</a:t>
            </a:r>
            <a:endParaRPr lang="zh-CN" altLang="en-US" sz="1400">
              <a:ea typeface="微软雅黑" panose="020B0503020204020204" charset="-122"/>
            </a:endParaRPr>
          </a:p>
        </p:txBody>
      </p:sp>
      <p:sp>
        <p:nvSpPr>
          <p:cNvPr id="103435" name="文本框 99"/>
          <p:cNvSpPr/>
          <p:nvPr/>
        </p:nvSpPr>
        <p:spPr>
          <a:xfrm>
            <a:off x="395288" y="2654300"/>
            <a:ext cx="10536237" cy="1168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5000"/>
              </a:lnSpc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】集合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≤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303030"/>
                </a:solidFill>
                <a:latin typeface="黑体" panose="02010609060101010101" pitchFamily="49" charset="-122"/>
              </a:rPr>
              <a:t>≤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+3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}，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x&lt;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﹣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&gt;5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}，若</a:t>
            </a:r>
            <a:r>
              <a:rPr lang="zh-CN" altLang="en-US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en-US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zh-CN" altLang="en-US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=Ø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，</a:t>
            </a:r>
            <a:endParaRPr lang="en-US" altLang="zh-CN" sz="28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pPr marL="0" lvl="0" indent="0" eaLnBrk="1" hangingPunct="1">
              <a:lnSpc>
                <a:spcPct val="125000"/>
              </a:lnSpc>
            </a:pP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            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的取值范围是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__________.</a:t>
            </a:r>
            <a:endParaRPr lang="en-US" altLang="en-US" sz="28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graphicFrame>
        <p:nvGraphicFramePr>
          <p:cNvPr id="103436" name="对象 5"/>
          <p:cNvGraphicFramePr>
            <a:graphicFrameLocks noChangeAspect="1"/>
          </p:cNvGraphicFramePr>
          <p:nvPr/>
        </p:nvGraphicFramePr>
        <p:xfrm>
          <a:off x="1773238" y="3883025"/>
          <a:ext cx="57340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" r:id="rId2" imgW="2311400" imgH="203200" progId="Equation.KSEE3">
                  <p:embed/>
                </p:oleObj>
              </mc:Choice>
              <mc:Fallback>
                <p:oleObj name="" r:id="rId2" imgW="23114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3238" y="3883025"/>
                        <a:ext cx="5734050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7" name="对象 6"/>
          <p:cNvGraphicFramePr>
            <a:graphicFrameLocks noChangeAspect="1"/>
          </p:cNvGraphicFramePr>
          <p:nvPr/>
        </p:nvGraphicFramePr>
        <p:xfrm>
          <a:off x="2444750" y="4494213"/>
          <a:ext cx="8094663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" r:id="rId4" imgW="3263900" imgH="711200" progId="Equation.KSEE3">
                  <p:embed/>
                </p:oleObj>
              </mc:Choice>
              <mc:Fallback>
                <p:oleObj name="" r:id="rId4" imgW="3263900" imgH="711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44750" y="4494213"/>
                        <a:ext cx="8094663" cy="176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8" name="对象 7"/>
          <p:cNvGraphicFramePr>
            <a:graphicFrameLocks noChangeAspect="1"/>
          </p:cNvGraphicFramePr>
          <p:nvPr/>
        </p:nvGraphicFramePr>
        <p:xfrm>
          <a:off x="2444750" y="6227763"/>
          <a:ext cx="70564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" r:id="rId6" imgW="2844800" imgH="203200" progId="Equation.KSEE3">
                  <p:embed/>
                </p:oleObj>
              </mc:Choice>
              <mc:Fallback>
                <p:oleObj name="" r:id="rId6" imgW="28448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44750" y="6227763"/>
                        <a:ext cx="7056438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9" name="文本框 3"/>
          <p:cNvSpPr/>
          <p:nvPr/>
        </p:nvSpPr>
        <p:spPr>
          <a:xfrm>
            <a:off x="8091488" y="3208338"/>
            <a:ext cx="2336800" cy="650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[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变式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]</a:t>
            </a:r>
            <a:r>
              <a:rPr lang="zh-CN" altLang="en-US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en-US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zh-CN" altLang="en-US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≠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Ø</a:t>
            </a:r>
            <a:endParaRPr lang="zh-CN" altLang="en-US" sz="1400">
              <a:ea typeface="微软雅黑" panose="020B0503020204020204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 fill="hold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 fill="hold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 fill="hold"/>
                                        <p:tgtEl>
                                          <p:spTgt spid="103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3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3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3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1" grpId="0"/>
      <p:bldP spid="103432" grpId="0"/>
      <p:bldP spid="103433" grpId="0"/>
      <p:bldP spid="103434" grpId="0"/>
      <p:bldP spid="1034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矩形 1"/>
          <p:cNvSpPr/>
          <p:nvPr/>
        </p:nvSpPr>
        <p:spPr>
          <a:xfrm>
            <a:off x="0" y="-4762"/>
            <a:ext cx="12211050" cy="890587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04451" name="文本框 5"/>
          <p:cNvSpPr/>
          <p:nvPr/>
        </p:nvSpPr>
        <p:spPr>
          <a:xfrm>
            <a:off x="2001838" y="107950"/>
            <a:ext cx="2703512" cy="6175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ts val="600"/>
              </a:spcBef>
            </a:pPr>
            <a:endParaRPr lang="zh-CN" altLang="en-US" sz="4400" b="1">
              <a:solidFill>
                <a:schemeClr val="accent1"/>
              </a:solidFill>
            </a:endParaRPr>
          </a:p>
        </p:txBody>
      </p:sp>
      <p:sp>
        <p:nvSpPr>
          <p:cNvPr id="104452" name="文本框 5"/>
          <p:cNvSpPr/>
          <p:nvPr/>
        </p:nvSpPr>
        <p:spPr>
          <a:xfrm>
            <a:off x="1371600" y="88900"/>
            <a:ext cx="4090988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3600" b="1">
                <a:solidFill>
                  <a:schemeClr val="bg1"/>
                </a:solidFill>
                <a:ea typeface="微软雅黑" panose="020B0503020204020204" charset="-122"/>
              </a:rPr>
              <a:t>新知</a:t>
            </a:r>
            <a:r>
              <a:rPr lang="en-US" altLang="zh-CN" sz="3600" b="1">
                <a:solidFill>
                  <a:schemeClr val="bg1"/>
                </a:solidFill>
                <a:ea typeface="微软雅黑" panose="020B0503020204020204" charset="-122"/>
              </a:rPr>
              <a:t>2.</a:t>
            </a:r>
            <a:r>
              <a:rPr lang="zh-CN" altLang="en-US" sz="3600" b="1">
                <a:solidFill>
                  <a:schemeClr val="bg1"/>
                </a:solidFill>
                <a:ea typeface="微软雅黑" panose="020B0503020204020204" charset="-122"/>
              </a:rPr>
              <a:t>交集</a:t>
            </a:r>
            <a:endParaRPr lang="zh-CN" altLang="en-US" sz="3600" b="1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pic>
        <p:nvPicPr>
          <p:cNvPr id="104453" name="图片 7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-4762"/>
            <a:ext cx="792162" cy="792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04454" name="文本占位符 11266"/>
          <p:cNvSpPr>
            <a:spLocks noGrp="1"/>
          </p:cNvSpPr>
          <p:nvPr>
            <p:ph idx="1"/>
          </p:nvPr>
        </p:nvSpPr>
        <p:spPr>
          <a:xfrm>
            <a:off x="1371600" y="1019175"/>
            <a:ext cx="8639175" cy="2085975"/>
          </a:xfrm>
          <a:noFill/>
          <a:ln>
            <a:miter lim="800000"/>
          </a:ln>
        </p:spPr>
        <p:txBody>
          <a:bodyPr vert="horz" wrap="square" lIns="0" tIns="0" rIns="0" bIns="0" anchor="t" anchorCtr="0">
            <a:noAutofit/>
          </a:bodyPr>
          <a:lstStyle>
            <a:lvl1pPr marL="357505" indent="-357505" algn="just" defTabSz="914400" rtl="0" eaLnBrk="0" fontAlgn="base" hangingPunct="0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Char char="l"/>
              <a:defRPr kumimoji="0" lang="zh-CN" altLang="en-US"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30555" indent="-271780" algn="just" defTabSz="9144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</a:rPr>
              <a:t>【例</a:t>
            </a:r>
            <a:r>
              <a:rPr lang="en-US" altLang="zh-CN" sz="2800" b="1">
                <a:solidFill>
                  <a:srgbClr val="303030"/>
                </a:solidFill>
                <a:latin typeface="黑体" panose="02010609060101010101" pitchFamily="49" charset="-122"/>
              </a:rPr>
              <a:t>3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</a:rPr>
              <a:t>】揭阳一中举行运动会，设</a:t>
            </a:r>
            <a:endParaRPr lang="zh-CN" altLang="en-US" sz="2800" b="1">
              <a:solidFill>
                <a:srgbClr val="303030"/>
              </a:solidFill>
              <a:latin typeface="黑体" panose="02010609060101010101" pitchFamily="49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</a:rPr>
              <a:t>={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</a:rPr>
              <a:t>|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</a:rPr>
              <a:t>是揭阳一中高一级参加</a:t>
            </a:r>
            <a:r>
              <a:rPr lang="zh-CN" altLang="en-US" sz="2800" b="1">
                <a:solidFill>
                  <a:srgbClr val="FF6600"/>
                </a:solidFill>
                <a:latin typeface="黑体" panose="02010609060101010101" pitchFamily="49" charset="-122"/>
              </a:rPr>
              <a:t>篮球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</a:rPr>
              <a:t>比赛的同学}，</a:t>
            </a:r>
            <a:endParaRPr lang="zh-CN" altLang="en-US" sz="2800" b="1">
              <a:solidFill>
                <a:srgbClr val="303030"/>
              </a:solidFill>
              <a:latin typeface="黑体" panose="02010609060101010101" pitchFamily="49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</a:rPr>
              <a:t>={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</a:rPr>
              <a:t>|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</a:rPr>
              <a:t>是揭阳一中高一级参加</a:t>
            </a:r>
            <a:r>
              <a:rPr lang="zh-CN" altLang="en-US" sz="2800" b="1">
                <a:solidFill>
                  <a:srgbClr val="FF6600"/>
                </a:solidFill>
                <a:latin typeface="黑体" panose="02010609060101010101" pitchFamily="49" charset="-122"/>
              </a:rPr>
              <a:t>跳远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</a:rPr>
              <a:t>比赛的同学}，</a:t>
            </a:r>
            <a:endParaRPr lang="zh-CN" altLang="en-US" sz="2800" b="1">
              <a:solidFill>
                <a:srgbClr val="303030"/>
              </a:solidFill>
              <a:latin typeface="黑体" panose="02010609060101010101" pitchFamily="49" charset="-122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</a:rPr>
              <a:t>求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</a:rPr>
              <a:t>∩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303030"/>
                </a:solidFill>
                <a:latin typeface="黑体" panose="02010609060101010101" pitchFamily="49" charset="-122"/>
              </a:rPr>
              <a:t>。</a:t>
            </a:r>
            <a:endParaRPr lang="zh-CN" altLang="en-US" sz="2800" b="1">
              <a:solidFill>
                <a:srgbClr val="303030"/>
              </a:solidFill>
              <a:latin typeface="黑体" panose="02010609060101010101" pitchFamily="49" charset="-122"/>
            </a:endParaRPr>
          </a:p>
        </p:txBody>
      </p:sp>
      <p:sp>
        <p:nvSpPr>
          <p:cNvPr id="104455" name="椭圆 5"/>
          <p:cNvSpPr/>
          <p:nvPr/>
        </p:nvSpPr>
        <p:spPr>
          <a:xfrm>
            <a:off x="4868863" y="2778125"/>
            <a:ext cx="2932112" cy="293211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04456" name="椭圆 16"/>
          <p:cNvSpPr/>
          <p:nvPr/>
        </p:nvSpPr>
        <p:spPr>
          <a:xfrm>
            <a:off x="6816725" y="2698750"/>
            <a:ext cx="3100388" cy="3100388"/>
          </a:xfrm>
          <a:prstGeom prst="ellipse">
            <a:avLst/>
          </a:prstGeom>
          <a:solidFill>
            <a:schemeClr val="bg1">
              <a:alpha val="18000"/>
            </a:schemeClr>
          </a:solidFill>
          <a:ln w="28575">
            <a:solidFill>
              <a:schemeClr val="tx2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04457" name="文本框 6"/>
          <p:cNvSpPr/>
          <p:nvPr/>
        </p:nvSpPr>
        <p:spPr>
          <a:xfrm>
            <a:off x="5468938" y="2543175"/>
            <a:ext cx="639762" cy="11715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en-US" altLang="zh-CN" sz="5400" b="1" i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A</a:t>
            </a:r>
            <a:endParaRPr lang="en-US" altLang="zh-CN" sz="5400" b="1" i="1">
              <a:solidFill>
                <a:schemeClr val="tx2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04458" name="文本框 7"/>
          <p:cNvSpPr/>
          <p:nvPr/>
        </p:nvSpPr>
        <p:spPr>
          <a:xfrm>
            <a:off x="8101013" y="2408238"/>
            <a:ext cx="639762" cy="11715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en-US" altLang="zh-CN" sz="5400" b="1" i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B</a:t>
            </a:r>
            <a:endParaRPr lang="en-US" altLang="zh-CN" sz="5400" b="1" i="1">
              <a:solidFill>
                <a:schemeClr val="tx2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04459" name="文本框 8"/>
          <p:cNvSpPr/>
          <p:nvPr/>
        </p:nvSpPr>
        <p:spPr>
          <a:xfrm>
            <a:off x="5065713" y="3559175"/>
            <a:ext cx="1446212" cy="13716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zh-CN" altLang="en-US" sz="3200" b="1">
                <a:solidFill>
                  <a:srgbClr val="303030"/>
                </a:solidFill>
                <a:latin typeface="黑体" panose="02010609060101010101" pitchFamily="49" charset="-122"/>
              </a:rPr>
              <a:t>参加篮球比赛</a:t>
            </a:r>
            <a:endParaRPr lang="zh-CN" altLang="en-US" sz="3200" b="1">
              <a:solidFill>
                <a:srgbClr val="303030"/>
              </a:solidFill>
              <a:latin typeface="黑体" panose="02010609060101010101" pitchFamily="49" charset="-122"/>
            </a:endParaRPr>
          </a:p>
        </p:txBody>
      </p:sp>
      <p:sp>
        <p:nvSpPr>
          <p:cNvPr id="104460" name="文本框 22"/>
          <p:cNvSpPr/>
          <p:nvPr/>
        </p:nvSpPr>
        <p:spPr>
          <a:xfrm>
            <a:off x="8043863" y="3559175"/>
            <a:ext cx="1446212" cy="13716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zh-CN" altLang="en-US" sz="3200" b="1">
                <a:solidFill>
                  <a:srgbClr val="303030"/>
                </a:solidFill>
                <a:latin typeface="黑体" panose="02010609060101010101" pitchFamily="49" charset="-122"/>
              </a:rPr>
              <a:t>参加跳远比赛</a:t>
            </a:r>
            <a:endParaRPr lang="zh-CN" altLang="en-US" sz="3200" b="1">
              <a:solidFill>
                <a:srgbClr val="303030"/>
              </a:solidFill>
              <a:latin typeface="黑体" panose="02010609060101010101" pitchFamily="49" charset="-122"/>
            </a:endParaRPr>
          </a:p>
        </p:txBody>
      </p:sp>
      <p:cxnSp>
        <p:nvCxnSpPr>
          <p:cNvPr id="104461" name="直接连接符 23"/>
          <p:cNvCxnSpPr/>
          <p:nvPr/>
        </p:nvCxnSpPr>
        <p:spPr>
          <a:xfrm flipH="1">
            <a:off x="6919913" y="3333750"/>
            <a:ext cx="576262" cy="338138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</a:ln>
        </p:spPr>
      </p:cxnSp>
      <p:cxnSp>
        <p:nvCxnSpPr>
          <p:cNvPr id="104462" name="直接连接符 25"/>
          <p:cNvCxnSpPr/>
          <p:nvPr/>
        </p:nvCxnSpPr>
        <p:spPr>
          <a:xfrm flipV="1">
            <a:off x="6819900" y="3579813"/>
            <a:ext cx="815975" cy="471487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</a:ln>
        </p:spPr>
      </p:cxnSp>
      <p:cxnSp>
        <p:nvCxnSpPr>
          <p:cNvPr id="104463" name="直接连接符 26"/>
          <p:cNvCxnSpPr/>
          <p:nvPr/>
        </p:nvCxnSpPr>
        <p:spPr>
          <a:xfrm flipV="1">
            <a:off x="6802438" y="3852863"/>
            <a:ext cx="957262" cy="554037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</a:ln>
        </p:spPr>
      </p:cxnSp>
      <p:cxnSp>
        <p:nvCxnSpPr>
          <p:cNvPr id="104464" name="直接连接符 27"/>
          <p:cNvCxnSpPr/>
          <p:nvPr/>
        </p:nvCxnSpPr>
        <p:spPr>
          <a:xfrm flipV="1">
            <a:off x="6850063" y="4143375"/>
            <a:ext cx="957262" cy="554038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</a:ln>
        </p:spPr>
      </p:cxnSp>
      <p:cxnSp>
        <p:nvCxnSpPr>
          <p:cNvPr id="104465" name="直接连接符 28"/>
          <p:cNvCxnSpPr/>
          <p:nvPr/>
        </p:nvCxnSpPr>
        <p:spPr>
          <a:xfrm flipV="1">
            <a:off x="6969125" y="4502150"/>
            <a:ext cx="808038" cy="466725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</a:ln>
        </p:spPr>
      </p:cxnSp>
      <p:cxnSp>
        <p:nvCxnSpPr>
          <p:cNvPr id="104466" name="直接连接符 29"/>
          <p:cNvCxnSpPr/>
          <p:nvPr/>
        </p:nvCxnSpPr>
        <p:spPr>
          <a:xfrm flipH="1">
            <a:off x="7131050" y="4911725"/>
            <a:ext cx="488950" cy="287338"/>
          </a:xfrm>
          <a:prstGeom prst="line">
            <a:avLst/>
          </a:prstGeom>
          <a:noFill/>
          <a:ln w="28575">
            <a:solidFill>
              <a:schemeClr val="tx2"/>
            </a:solidFill>
            <a:miter lim="800000"/>
          </a:ln>
        </p:spPr>
      </p:cxnSp>
      <p:sp>
        <p:nvSpPr>
          <p:cNvPr id="104467" name="文本框 30"/>
          <p:cNvSpPr/>
          <p:nvPr/>
        </p:nvSpPr>
        <p:spPr>
          <a:xfrm>
            <a:off x="2784475" y="6042025"/>
            <a:ext cx="7762875" cy="5715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zh-CN" altLang="en-US" sz="2400" b="1">
                <a:solidFill>
                  <a:srgbClr val="303030"/>
                </a:solidFill>
                <a:latin typeface="黑体" panose="02010609060101010101" pitchFamily="49" charset="-122"/>
              </a:rPr>
              <a:t>揭阳一中高一级既参加篮球比赛又参加跳远比赛的同学</a:t>
            </a:r>
            <a:endParaRPr lang="zh-CN" altLang="en-US" sz="2400" b="1">
              <a:solidFill>
                <a:srgbClr val="303030"/>
              </a:solidFill>
              <a:latin typeface="黑体" panose="02010609060101010101" pitchFamily="49" charset="-122"/>
            </a:endParaRPr>
          </a:p>
        </p:txBody>
      </p:sp>
      <p:cxnSp>
        <p:nvCxnSpPr>
          <p:cNvPr id="104468" name="直接箭头连接符 31"/>
          <p:cNvCxnSpPr/>
          <p:nvPr/>
        </p:nvCxnSpPr>
        <p:spPr>
          <a:xfrm>
            <a:off x="7280275" y="4968875"/>
            <a:ext cx="3175" cy="1089025"/>
          </a:xfrm>
          <a:prstGeom prst="line">
            <a:avLst/>
          </a:prstGeom>
          <a:noFill/>
          <a:ln w="28575">
            <a:solidFill>
              <a:schemeClr val="accent1"/>
            </a:solidFill>
            <a:miter lim="800000"/>
            <a:tailEnd type="arrow"/>
          </a:ln>
        </p:spPr>
      </p:cxnSp>
      <p:sp>
        <p:nvSpPr>
          <p:cNvPr id="104469" name="文本占位符 11266"/>
          <p:cNvSpPr>
            <a:spLocks noGrp="1"/>
          </p:cNvSpPr>
          <p:nvPr/>
        </p:nvSpPr>
        <p:spPr>
          <a:xfrm>
            <a:off x="1371600" y="3130550"/>
            <a:ext cx="2790825" cy="22510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0" tIns="0" rIns="0" bIns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参赛共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</a:rPr>
              <a:t>100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人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篮：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</a:rPr>
              <a:t>54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人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跳：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</a:rPr>
              <a:t>68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人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篮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跳：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</a:rPr>
              <a:t>____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</a:rPr>
              <a:t>人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70" name="文本框 33"/>
          <p:cNvSpPr/>
          <p:nvPr/>
        </p:nvSpPr>
        <p:spPr>
          <a:xfrm>
            <a:off x="6816725" y="3875088"/>
            <a:ext cx="1016000" cy="650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</a:rPr>
              <a:t>∩</a:t>
            </a: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zh-CN" altLang="en-US" sz="2800" b="1" i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04471" name="文本框 34"/>
          <p:cNvSpPr/>
          <p:nvPr/>
        </p:nvSpPr>
        <p:spPr>
          <a:xfrm>
            <a:off x="2911475" y="4651375"/>
            <a:ext cx="588963" cy="7302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</a:rPr>
              <a:t>22</a:t>
            </a:r>
            <a:endParaRPr lang="zh-CN" altLang="en-US" sz="1400"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4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4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4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4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4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4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5" grpId="0"/>
      <p:bldP spid="104456" grpId="0"/>
      <p:bldP spid="104457" grpId="0"/>
      <p:bldP spid="104458" grpId="0"/>
      <p:bldP spid="104459" grpId="0"/>
      <p:bldP spid="104460" grpId="0"/>
      <p:bldP spid="104467" grpId="0"/>
      <p:bldP spid="104469" grpId="0"/>
      <p:bldP spid="104470" grpId="0"/>
      <p:bldP spid="10447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矩形 1"/>
          <p:cNvSpPr/>
          <p:nvPr/>
        </p:nvSpPr>
        <p:spPr>
          <a:xfrm>
            <a:off x="0" y="-4762"/>
            <a:ext cx="12211050" cy="890587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05475" name="文本框 7"/>
          <p:cNvSpPr txBox="1"/>
          <p:nvPr/>
        </p:nvSpPr>
        <p:spPr>
          <a:xfrm>
            <a:off x="1606550" y="1101725"/>
            <a:ext cx="9001125" cy="2168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457200" marR="0" lvl="0" indent="-457200" eaLnBrk="1" hangingPunct="1"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en-US" altLang="en-US" sz="3600" b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把含有有限个元素的集合</a:t>
            </a:r>
            <a:r>
              <a:rPr lang="en-US" altLang="zh-CN" sz="3600" b="1" i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en-US" sz="3600" b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叫做有限集；</a:t>
            </a:r>
            <a:endParaRPr lang="en-US" altLang="en-US" sz="3600" b="1">
              <a:solidFill>
                <a:srgbClr val="303030"/>
              </a:solidFill>
              <a:latin typeface="Times New Roman" panose="02020603050405020304" pitchFamily="18" charset="0"/>
              <a:sym typeface="+mn-ea"/>
            </a:endParaRPr>
          </a:p>
          <a:p>
            <a:pPr marL="457200" marR="0" lvl="0" indent="-457200" eaLnBrk="1" hangingPunct="1">
              <a:lnSpc>
                <a:spcPct val="125000"/>
              </a:lnSpc>
              <a:buFont typeface="Wingdings" panose="05000000000000000000" pitchFamily="2" charset="2"/>
              <a:buChar char="u"/>
            </a:pPr>
            <a:r>
              <a:rPr lang="en-US" altLang="en-US" sz="3600" b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用</a:t>
            </a:r>
            <a:r>
              <a:rPr lang="en-US" altLang="zh-CN" sz="3600" b="1" i="1" spc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card</a:t>
            </a:r>
            <a:r>
              <a:rPr lang="en-US" altLang="en-US" sz="3600" b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来表示有限集合</a:t>
            </a:r>
            <a:r>
              <a:rPr lang="en-US" altLang="zh-CN" sz="3600" b="1" i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en-US" sz="3600" b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中的</a:t>
            </a:r>
            <a:r>
              <a:rPr lang="en-US" altLang="en-US" sz="3600" b="1" spc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元素个数</a:t>
            </a:r>
            <a:r>
              <a:rPr lang="en-US" altLang="zh-CN" sz="3600" b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.</a:t>
            </a:r>
            <a:endParaRPr lang="en-US" altLang="zh-CN" sz="3600" b="1">
              <a:solidFill>
                <a:srgbClr val="303030"/>
              </a:solidFill>
              <a:latin typeface="Times New Roman" panose="02020603050405020304" pitchFamily="18" charset="0"/>
              <a:sym typeface="+mn-ea"/>
            </a:endParaRPr>
          </a:p>
          <a:p>
            <a:pPr marL="0" marR="0" lvl="0" indent="0" eaLnBrk="1" hangingPunct="1">
              <a:lnSpc>
                <a:spcPct val="125000"/>
              </a:lnSpc>
            </a:pPr>
            <a:r>
              <a:rPr lang="en-US" altLang="en-US" sz="3600" b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   如：</a:t>
            </a:r>
            <a:r>
              <a:rPr lang="en-US" altLang="zh-CN" sz="3600" b="1" i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3600" b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={1,2,3,5}</a:t>
            </a:r>
            <a:r>
              <a:rPr lang="en-US" altLang="en-US" sz="3600" b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，则</a:t>
            </a:r>
            <a:r>
              <a:rPr lang="en-US" altLang="zh-CN" sz="3600" b="1" i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card</a:t>
            </a:r>
            <a:r>
              <a:rPr lang="en-US" altLang="zh-CN" sz="3600" b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sz="3600" b="1" i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3600" b="1" spc="0">
                <a:solidFill>
                  <a:srgbClr val="303030"/>
                </a:solidFill>
                <a:latin typeface="Times New Roman" panose="02020603050405020304" pitchFamily="18" charset="0"/>
                <a:sym typeface="+mn-ea"/>
              </a:rPr>
              <a:t>)=4.</a:t>
            </a:r>
            <a:endParaRPr lang="en-US" altLang="zh-CN" sz="3600" b="1">
              <a:solidFill>
                <a:srgbClr val="303030"/>
              </a:solidFill>
              <a:latin typeface="Times New Roman" panose="02020603050405020304" pitchFamily="18" charset="0"/>
              <a:sym typeface="+mn-ea"/>
            </a:endParaRPr>
          </a:p>
        </p:txBody>
      </p:sp>
      <p:pic>
        <p:nvPicPr>
          <p:cNvPr id="10547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25" y="47625"/>
            <a:ext cx="508000" cy="79216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05477" name="文本框 17"/>
          <p:cNvSpPr/>
          <p:nvPr/>
        </p:nvSpPr>
        <p:spPr>
          <a:xfrm>
            <a:off x="928688" y="41275"/>
            <a:ext cx="8231187" cy="7985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spcBef>
                <a:spcPts val="600"/>
              </a:spcBef>
            </a:pPr>
            <a:r>
              <a:rPr lang="zh-CN" altLang="en-US" sz="4000" b="1">
                <a:solidFill>
                  <a:schemeClr val="bg1"/>
                </a:solidFill>
              </a:rPr>
              <a:t>阅读与思考：</a:t>
            </a:r>
            <a:r>
              <a:rPr lang="zh-CN" altLang="en-US" sz="400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集合中元素的个数</a:t>
            </a:r>
            <a:endParaRPr lang="zh-CN" altLang="en-US" sz="400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05478" name="文本框 2"/>
          <p:cNvSpPr/>
          <p:nvPr/>
        </p:nvSpPr>
        <p:spPr>
          <a:xfrm>
            <a:off x="314325" y="3486150"/>
            <a:ext cx="7829550" cy="1173163"/>
          </a:xfrm>
          <a:prstGeom prst="rect">
            <a:avLst/>
          </a:prstGeom>
          <a:noFill/>
          <a:ln w="50800" cmpd="thickThin">
            <a:solidFill>
              <a:schemeClr val="accent1"/>
            </a:solidFill>
            <a:round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3200" b="1">
                <a:solidFill>
                  <a:srgbClr val="303030"/>
                </a:solidFill>
                <a:sym typeface="黑体" panose="02010609060101010101" pitchFamily="49" charset="-122"/>
              </a:rPr>
              <a:t>一般地，对于任意两个集合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、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303030"/>
                </a:solidFill>
                <a:sym typeface="黑体" panose="02010609060101010101" pitchFamily="49" charset="-122"/>
              </a:rPr>
              <a:t>,</a:t>
            </a:r>
            <a:r>
              <a:rPr lang="zh-CN" altLang="en-US" sz="3200" b="1">
                <a:solidFill>
                  <a:srgbClr val="303030"/>
                </a:solidFill>
                <a:sym typeface="黑体" panose="02010609060101010101" pitchFamily="49" charset="-122"/>
              </a:rPr>
              <a:t>有：</a:t>
            </a:r>
            <a:endParaRPr lang="zh-CN" altLang="en-US" sz="3200" b="1">
              <a:solidFill>
                <a:srgbClr val="303030"/>
              </a:solidFill>
              <a:sym typeface="黑体" panose="02010609060101010101" pitchFamily="49" charset="-122"/>
            </a:endParaRPr>
          </a:p>
          <a:p>
            <a:pPr marL="0" lvl="0" indent="0" eaLnBrk="1" hangingPunct="1">
              <a:lnSpc>
                <a:spcPct val="110000"/>
              </a:lnSpc>
            </a:pP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card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=card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+ card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－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card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>
                <a:solidFill>
                  <a:srgbClr val="FF0000"/>
                </a:solidFill>
                <a:sym typeface="黑体" panose="02010609060101010101" pitchFamily="49" charset="-122"/>
              </a:rPr>
              <a:t>.</a:t>
            </a:r>
            <a:endParaRPr lang="en-US" altLang="zh-CN" sz="3200" b="1">
              <a:solidFill>
                <a:srgbClr val="FF0000"/>
              </a:solidFill>
              <a:sym typeface="黑体" panose="02010609060101010101" pitchFamily="49" charset="-122"/>
            </a:endParaRPr>
          </a:p>
        </p:txBody>
      </p:sp>
      <p:grpSp>
        <p:nvGrpSpPr>
          <p:cNvPr id="105479" name="组合 15"/>
          <p:cNvGrpSpPr/>
          <p:nvPr/>
        </p:nvGrpSpPr>
        <p:grpSpPr>
          <a:xfrm>
            <a:off x="8297863" y="3070225"/>
            <a:ext cx="3678237" cy="2471738"/>
            <a:chOff x="13067" y="5150"/>
            <a:chExt cx="5794" cy="3892"/>
          </a:xfrm>
        </p:grpSpPr>
        <p:grpSp>
          <p:nvGrpSpPr>
            <p:cNvPr id="105485" name="组合 3"/>
            <p:cNvGrpSpPr/>
            <p:nvPr/>
          </p:nvGrpSpPr>
          <p:grpSpPr>
            <a:xfrm>
              <a:off x="13067" y="5150"/>
              <a:ext cx="5794" cy="3891"/>
              <a:chOff x="7667" y="3793"/>
              <a:chExt cx="7950" cy="5339"/>
            </a:xfrm>
          </p:grpSpPr>
          <p:sp>
            <p:nvSpPr>
              <p:cNvPr id="105489" name="椭圆 5"/>
              <p:cNvSpPr/>
              <p:nvPr/>
            </p:nvSpPr>
            <p:spPr>
              <a:xfrm>
                <a:off x="7667" y="4376"/>
                <a:ext cx="4618" cy="4617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marR="0" lvl="0" indent="0" algn="ctr" eaLnBrk="1" hangingPunct="1"/>
                <a:endParaRPr lang="en-US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5490" name="椭圆 16"/>
              <p:cNvSpPr/>
              <p:nvPr/>
            </p:nvSpPr>
            <p:spPr>
              <a:xfrm>
                <a:off x="10734" y="4249"/>
                <a:ext cx="4883" cy="4884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  <a:miter lim="800000"/>
              </a:ln>
              <a:effectLst>
                <a:outerShdw blurRad="57150" dist="19050" dir="5400000" algn="ctr">
                  <a:srgbClr val="000000">
                    <a:alpha val="62999"/>
                  </a:srgbClr>
                </a:outerShdw>
              </a:effectLst>
            </p:spPr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marR="0" lvl="0" indent="0" algn="ctr" eaLnBrk="1" hangingPunct="1"/>
                <a:endParaRPr lang="en-US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05491" name="文本框 6"/>
              <p:cNvSpPr/>
              <p:nvPr/>
            </p:nvSpPr>
            <p:spPr>
              <a:xfrm>
                <a:off x="8613" y="4005"/>
                <a:ext cx="1007" cy="2530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</a:pPr>
                <a:r>
                  <a:rPr lang="en-US" altLang="zh-CN" sz="54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A</a:t>
                </a:r>
                <a:endParaRPr lang="en-US" altLang="zh-CN" sz="5400" b="1" i="1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  <p:sp>
            <p:nvSpPr>
              <p:cNvPr id="105492" name="文本框 2"/>
              <p:cNvSpPr/>
              <p:nvPr/>
            </p:nvSpPr>
            <p:spPr>
              <a:xfrm>
                <a:off x="12758" y="3793"/>
                <a:ext cx="1007" cy="2530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</a:pPr>
                <a:r>
                  <a:rPr lang="en-US" altLang="zh-CN" sz="5400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B</a:t>
                </a:r>
                <a:endParaRPr lang="en-US" altLang="zh-CN" sz="5400" b="1" i="1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  <p:cxnSp>
            <p:nvCxnSpPr>
              <p:cNvPr id="105493" name="直接连接符 23"/>
              <p:cNvCxnSpPr/>
              <p:nvPr/>
            </p:nvCxnSpPr>
            <p:spPr>
              <a:xfrm flipH="1">
                <a:off x="10896" y="5251"/>
                <a:ext cx="909" cy="532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</a:ln>
            </p:spPr>
          </p:cxnSp>
          <p:cxnSp>
            <p:nvCxnSpPr>
              <p:cNvPr id="105494" name="直接连接符 25"/>
              <p:cNvCxnSpPr/>
              <p:nvPr/>
            </p:nvCxnSpPr>
            <p:spPr>
              <a:xfrm flipV="1">
                <a:off x="10741" y="5638"/>
                <a:ext cx="1283" cy="741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</a:ln>
            </p:spPr>
          </p:cxnSp>
          <p:cxnSp>
            <p:nvCxnSpPr>
              <p:cNvPr id="105495" name="直接连接符 26"/>
              <p:cNvCxnSpPr/>
              <p:nvPr/>
            </p:nvCxnSpPr>
            <p:spPr>
              <a:xfrm flipV="1">
                <a:off x="10710" y="6067"/>
                <a:ext cx="1510" cy="871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</a:ln>
            </p:spPr>
          </p:cxnSp>
          <p:cxnSp>
            <p:nvCxnSpPr>
              <p:cNvPr id="105496" name="直接连接符 27"/>
              <p:cNvCxnSpPr/>
              <p:nvPr/>
            </p:nvCxnSpPr>
            <p:spPr>
              <a:xfrm flipV="1">
                <a:off x="10786" y="6527"/>
                <a:ext cx="1510" cy="871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</a:ln>
            </p:spPr>
          </p:cxnSp>
          <p:cxnSp>
            <p:nvCxnSpPr>
              <p:cNvPr id="105497" name="直接连接符 28"/>
              <p:cNvCxnSpPr/>
              <p:nvPr/>
            </p:nvCxnSpPr>
            <p:spPr>
              <a:xfrm flipV="1">
                <a:off x="10975" y="7089"/>
                <a:ext cx="1273" cy="737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</a:ln>
            </p:spPr>
          </p:cxnSp>
          <p:cxnSp>
            <p:nvCxnSpPr>
              <p:cNvPr id="105498" name="直接连接符 29"/>
              <p:cNvCxnSpPr/>
              <p:nvPr/>
            </p:nvCxnSpPr>
            <p:spPr>
              <a:xfrm flipH="1">
                <a:off x="11229" y="7737"/>
                <a:ext cx="772" cy="449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</a:ln>
            </p:spPr>
          </p:cxnSp>
          <p:sp>
            <p:nvSpPr>
              <p:cNvPr id="105499" name="文本框 33"/>
              <p:cNvSpPr/>
              <p:nvPr/>
            </p:nvSpPr>
            <p:spPr>
              <a:xfrm>
                <a:off x="10453" y="5636"/>
                <a:ext cx="2324" cy="1406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</a:pPr>
                <a:r>
                  <a:rPr lang="zh-CN" altLang="en-US" sz="28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2800" b="1">
                    <a:solidFill>
                      <a:srgbClr val="FF0000"/>
                    </a:solidFill>
                    <a:latin typeface="黑体" panose="02010609060101010101" pitchFamily="49" charset="-122"/>
                  </a:rPr>
                  <a:t>∩</a:t>
                </a:r>
                <a:r>
                  <a:rPr lang="zh-CN" altLang="en-US" sz="28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B</a:t>
                </a:r>
                <a:endParaRPr lang="zh-CN" altLang="en-US" sz="2800" b="1" i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105486" name="文本框 4"/>
            <p:cNvSpPr/>
            <p:nvPr/>
          </p:nvSpPr>
          <p:spPr>
            <a:xfrm>
              <a:off x="13916" y="7353"/>
              <a:ext cx="928" cy="115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30000"/>
                </a:lnSpc>
              </a:pPr>
              <a:r>
                <a:rPr lang="en-US" altLang="zh-CN" sz="3200" b="1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①</a:t>
              </a:r>
              <a:endParaRPr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105487" name="文本框 9"/>
            <p:cNvSpPr/>
            <p:nvPr/>
          </p:nvSpPr>
          <p:spPr>
            <a:xfrm>
              <a:off x="15421" y="7036"/>
              <a:ext cx="928" cy="115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30000"/>
                </a:lnSpc>
              </a:pPr>
              <a:r>
                <a:rPr lang="zh-CN" altLang="en-US" sz="3200" b="1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②</a:t>
              </a:r>
              <a:endPara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105488" name="文本框 10"/>
            <p:cNvSpPr/>
            <p:nvPr/>
          </p:nvSpPr>
          <p:spPr>
            <a:xfrm>
              <a:off x="17044" y="7036"/>
              <a:ext cx="928" cy="1151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30000"/>
                </a:lnSpc>
              </a:pPr>
              <a:r>
                <a:rPr lang="zh-CN" altLang="en-US" sz="3200" b="1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③</a:t>
              </a:r>
              <a:endPara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</p:grpSp>
      <p:sp>
        <p:nvSpPr>
          <p:cNvPr id="105480" name="文本框 11"/>
          <p:cNvSpPr/>
          <p:nvPr/>
        </p:nvSpPr>
        <p:spPr>
          <a:xfrm>
            <a:off x="722313" y="4727575"/>
            <a:ext cx="1401762" cy="533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①</a:t>
            </a:r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②③</a:t>
            </a:r>
            <a:endParaRPr lang="zh-CN" altLang="en-US" sz="3200" b="1">
              <a:solidFill>
                <a:schemeClr val="tx2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05481" name="文本框 12"/>
          <p:cNvSpPr/>
          <p:nvPr/>
        </p:nvSpPr>
        <p:spPr>
          <a:xfrm>
            <a:off x="2686050" y="4767263"/>
            <a:ext cx="995363" cy="5349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①</a:t>
            </a:r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②</a:t>
            </a:r>
            <a:endParaRPr lang="zh-CN" altLang="en-US" sz="3200" b="1">
              <a:solidFill>
                <a:schemeClr val="tx2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05482" name="文本框 13"/>
          <p:cNvSpPr/>
          <p:nvPr/>
        </p:nvSpPr>
        <p:spPr>
          <a:xfrm>
            <a:off x="4435475" y="4773613"/>
            <a:ext cx="995363" cy="5349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②③</a:t>
            </a:r>
            <a:endParaRPr lang="zh-CN" altLang="en-US" sz="3200" b="1">
              <a:solidFill>
                <a:schemeClr val="tx2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05483" name="文本框 14"/>
          <p:cNvSpPr/>
          <p:nvPr/>
        </p:nvSpPr>
        <p:spPr>
          <a:xfrm>
            <a:off x="6442075" y="4743450"/>
            <a:ext cx="590550" cy="5826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②</a:t>
            </a:r>
            <a:endParaRPr lang="zh-CN" altLang="en-US" sz="3200" b="1">
              <a:solidFill>
                <a:schemeClr val="tx2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05484" name="文本框 2"/>
          <p:cNvSpPr/>
          <p:nvPr/>
        </p:nvSpPr>
        <p:spPr>
          <a:xfrm>
            <a:off x="296863" y="5624513"/>
            <a:ext cx="11895137" cy="117316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card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C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=card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+card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+card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－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card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－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card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C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pPr marL="0" lvl="0" indent="0" eaLnBrk="1" hangingPunct="1">
              <a:lnSpc>
                <a:spcPct val="110000"/>
              </a:lnSpc>
            </a:pP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－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card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C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)+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card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C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8" grpId="0"/>
      <p:bldP spid="105480" grpId="0"/>
      <p:bldP spid="105481" grpId="0"/>
      <p:bldP spid="105482" grpId="0"/>
      <p:bldP spid="105483" grpId="0"/>
      <p:bldP spid="10548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矩形 1"/>
          <p:cNvSpPr/>
          <p:nvPr/>
        </p:nvSpPr>
        <p:spPr>
          <a:xfrm>
            <a:off x="0" y="-4762"/>
            <a:ext cx="12211050" cy="890587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06499" name="文本框 5"/>
          <p:cNvSpPr/>
          <p:nvPr/>
        </p:nvSpPr>
        <p:spPr>
          <a:xfrm>
            <a:off x="2001838" y="107950"/>
            <a:ext cx="2703512" cy="6175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ts val="600"/>
              </a:spcBef>
            </a:pPr>
            <a:endParaRPr lang="zh-CN" altLang="en-US" sz="4400" b="1">
              <a:solidFill>
                <a:schemeClr val="accent1"/>
              </a:solidFill>
            </a:endParaRPr>
          </a:p>
        </p:txBody>
      </p:sp>
      <p:sp>
        <p:nvSpPr>
          <p:cNvPr id="106500" name="文本框 5"/>
          <p:cNvSpPr/>
          <p:nvPr/>
        </p:nvSpPr>
        <p:spPr>
          <a:xfrm>
            <a:off x="1371600" y="88900"/>
            <a:ext cx="4090988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3600" b="1">
                <a:solidFill>
                  <a:schemeClr val="bg1"/>
                </a:solidFill>
                <a:ea typeface="微软雅黑" panose="020B0503020204020204" charset="-122"/>
              </a:rPr>
              <a:t>新知</a:t>
            </a:r>
            <a:r>
              <a:rPr lang="en-US" altLang="zh-CN" sz="3600" b="1">
                <a:solidFill>
                  <a:schemeClr val="bg1"/>
                </a:solidFill>
                <a:ea typeface="微软雅黑" panose="020B0503020204020204" charset="-122"/>
              </a:rPr>
              <a:t>2.</a:t>
            </a:r>
            <a:r>
              <a:rPr lang="zh-CN" altLang="en-US" sz="3600" b="1">
                <a:solidFill>
                  <a:schemeClr val="bg1"/>
                </a:solidFill>
                <a:ea typeface="微软雅黑" panose="020B0503020204020204" charset="-122"/>
              </a:rPr>
              <a:t>交集</a:t>
            </a:r>
            <a:r>
              <a:rPr lang="en-US" altLang="zh-CN" sz="3600" b="1">
                <a:solidFill>
                  <a:schemeClr val="bg1"/>
                </a:solidFill>
                <a:ea typeface="微软雅黑" panose="020B0503020204020204" charset="-122"/>
              </a:rPr>
              <a:t>  P12</a:t>
            </a:r>
            <a:endParaRPr lang="en-US" altLang="zh-CN" sz="3600" b="1">
              <a:solidFill>
                <a:schemeClr val="bg1"/>
              </a:solidFill>
              <a:ea typeface="微软雅黑" panose="020B0503020204020204" charset="-122"/>
            </a:endParaRPr>
          </a:p>
        </p:txBody>
      </p:sp>
      <p:pic>
        <p:nvPicPr>
          <p:cNvPr id="106501" name="图片 7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-4762"/>
            <a:ext cx="792162" cy="792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06502" name="文本占位符 11266"/>
          <p:cNvSpPr>
            <a:spLocks noGrp="1"/>
          </p:cNvSpPr>
          <p:nvPr>
            <p:ph idx="1"/>
          </p:nvPr>
        </p:nvSpPr>
        <p:spPr>
          <a:xfrm>
            <a:off x="869950" y="1027113"/>
            <a:ext cx="10694988" cy="1158875"/>
          </a:xfrm>
          <a:noFill/>
          <a:ln>
            <a:miter lim="800000"/>
          </a:ln>
        </p:spPr>
        <p:txBody>
          <a:bodyPr vert="horz" wrap="square" lIns="0" tIns="0" rIns="0" bIns="0" anchor="t" anchorCtr="0">
            <a:noAutofit/>
          </a:bodyPr>
          <a:lstStyle>
            <a:lvl1pPr marL="357505" indent="-357505" algn="just" defTabSz="914400" rtl="0" eaLnBrk="0" fontAlgn="base" hangingPunct="0">
              <a:lnSpc>
                <a:spcPct val="110000"/>
              </a:lnSpc>
              <a:spcBef>
                <a:spcPts val="1800"/>
              </a:spcBef>
              <a:spcAft>
                <a:spcPct val="0"/>
              </a:spcAft>
              <a:buClr>
                <a:srgbClr val="BA7612"/>
              </a:buClr>
              <a:buSzPct val="70000"/>
              <a:buFont typeface="Wingdings" panose="05000000000000000000" pitchFamily="2" charset="2"/>
              <a:buChar char="l"/>
              <a:defRPr kumimoji="0" lang="zh-CN" altLang="en-US"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630555" indent="-271780" algn="just" defTabSz="914400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defRPr kumimoji="0" lang="zh-CN" altLang="en-US" sz="2000" b="0" i="0" u="non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lang="zh-CN" altLang="en-US"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eaLnBrk="1" hangingPunct="1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30303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】设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平面内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直线</a:t>
            </a:r>
            <a:r>
              <a:rPr lang="zh-CN" altLang="en-US" sz="2800" b="1" i="1">
                <a:solidFill>
                  <a:srgbClr val="FF660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1" baseline="-25000">
                <a:solidFill>
                  <a:srgbClr val="FF66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上的点的集合为</a:t>
            </a:r>
            <a:r>
              <a:rPr lang="zh-CN" altLang="en-US" sz="2800" b="1" i="1">
                <a:solidFill>
                  <a:srgbClr val="FF660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1" baseline="-25000">
                <a:solidFill>
                  <a:srgbClr val="FF66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,直线</a:t>
            </a:r>
            <a:r>
              <a:rPr lang="zh-CN" altLang="en-US" sz="2800" b="1" i="1">
                <a:solidFill>
                  <a:srgbClr val="FF660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1" baseline="-25000">
                <a:solidFill>
                  <a:srgbClr val="FF66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上的点的集合为</a:t>
            </a:r>
            <a:r>
              <a:rPr lang="zh-CN" altLang="en-US" sz="2800" b="1" i="1">
                <a:solidFill>
                  <a:srgbClr val="FF660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1" baseline="-25000">
                <a:solidFill>
                  <a:srgbClr val="FF66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,试用集合的运算表示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1" baseline="-25000">
                <a:solidFill>
                  <a:srgbClr val="30303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1" baseline="-25000">
                <a:solidFill>
                  <a:srgbClr val="30303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303030"/>
                </a:solidFill>
                <a:latin typeface="Times New Roman" panose="02020603050405020304" pitchFamily="18" charset="0"/>
              </a:rPr>
              <a:t>的位置关系。</a:t>
            </a:r>
            <a:endParaRPr lang="zh-CN" altLang="en-US" sz="28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06503" name="直接连接符 9"/>
          <p:cNvCxnSpPr/>
          <p:nvPr/>
        </p:nvCxnSpPr>
        <p:spPr>
          <a:xfrm>
            <a:off x="8626475" y="2425700"/>
            <a:ext cx="2755900" cy="0"/>
          </a:xfrm>
          <a:prstGeom prst="line">
            <a:avLst/>
          </a:prstGeom>
          <a:noFill/>
          <a:ln w="38100">
            <a:solidFill>
              <a:srgbClr val="303030"/>
            </a:solidFill>
            <a:miter lim="800000"/>
          </a:ln>
        </p:spPr>
      </p:cxnSp>
      <p:cxnSp>
        <p:nvCxnSpPr>
          <p:cNvPr id="106504" name="直接连接符 10"/>
          <p:cNvCxnSpPr/>
          <p:nvPr/>
        </p:nvCxnSpPr>
        <p:spPr>
          <a:xfrm>
            <a:off x="8626475" y="3514725"/>
            <a:ext cx="2755900" cy="0"/>
          </a:xfrm>
          <a:prstGeom prst="line">
            <a:avLst/>
          </a:prstGeom>
          <a:noFill/>
          <a:ln w="38100">
            <a:solidFill>
              <a:srgbClr val="303030"/>
            </a:solidFill>
            <a:miter lim="800000"/>
          </a:ln>
        </p:spPr>
      </p:cxnSp>
      <p:sp>
        <p:nvSpPr>
          <p:cNvPr id="106505" name="文本框 18"/>
          <p:cNvSpPr/>
          <p:nvPr/>
        </p:nvSpPr>
        <p:spPr>
          <a:xfrm>
            <a:off x="7573963" y="3048000"/>
            <a:ext cx="974725" cy="650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l</a:t>
            </a:r>
            <a:r>
              <a:rPr lang="en-US" altLang="en-US" sz="2800" b="1" baseline="-25000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1</a:t>
            </a:r>
            <a:r>
              <a:rPr lang="en-US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zh-CN" altLang="en-US" sz="28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l</a:t>
            </a:r>
            <a:r>
              <a:rPr lang="en-US" altLang="en-US" sz="2800" b="1" baseline="-25000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2</a:t>
            </a:r>
            <a:r>
              <a:rPr lang="en-US" altLang="en-US" sz="2800" b="1">
                <a:solidFill>
                  <a:srgbClr val="30303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)</a:t>
            </a:r>
            <a:endParaRPr lang="en-US" altLang="en-US" sz="2800" b="1">
              <a:solidFill>
                <a:srgbClr val="303030"/>
              </a:solidFill>
              <a:latin typeface="黑体" panose="02010609060101010101" pitchFamily="49" charset="-122"/>
              <a:sym typeface="黑体" panose="02010609060101010101" pitchFamily="49" charset="-122"/>
            </a:endParaRPr>
          </a:p>
        </p:txBody>
      </p:sp>
      <p:sp>
        <p:nvSpPr>
          <p:cNvPr id="106506" name="文本框 35"/>
          <p:cNvSpPr/>
          <p:nvPr/>
        </p:nvSpPr>
        <p:spPr>
          <a:xfrm>
            <a:off x="1528763" y="4229100"/>
            <a:ext cx="2162175" cy="650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∩</a:t>
            </a: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={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点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P}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06507" name="文本框 36"/>
          <p:cNvSpPr/>
          <p:nvPr/>
        </p:nvSpPr>
        <p:spPr>
          <a:xfrm>
            <a:off x="4816475" y="4229100"/>
            <a:ext cx="1584325" cy="650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L</a:t>
            </a:r>
            <a:r>
              <a:rPr lang="zh-CN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L</a:t>
            </a:r>
            <a:r>
              <a:rPr lang="zh-CN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=Ø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06508" name="文本框 37"/>
          <p:cNvSpPr/>
          <p:nvPr/>
        </p:nvSpPr>
        <p:spPr>
          <a:xfrm>
            <a:off x="8707438" y="3578225"/>
            <a:ext cx="2174875" cy="650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L</a:t>
            </a:r>
            <a:r>
              <a:rPr lang="zh-CN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L</a:t>
            </a:r>
            <a:r>
              <a:rPr lang="zh-CN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L</a:t>
            </a:r>
            <a:r>
              <a:rPr lang="zh-CN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L</a:t>
            </a:r>
            <a:r>
              <a:rPr lang="zh-CN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06509" name="文本框 38"/>
          <p:cNvSpPr/>
          <p:nvPr/>
        </p:nvSpPr>
        <p:spPr>
          <a:xfrm>
            <a:off x="8707438" y="4192588"/>
            <a:ext cx="2274887" cy="6508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L</a:t>
            </a:r>
            <a:r>
              <a:rPr lang="zh-CN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L</a:t>
            </a:r>
            <a:r>
              <a:rPr lang="zh-CN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L</a:t>
            </a:r>
            <a:r>
              <a:rPr lang="zh-CN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L</a:t>
            </a:r>
            <a:r>
              <a:rPr lang="zh-CN" altLang="en-US" sz="28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pic>
        <p:nvPicPr>
          <p:cNvPr id="10651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0" y="2062163"/>
            <a:ext cx="1725613" cy="2166937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10651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575" y="2425700"/>
            <a:ext cx="2525713" cy="1385888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5787" ptsTypes="">
                                      <p:cBhvr>
                                        <p:cTn id="11" dur="2000" fill="hold"/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5" grpId="0"/>
      <p:bldP spid="106506" grpId="0"/>
      <p:bldP spid="106507" grpId="0"/>
      <p:bldP spid="106508" grpId="0"/>
      <p:bldP spid="10650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/>
          </p:cNvSpPr>
          <p:nvPr/>
        </p:nvSpPr>
        <p:spPr>
          <a:xfrm>
            <a:off x="2490788" y="2179638"/>
            <a:ext cx="7348537" cy="1000125"/>
          </a:xfrm>
          <a:prstGeom prst="rect">
            <a:avLst/>
          </a:prstGeom>
        </p:spPr>
        <p:txBody>
          <a:bodyPr anchor="b" anchorCtr="0">
            <a:normAutofit fontScale="70000"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 mar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400" b="1" i="0" u="none" kern="1200" baseline="0">
                <a:solidFill>
                  <a:srgbClr val="DC5C31">
                    <a:lumMod val="75000"/>
                  </a:srgbClr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>
              <a:lnSpc>
                <a:spcPct val="90000"/>
              </a:lnSpc>
            </a:pPr>
            <a:endParaRPr lang="en-US" altLang="en-US" sz="6300" b="1">
              <a:solidFill>
                <a:srgbClr val="AC411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7523" name="文本框 1"/>
          <p:cNvSpPr/>
          <p:nvPr/>
        </p:nvSpPr>
        <p:spPr>
          <a:xfrm>
            <a:off x="1568450" y="2006600"/>
            <a:ext cx="9193213" cy="21145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ctr" eaLnBrk="1" hangingPunct="1">
              <a:lnSpc>
                <a:spcPct val="140000"/>
              </a:lnSpc>
            </a:pPr>
            <a:r>
              <a:rPr lang="zh-CN" altLang="en-US" sz="2800" b="1">
                <a:solidFill>
                  <a:schemeClr val="accent1"/>
                </a:solidFill>
                <a:latin typeface="黑体" panose="02010609060101010101" pitchFamily="49" charset="-122"/>
              </a:rPr>
              <a:t>第一章 《集合与常用逻辑用语》</a:t>
            </a:r>
            <a:endParaRPr lang="zh-CN" altLang="en-US" sz="2800" b="1">
              <a:solidFill>
                <a:schemeClr val="accent1"/>
              </a:solidFill>
              <a:latin typeface="黑体" panose="02010609060101010101" pitchFamily="49" charset="-122"/>
            </a:endParaRPr>
          </a:p>
          <a:p>
            <a:pPr marL="0" lvl="0" indent="0" algn="ctr" eaLnBrk="1" hangingPunct="1">
              <a:lnSpc>
                <a:spcPct val="140000"/>
              </a:lnSpc>
            </a:pPr>
            <a:r>
              <a:rPr lang="zh-CN" altLang="en-US" sz="6600" b="1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1.3 集合的基本运算</a:t>
            </a:r>
            <a:r>
              <a:rPr lang="en-US" altLang="zh-CN" sz="6600" b="1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(2)</a:t>
            </a:r>
            <a:endParaRPr lang="en-US" altLang="zh-CN" sz="6600" b="1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矩形 1"/>
          <p:cNvSpPr/>
          <p:nvPr/>
        </p:nvSpPr>
        <p:spPr>
          <a:xfrm>
            <a:off x="0" y="-15875"/>
            <a:ext cx="12211050" cy="890588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08547" name="文本框 17"/>
          <p:cNvSpPr/>
          <p:nvPr/>
        </p:nvSpPr>
        <p:spPr>
          <a:xfrm>
            <a:off x="1279525" y="103188"/>
            <a:ext cx="3709988" cy="7000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sz="4000" b="1">
                <a:solidFill>
                  <a:schemeClr val="bg1"/>
                </a:solidFill>
              </a:rPr>
              <a:t>问题引入</a:t>
            </a:r>
            <a:endParaRPr lang="zh-CN" altLang="en-US" sz="4000" b="1">
              <a:solidFill>
                <a:schemeClr val="bg1"/>
              </a:solidFill>
            </a:endParaRPr>
          </a:p>
        </p:txBody>
      </p:sp>
      <p:sp>
        <p:nvSpPr>
          <p:cNvPr id="108548" name="文本框 1"/>
          <p:cNvSpPr/>
          <p:nvPr/>
        </p:nvSpPr>
        <p:spPr>
          <a:xfrm>
            <a:off x="1441450" y="968375"/>
            <a:ext cx="9175750" cy="11064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请分别求出方程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1)(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+2)(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000" b="1" baseline="30000">
                <a:solidFill>
                  <a:srgbClr val="30303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5)=0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自然数解</a:t>
            </a:r>
            <a:r>
              <a:rPr lang="zh-CN" altLang="en-US" sz="3000" b="1">
                <a:solidFill>
                  <a:srgbClr val="0070C0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有理数解</a:t>
            </a:r>
            <a:r>
              <a:rPr lang="zh-CN" altLang="en-US" sz="3000" b="1">
                <a:solidFill>
                  <a:srgbClr val="0070C0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实数解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构成的解集。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49" name="文本框 2"/>
          <p:cNvSpPr/>
          <p:nvPr/>
        </p:nvSpPr>
        <p:spPr>
          <a:xfrm>
            <a:off x="2001838" y="2168525"/>
            <a:ext cx="5999162" cy="6445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{</a:t>
            </a:r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x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∈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N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|(</a:t>
            </a:r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x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-1)(</a:t>
            </a:r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x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+2)(</a:t>
            </a:r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x</a:t>
            </a:r>
            <a:r>
              <a:rPr lang="en-US" altLang="zh-CN" sz="3600" b="1" baseline="30000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2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-5)=0}={1}</a:t>
            </a:r>
            <a:endParaRPr lang="en-US" altLang="zh-CN" sz="36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08550" name="文本框 3"/>
          <p:cNvSpPr/>
          <p:nvPr/>
        </p:nvSpPr>
        <p:spPr>
          <a:xfrm>
            <a:off x="2001838" y="2814638"/>
            <a:ext cx="6519862" cy="6461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{</a:t>
            </a:r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x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∈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Q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|(</a:t>
            </a:r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x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-1)(</a:t>
            </a:r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x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+2)(</a:t>
            </a:r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x</a:t>
            </a:r>
            <a:r>
              <a:rPr lang="en-US" altLang="zh-CN" sz="3600" b="1" baseline="30000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2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-5)=0}={1,-2}</a:t>
            </a:r>
            <a:endParaRPr lang="en-US" altLang="zh-CN" sz="36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08551" name="文本框 5"/>
          <p:cNvSpPr/>
          <p:nvPr/>
        </p:nvSpPr>
        <p:spPr>
          <a:xfrm>
            <a:off x="2001838" y="3481388"/>
            <a:ext cx="5410200" cy="6445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{</a:t>
            </a:r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x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∈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R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|(</a:t>
            </a:r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x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-1)(</a:t>
            </a:r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x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+2)(</a:t>
            </a:r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x</a:t>
            </a:r>
            <a:r>
              <a:rPr lang="en-US" altLang="zh-CN" sz="3600" b="1" baseline="30000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2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-5)=0}=</a:t>
            </a:r>
            <a:endParaRPr lang="en-US" altLang="zh-CN" sz="36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graphicFrame>
        <p:nvGraphicFramePr>
          <p:cNvPr id="108552" name="对象 6"/>
          <p:cNvGraphicFramePr>
            <a:graphicFrameLocks noChangeAspect="1"/>
          </p:cNvGraphicFramePr>
          <p:nvPr/>
        </p:nvGraphicFramePr>
        <p:xfrm>
          <a:off x="7412038" y="3460750"/>
          <a:ext cx="270668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" r:id="rId1" imgW="952500" imgH="241300" progId="Equation.KSEE3">
                  <p:embed/>
                </p:oleObj>
              </mc:Choice>
              <mc:Fallback>
                <p:oleObj name="" r:id="rId1" imgW="952500" imgH="2413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12038" y="3460750"/>
                        <a:ext cx="2706687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3" name="文本框 7"/>
          <p:cNvSpPr/>
          <p:nvPr/>
        </p:nvSpPr>
        <p:spPr>
          <a:xfrm>
            <a:off x="1441450" y="4200525"/>
            <a:ext cx="9569450" cy="6318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3200" b="1">
                <a:solidFill>
                  <a:srgbClr val="0070C0"/>
                </a:solidFill>
                <a:latin typeface="Times New Roman" panose="02020603050405020304" pitchFamily="18" charset="0"/>
              </a:rPr>
              <a:t>可见，在不同的范围研究同一问题，结果可能不同。</a:t>
            </a:r>
            <a:endParaRPr lang="zh-CN" altLang="en-US" sz="3200" b="1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8554" name="图片 3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5" y="-4762"/>
            <a:ext cx="914400" cy="9144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08555" name="文本框 5"/>
          <p:cNvSpPr/>
          <p:nvPr/>
        </p:nvSpPr>
        <p:spPr>
          <a:xfrm>
            <a:off x="1487488" y="4905375"/>
            <a:ext cx="9386887" cy="1106488"/>
          </a:xfrm>
          <a:prstGeom prst="rect">
            <a:avLst/>
          </a:prstGeom>
          <a:noFill/>
          <a:ln w="15875">
            <a:solidFill>
              <a:schemeClr val="accent1"/>
            </a:solidFill>
            <a:round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全集：若一个集合含有所研究问题中涉及的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所有元素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，则称该集合为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全集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，通常记为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。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 fill="hold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 fill="hold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 fill="hold"/>
                                        <p:tgtEl>
                                          <p:spTgt spid="1085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 fill="hold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9" grpId="0"/>
      <p:bldP spid="108550" grpId="0"/>
      <p:bldP spid="108551" grpId="0"/>
      <p:bldP spid="108553" grpId="0"/>
      <p:bldP spid="1085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矩形 1"/>
          <p:cNvSpPr/>
          <p:nvPr/>
        </p:nvSpPr>
        <p:spPr>
          <a:xfrm>
            <a:off x="0" y="-15875"/>
            <a:ext cx="12211050" cy="890588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09571" name="文本框 5"/>
          <p:cNvSpPr/>
          <p:nvPr/>
        </p:nvSpPr>
        <p:spPr>
          <a:xfrm>
            <a:off x="1414463" y="112713"/>
            <a:ext cx="4297362" cy="7000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新知</a:t>
            </a:r>
            <a:r>
              <a:rPr lang="en-US" altLang="zh-CN" sz="4000" b="1">
                <a:solidFill>
                  <a:schemeClr val="bg1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全集与补集</a:t>
            </a:r>
            <a:endParaRPr lang="zh-CN" altLang="en-US" sz="40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09572" name="直接连接符 6"/>
          <p:cNvCxnSpPr/>
          <p:nvPr/>
        </p:nvCxnSpPr>
        <p:spPr>
          <a:xfrm>
            <a:off x="2001838" y="874713"/>
            <a:ext cx="8234362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</p:spPr>
      </p:cxnSp>
      <p:pic>
        <p:nvPicPr>
          <p:cNvPr id="109573" name="图片 7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-4762"/>
            <a:ext cx="792162" cy="792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09574" name="文本框 5"/>
          <p:cNvSpPr/>
          <p:nvPr/>
        </p:nvSpPr>
        <p:spPr>
          <a:xfrm>
            <a:off x="1101725" y="989013"/>
            <a:ext cx="9388475" cy="1106487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全集：若一个集合含有所研究问题中涉及的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所有元素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，则称该集合为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全集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，通常记为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。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5" name="文本占位符 11266"/>
          <p:cNvSpPr>
            <a:spLocks noGrp="1"/>
          </p:cNvSpPr>
          <p:nvPr/>
        </p:nvSpPr>
        <p:spPr>
          <a:xfrm>
            <a:off x="2001838" y="2173288"/>
            <a:ext cx="3467100" cy="5365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0" tIns="0" rIns="0" bIns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</a:rPr>
              <a:t>U={1,2,3,4,5,6,7,8}</a:t>
            </a:r>
            <a:endParaRPr lang="zh-CN" altLang="en-US" sz="3200" b="1">
              <a:solidFill>
                <a:srgbClr val="30303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BA7612"/>
              </a:buClr>
              <a:buSzPct val="70000"/>
              <a:buFont typeface="Wingdings" panose="05000000000000000000" pitchFamily="2" charset="2"/>
            </a:pPr>
            <a:endParaRPr lang="zh-CN" altLang="en-US" sz="32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6" name="文本框 7"/>
          <p:cNvSpPr/>
          <p:nvPr/>
        </p:nvSpPr>
        <p:spPr>
          <a:xfrm>
            <a:off x="1989138" y="2643188"/>
            <a:ext cx="2427287" cy="533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zh-CN" altLang="en-US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={1,3,5,6,8}</a:t>
            </a:r>
            <a:endParaRPr lang="zh-CN" altLang="en-US" sz="32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09577" name="椭圆 24"/>
          <p:cNvSpPr/>
          <p:nvPr/>
        </p:nvSpPr>
        <p:spPr>
          <a:xfrm>
            <a:off x="2894013" y="2151063"/>
            <a:ext cx="415925" cy="417512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303030"/>
              </a:solidFill>
            </a:endParaRPr>
          </a:p>
        </p:txBody>
      </p:sp>
      <p:sp>
        <p:nvSpPr>
          <p:cNvPr id="109578" name="椭圆 25"/>
          <p:cNvSpPr/>
          <p:nvPr/>
        </p:nvSpPr>
        <p:spPr>
          <a:xfrm>
            <a:off x="3513138" y="2151063"/>
            <a:ext cx="415925" cy="417512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303030"/>
              </a:solidFill>
            </a:endParaRPr>
          </a:p>
        </p:txBody>
      </p:sp>
      <p:sp>
        <p:nvSpPr>
          <p:cNvPr id="109579" name="椭圆 26"/>
          <p:cNvSpPr/>
          <p:nvPr/>
        </p:nvSpPr>
        <p:spPr>
          <a:xfrm>
            <a:off x="4416425" y="2151063"/>
            <a:ext cx="417513" cy="417512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303030"/>
              </a:solidFill>
            </a:endParaRPr>
          </a:p>
        </p:txBody>
      </p:sp>
      <p:sp>
        <p:nvSpPr>
          <p:cNvPr id="109580" name="矩形 28"/>
          <p:cNvSpPr/>
          <p:nvPr/>
        </p:nvSpPr>
        <p:spPr>
          <a:xfrm>
            <a:off x="7243763" y="1939925"/>
            <a:ext cx="4008437" cy="24003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303030"/>
              </a:solidFill>
            </a:endParaRPr>
          </a:p>
        </p:txBody>
      </p:sp>
      <p:sp>
        <p:nvSpPr>
          <p:cNvPr id="109581" name="文本框 1"/>
          <p:cNvSpPr/>
          <p:nvPr/>
        </p:nvSpPr>
        <p:spPr>
          <a:xfrm>
            <a:off x="7243763" y="1716088"/>
            <a:ext cx="452437" cy="9715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en-US" altLang="zh-CN" sz="44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U</a:t>
            </a:r>
            <a:endParaRPr lang="en-US" altLang="zh-CN" sz="44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109582" name="组合 4"/>
          <p:cNvGrpSpPr/>
          <p:nvPr/>
        </p:nvGrpSpPr>
        <p:grpSpPr>
          <a:xfrm>
            <a:off x="9209088" y="1914525"/>
            <a:ext cx="1951037" cy="2212975"/>
            <a:chOff x="14342" y="3663"/>
            <a:chExt cx="3072" cy="3485"/>
          </a:xfrm>
        </p:grpSpPr>
        <p:sp>
          <p:nvSpPr>
            <p:cNvPr id="109604" name="椭圆 16"/>
            <p:cNvSpPr/>
            <p:nvPr/>
          </p:nvSpPr>
          <p:spPr>
            <a:xfrm>
              <a:off x="14342" y="3981"/>
              <a:ext cx="3072" cy="316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2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marR="0" lvl="0" indent="0" algn="ctr" eaLnBrk="1" hangingPunct="1"/>
              <a:endParaRPr lang="en-US" altLang="en-US">
                <a:solidFill>
                  <a:srgbClr val="303030"/>
                </a:solidFill>
              </a:endParaRPr>
            </a:p>
          </p:txBody>
        </p:sp>
        <p:sp>
          <p:nvSpPr>
            <p:cNvPr id="109605" name="文本框 2"/>
            <p:cNvSpPr/>
            <p:nvPr/>
          </p:nvSpPr>
          <p:spPr>
            <a:xfrm>
              <a:off x="15634" y="3663"/>
              <a:ext cx="747" cy="140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30000"/>
                </a:lnSpc>
              </a:pPr>
              <a:r>
                <a:rPr lang="en-US" altLang="zh-CN" sz="4000" b="1" i="1">
                  <a:solidFill>
                    <a:srgbClr val="303030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A</a:t>
              </a:r>
              <a:endParaRPr lang="en-US" altLang="zh-CN" sz="40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109606" name="文本框 29"/>
            <p:cNvSpPr/>
            <p:nvPr/>
          </p:nvSpPr>
          <p:spPr>
            <a:xfrm>
              <a:off x="14957" y="4980"/>
              <a:ext cx="2324" cy="171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</a:pPr>
              <a:r>
                <a:rPr lang="zh-CN" altLang="en-US" sz="36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1  3  5</a:t>
              </a:r>
              <a:endParaRPr lang="zh-CN" altLang="en-US" sz="36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endParaRPr>
            </a:p>
            <a:p>
              <a:pPr marL="0" lvl="0" indent="0" eaLnBrk="1" hangingPunct="1">
                <a:lnSpc>
                  <a:spcPct val="90000"/>
                </a:lnSpc>
              </a:pPr>
              <a:r>
                <a:rPr lang="zh-CN" altLang="en-US" sz="36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6  8</a:t>
              </a:r>
              <a:endParaRPr lang="zh-CN" altLang="en-US" sz="36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endParaRPr>
            </a:p>
          </p:txBody>
        </p:sp>
      </p:grpSp>
      <p:sp>
        <p:nvSpPr>
          <p:cNvPr id="109583" name="文本框 30"/>
          <p:cNvSpPr/>
          <p:nvPr/>
        </p:nvSpPr>
        <p:spPr>
          <a:xfrm>
            <a:off x="7473950" y="2709863"/>
            <a:ext cx="1735138" cy="58896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en-US" sz="36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2  4  7</a:t>
            </a:r>
            <a:endParaRPr lang="en-US" altLang="en-US" sz="36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09584" name="文本框 27"/>
          <p:cNvSpPr/>
          <p:nvPr/>
        </p:nvSpPr>
        <p:spPr>
          <a:xfrm>
            <a:off x="2613025" y="3178175"/>
            <a:ext cx="1316038" cy="533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{</a:t>
            </a:r>
            <a:r>
              <a:rPr lang="en-US" altLang="en-US" sz="32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zh-CN" altLang="en-US" sz="32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,</a:t>
            </a:r>
            <a:r>
              <a:rPr lang="en-US" altLang="en-US" sz="32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4</a:t>
            </a:r>
            <a:r>
              <a:rPr lang="zh-CN" altLang="en-US" sz="32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,</a:t>
            </a:r>
            <a:r>
              <a:rPr lang="en-US" altLang="en-US" sz="32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7</a:t>
            </a:r>
            <a:r>
              <a:rPr lang="zh-CN" altLang="en-US" sz="32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</a:t>
            </a:r>
            <a:endParaRPr lang="zh-CN" altLang="en-US" sz="3200" b="1">
              <a:solidFill>
                <a:srgbClr val="0070C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grpSp>
        <p:nvGrpSpPr>
          <p:cNvPr id="109585" name="组合 5"/>
          <p:cNvGrpSpPr/>
          <p:nvPr/>
        </p:nvGrpSpPr>
        <p:grpSpPr>
          <a:xfrm>
            <a:off x="2616200" y="3754438"/>
            <a:ext cx="3016250" cy="584200"/>
            <a:chOff x="623" y="7172"/>
            <a:chExt cx="4750" cy="919"/>
          </a:xfrm>
        </p:grpSpPr>
        <p:sp>
          <p:nvSpPr>
            <p:cNvPr id="109602" name="文本框 17"/>
            <p:cNvSpPr/>
            <p:nvPr/>
          </p:nvSpPr>
          <p:spPr>
            <a:xfrm>
              <a:off x="623" y="7172"/>
              <a:ext cx="4750" cy="919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/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{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|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U,</a:t>
              </a:r>
              <a:r>
                <a:rPr lang="zh-CN" altLang="en-US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且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A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}</a:t>
              </a:r>
              <a:endPara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endParaRPr>
            </a:p>
          </p:txBody>
        </p:sp>
        <p:cxnSp>
          <p:nvCxnSpPr>
            <p:cNvPr id="109603" name="直接连接符 7"/>
            <p:cNvCxnSpPr/>
            <p:nvPr/>
          </p:nvCxnSpPr>
          <p:spPr>
            <a:xfrm flipH="1">
              <a:off x="4323" y="7304"/>
              <a:ext cx="145" cy="56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</p:cxnSp>
      </p:grpSp>
      <p:sp>
        <p:nvSpPr>
          <p:cNvPr id="109586" name="文本框 40"/>
          <p:cNvSpPr/>
          <p:nvPr/>
        </p:nvSpPr>
        <p:spPr>
          <a:xfrm>
            <a:off x="1646238" y="3640138"/>
            <a:ext cx="1295400" cy="7683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4400">
                <a:solidFill>
                  <a:srgbClr val="303030"/>
                </a:solidFill>
                <a:latin typeface="Agency FB" panose="020B0503020202020204" pitchFamily="34" charset="0"/>
              </a:rPr>
              <a:t>C</a:t>
            </a:r>
            <a:r>
              <a:rPr lang="en-US" altLang="zh-CN" sz="3200" b="1" baseline="-25000">
                <a:solidFill>
                  <a:srgbClr val="30303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=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109587" name="组合 41"/>
          <p:cNvGrpSpPr/>
          <p:nvPr/>
        </p:nvGrpSpPr>
        <p:grpSpPr>
          <a:xfrm>
            <a:off x="7308850" y="3468688"/>
            <a:ext cx="912813" cy="890587"/>
            <a:chOff x="7319" y="8351"/>
            <a:chExt cx="1438" cy="1404"/>
          </a:xfrm>
        </p:grpSpPr>
        <p:sp>
          <p:nvSpPr>
            <p:cNvPr id="109600" name="文本框 110"/>
            <p:cNvSpPr/>
            <p:nvPr/>
          </p:nvSpPr>
          <p:spPr>
            <a:xfrm>
              <a:off x="7319" y="8572"/>
              <a:ext cx="609" cy="111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/>
              <a:r>
                <a:rPr lang="en-US" altLang="zh-CN" sz="4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∁</a:t>
              </a:r>
              <a:endParaRPr lang="en-US" altLang="zh-CN" sz="4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601" name="文本框 40"/>
            <p:cNvSpPr/>
            <p:nvPr/>
          </p:nvSpPr>
          <p:spPr>
            <a:xfrm>
              <a:off x="7672" y="8351"/>
              <a:ext cx="1085" cy="140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130000"/>
                </a:lnSpc>
              </a:pPr>
              <a:r>
                <a:rPr lang="en-US" altLang="zh-CN" sz="3200" b="1" baseline="-2500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U</a:t>
              </a:r>
              <a:r>
                <a:rPr lang="en-US" altLang="zh-CN" sz="4000" b="1" i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A</a:t>
              </a:r>
              <a:endParaRPr lang="en-US" altLang="zh-CN" sz="4000" b="1" i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</p:grpSp>
      <p:sp>
        <p:nvSpPr>
          <p:cNvPr id="109588" name="文本框 5"/>
          <p:cNvSpPr/>
          <p:nvPr/>
        </p:nvSpPr>
        <p:spPr>
          <a:xfrm>
            <a:off x="185738" y="4614863"/>
            <a:ext cx="9388475" cy="1106487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补集：由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全集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中不属于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的所有元素组成的集合，称为</a:t>
            </a:r>
            <a:r>
              <a:rPr lang="zh-CN" altLang="en-US" sz="3000" b="1" u="sng">
                <a:solidFill>
                  <a:srgbClr val="303030"/>
                </a:solidFill>
                <a:latin typeface="Times New Roman" panose="02020603050405020304" pitchFamily="18" charset="0"/>
              </a:rPr>
              <a:t>集合</a:t>
            </a:r>
            <a:r>
              <a:rPr lang="en-US" altLang="zh-CN" sz="3000" b="1" i="1" u="sng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 u="sng">
                <a:solidFill>
                  <a:srgbClr val="303030"/>
                </a:solidFill>
                <a:latin typeface="Times New Roman" panose="02020603050405020304" pitchFamily="18" charset="0"/>
              </a:rPr>
              <a:t>相对于全集</a:t>
            </a:r>
            <a:r>
              <a:rPr lang="en-US" altLang="zh-CN" sz="3000" b="1" i="1" u="sng">
                <a:solidFill>
                  <a:srgbClr val="303030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3000" b="1" u="sng">
                <a:solidFill>
                  <a:srgbClr val="303030"/>
                </a:solidFill>
                <a:latin typeface="Times New Roman" panose="02020603050405020304" pitchFamily="18" charset="0"/>
              </a:rPr>
              <a:t>的补集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，简称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集合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的补集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。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9589" name="组合 12"/>
          <p:cNvGrpSpPr/>
          <p:nvPr/>
        </p:nvGrpSpPr>
        <p:grpSpPr>
          <a:xfrm>
            <a:off x="2428875" y="5807075"/>
            <a:ext cx="3867150" cy="706438"/>
            <a:chOff x="-718" y="7172"/>
            <a:chExt cx="6091" cy="1113"/>
          </a:xfrm>
        </p:grpSpPr>
        <p:sp>
          <p:nvSpPr>
            <p:cNvPr id="109598" name="文本框 17"/>
            <p:cNvSpPr/>
            <p:nvPr/>
          </p:nvSpPr>
          <p:spPr>
            <a:xfrm>
              <a:off x="-718" y="7172"/>
              <a:ext cx="6091" cy="111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/>
              <a:r>
                <a:rPr lang="en-US" altLang="zh-CN" sz="4000">
                  <a:solidFill>
                    <a:srgbClr val="FF0000"/>
                  </a:solidFill>
                  <a:latin typeface="Agency FB" panose="020B0503020202020204" pitchFamily="34" charset="0"/>
                  <a:sym typeface="黑体" panose="02010609060101010101" pitchFamily="49" charset="-122"/>
                </a:rPr>
                <a:t>C</a:t>
              </a:r>
              <a:r>
                <a:rPr lang="en-US" altLang="zh-CN" sz="3200" b="1" baseline="-25000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U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A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=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{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|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U,</a:t>
              </a:r>
              <a:r>
                <a:rPr lang="zh-CN" altLang="en-US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且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A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}</a:t>
              </a:r>
              <a:endPara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endParaRPr>
            </a:p>
          </p:txBody>
        </p:sp>
        <p:cxnSp>
          <p:nvCxnSpPr>
            <p:cNvPr id="109599" name="直接连接符 14"/>
            <p:cNvCxnSpPr/>
            <p:nvPr/>
          </p:nvCxnSpPr>
          <p:spPr>
            <a:xfrm flipH="1">
              <a:off x="4405" y="7487"/>
              <a:ext cx="143" cy="5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</p:cxnSp>
      </p:grpSp>
      <p:grpSp>
        <p:nvGrpSpPr>
          <p:cNvPr id="109590" name="组合 33"/>
          <p:cNvGrpSpPr/>
          <p:nvPr/>
        </p:nvGrpSpPr>
        <p:grpSpPr>
          <a:xfrm>
            <a:off x="9209088" y="4767263"/>
            <a:ext cx="2728912" cy="1941512"/>
            <a:chOff x="14502" y="7508"/>
            <a:chExt cx="4298" cy="3056"/>
          </a:xfrm>
        </p:grpSpPr>
        <p:sp>
          <p:nvSpPr>
            <p:cNvPr id="109591" name="矩形 20"/>
            <p:cNvSpPr/>
            <p:nvPr/>
          </p:nvSpPr>
          <p:spPr>
            <a:xfrm>
              <a:off x="14502" y="7508"/>
              <a:ext cx="4298" cy="305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marR="0" lvl="0" indent="0" algn="ctr" eaLnBrk="1" hangingPunct="1"/>
              <a:endParaRPr lang="en-US" altLang="en-US">
                <a:solidFill>
                  <a:srgbClr val="303030"/>
                </a:solidFill>
              </a:endParaRPr>
            </a:p>
          </p:txBody>
        </p:sp>
        <p:grpSp>
          <p:nvGrpSpPr>
            <p:cNvPr id="109592" name="组合 21"/>
            <p:cNvGrpSpPr/>
            <p:nvPr/>
          </p:nvGrpSpPr>
          <p:grpSpPr>
            <a:xfrm>
              <a:off x="16541" y="8018"/>
              <a:ext cx="2023" cy="2036"/>
              <a:chOff x="14965" y="4683"/>
              <a:chExt cx="2449" cy="2465"/>
            </a:xfrm>
          </p:grpSpPr>
          <p:sp>
            <p:nvSpPr>
              <p:cNvPr id="109596" name="椭圆 22"/>
              <p:cNvSpPr/>
              <p:nvPr/>
            </p:nvSpPr>
            <p:spPr>
              <a:xfrm>
                <a:off x="14966" y="4683"/>
                <a:ext cx="2449" cy="246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marR="0" lvl="0" indent="0" algn="ctr" eaLnBrk="1" hangingPunct="1"/>
                <a:endParaRPr lang="en-US" altLang="en-US">
                  <a:solidFill>
                    <a:srgbClr val="303030"/>
                  </a:solidFill>
                </a:endParaRPr>
              </a:p>
            </p:txBody>
          </p:sp>
          <p:sp>
            <p:nvSpPr>
              <p:cNvPr id="109597" name="文本框 2"/>
              <p:cNvSpPr/>
              <p:nvPr/>
            </p:nvSpPr>
            <p:spPr>
              <a:xfrm>
                <a:off x="15816" y="4894"/>
                <a:ext cx="747" cy="1700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</a:pPr>
                <a:r>
                  <a:rPr lang="en-US" altLang="zh-CN" sz="4000" b="1" i="1">
                    <a:solidFill>
                      <a:srgbClr val="303030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A</a:t>
                </a:r>
                <a:endParaRPr lang="en-US" altLang="zh-CN" sz="4000" b="1" i="1">
                  <a:solidFill>
                    <a:srgbClr val="303030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09593" name="组合 41"/>
            <p:cNvGrpSpPr/>
            <p:nvPr/>
          </p:nvGrpSpPr>
          <p:grpSpPr>
            <a:xfrm>
              <a:off x="14502" y="9114"/>
              <a:ext cx="1438" cy="1404"/>
              <a:chOff x="7319" y="8351"/>
              <a:chExt cx="1438" cy="1404"/>
            </a:xfrm>
          </p:grpSpPr>
          <p:sp>
            <p:nvSpPr>
              <p:cNvPr id="109594" name="文本框 110"/>
              <p:cNvSpPr/>
              <p:nvPr/>
            </p:nvSpPr>
            <p:spPr>
              <a:xfrm>
                <a:off x="7319" y="8572"/>
                <a:ext cx="609" cy="1113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/>
                <a:r>
                  <a:rPr lang="en-US" altLang="zh-CN" sz="40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∁</a:t>
                </a:r>
                <a:endParaRPr lang="en-US" altLang="zh-CN" sz="4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595" name="文本框 40"/>
              <p:cNvSpPr/>
              <p:nvPr/>
            </p:nvSpPr>
            <p:spPr>
              <a:xfrm>
                <a:off x="7672" y="8351"/>
                <a:ext cx="1085" cy="1404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</a:pPr>
                <a:r>
                  <a:rPr lang="en-US" altLang="zh-CN" sz="3200" b="1" baseline="-250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U</a:t>
                </a:r>
                <a:r>
                  <a:rPr lang="en-US" altLang="zh-CN" sz="4000" b="1" i="1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A</a:t>
                </a:r>
                <a:endParaRPr lang="en-US" altLang="zh-CN" sz="4000" b="1" i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</p:grp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9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9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9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9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 fill="hold"/>
                                        <p:tgtEl>
                                          <p:spTgt spid="1095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9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9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9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9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7" grpId="0"/>
      <p:bldP spid="109578" grpId="0"/>
      <p:bldP spid="109579" grpId="0"/>
      <p:bldP spid="109580" grpId="0"/>
      <p:bldP spid="109581" grpId="0"/>
      <p:bldP spid="109581" grpId="1"/>
      <p:bldP spid="109583" grpId="0"/>
      <p:bldP spid="109584" grpId="0"/>
      <p:bldP spid="109586" grpId="0"/>
      <p:bldP spid="10958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矩形 1"/>
          <p:cNvSpPr/>
          <p:nvPr/>
        </p:nvSpPr>
        <p:spPr>
          <a:xfrm>
            <a:off x="0" y="-15875"/>
            <a:ext cx="12211050" cy="890588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10595" name="文本框 5"/>
          <p:cNvSpPr/>
          <p:nvPr/>
        </p:nvSpPr>
        <p:spPr>
          <a:xfrm>
            <a:off x="1414463" y="112713"/>
            <a:ext cx="4297362" cy="7000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新知</a:t>
            </a:r>
            <a:r>
              <a:rPr lang="en-US" altLang="zh-CN" sz="4000" b="1">
                <a:solidFill>
                  <a:schemeClr val="bg1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全集与补集</a:t>
            </a:r>
            <a:endParaRPr lang="zh-CN" altLang="en-US" sz="40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0596" name="图片 7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-4762"/>
            <a:ext cx="792162" cy="792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grpSp>
        <p:nvGrpSpPr>
          <p:cNvPr id="110597" name="组合 33"/>
          <p:cNvGrpSpPr/>
          <p:nvPr/>
        </p:nvGrpSpPr>
        <p:grpSpPr>
          <a:xfrm>
            <a:off x="3562350" y="2781300"/>
            <a:ext cx="2771775" cy="1787525"/>
            <a:chOff x="14436" y="7508"/>
            <a:chExt cx="4364" cy="2814"/>
          </a:xfrm>
        </p:grpSpPr>
        <p:sp>
          <p:nvSpPr>
            <p:cNvPr id="110615" name="矩形 20"/>
            <p:cNvSpPr/>
            <p:nvPr/>
          </p:nvSpPr>
          <p:spPr>
            <a:xfrm>
              <a:off x="14501" y="7508"/>
              <a:ext cx="4299" cy="276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marR="0" lvl="0" indent="0" algn="ctr" eaLnBrk="1" hangingPunct="1"/>
              <a:endParaRPr lang="en-US" altLang="en-US">
                <a:solidFill>
                  <a:srgbClr val="303030"/>
                </a:solidFill>
              </a:endParaRPr>
            </a:p>
          </p:txBody>
        </p:sp>
        <p:grpSp>
          <p:nvGrpSpPr>
            <p:cNvPr id="110616" name="组合 21"/>
            <p:cNvGrpSpPr/>
            <p:nvPr/>
          </p:nvGrpSpPr>
          <p:grpSpPr>
            <a:xfrm>
              <a:off x="16541" y="7874"/>
              <a:ext cx="2023" cy="2036"/>
              <a:chOff x="14965" y="4509"/>
              <a:chExt cx="2449" cy="2465"/>
            </a:xfrm>
          </p:grpSpPr>
          <p:sp>
            <p:nvSpPr>
              <p:cNvPr id="110620" name="椭圆 22"/>
              <p:cNvSpPr/>
              <p:nvPr/>
            </p:nvSpPr>
            <p:spPr>
              <a:xfrm>
                <a:off x="14964" y="4508"/>
                <a:ext cx="2451" cy="246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marR="0" lvl="0" indent="0" algn="ctr" eaLnBrk="1" hangingPunct="1"/>
                <a:endParaRPr lang="en-US" altLang="en-US">
                  <a:solidFill>
                    <a:srgbClr val="303030"/>
                  </a:solidFill>
                </a:endParaRPr>
              </a:p>
            </p:txBody>
          </p:sp>
          <p:sp>
            <p:nvSpPr>
              <p:cNvPr id="110621" name="文本框 2"/>
              <p:cNvSpPr/>
              <p:nvPr/>
            </p:nvSpPr>
            <p:spPr>
              <a:xfrm>
                <a:off x="15816" y="4583"/>
                <a:ext cx="747" cy="1700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</a:pPr>
                <a:r>
                  <a:rPr lang="en-US" altLang="zh-CN" sz="4000" b="1" i="1">
                    <a:solidFill>
                      <a:srgbClr val="303030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A</a:t>
                </a:r>
                <a:endParaRPr lang="en-US" altLang="zh-CN" sz="4000" b="1" i="1">
                  <a:solidFill>
                    <a:srgbClr val="303030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10617" name="组合 41"/>
            <p:cNvGrpSpPr/>
            <p:nvPr/>
          </p:nvGrpSpPr>
          <p:grpSpPr>
            <a:xfrm>
              <a:off x="14436" y="8918"/>
              <a:ext cx="1438" cy="1404"/>
              <a:chOff x="7253" y="8155"/>
              <a:chExt cx="1438" cy="1404"/>
            </a:xfrm>
          </p:grpSpPr>
          <p:sp>
            <p:nvSpPr>
              <p:cNvPr id="110618" name="文本框 110"/>
              <p:cNvSpPr/>
              <p:nvPr/>
            </p:nvSpPr>
            <p:spPr>
              <a:xfrm>
                <a:off x="7253" y="8376"/>
                <a:ext cx="609" cy="1113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/>
                <a:r>
                  <a:rPr lang="en-US" altLang="zh-CN" sz="40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∁</a:t>
                </a:r>
                <a:endParaRPr lang="en-US" altLang="zh-CN" sz="4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19" name="文本框 40"/>
              <p:cNvSpPr/>
              <p:nvPr/>
            </p:nvSpPr>
            <p:spPr>
              <a:xfrm>
                <a:off x="7606" y="8155"/>
                <a:ext cx="1085" cy="1404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</a:pPr>
                <a:r>
                  <a:rPr lang="en-US" altLang="zh-CN" sz="3200" b="1" baseline="-250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U</a:t>
                </a:r>
                <a:r>
                  <a:rPr lang="en-US" altLang="zh-CN" sz="4000" b="1" i="1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A</a:t>
                </a:r>
                <a:endParaRPr lang="en-US" altLang="zh-CN" sz="4000" b="1" i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10598" name="文本框 5"/>
          <p:cNvSpPr/>
          <p:nvPr/>
        </p:nvSpPr>
        <p:spPr>
          <a:xfrm>
            <a:off x="1255713" y="2065338"/>
            <a:ext cx="2916237" cy="598487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符号语言：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9" name="文本框 5"/>
          <p:cNvSpPr/>
          <p:nvPr/>
        </p:nvSpPr>
        <p:spPr>
          <a:xfrm>
            <a:off x="1255713" y="2851150"/>
            <a:ext cx="2916237" cy="60007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图形语言：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600" name="文本框 5"/>
          <p:cNvSpPr/>
          <p:nvPr/>
        </p:nvSpPr>
        <p:spPr>
          <a:xfrm>
            <a:off x="1255713" y="4794250"/>
            <a:ext cx="2916237" cy="598488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(3)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性质：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0601" name="组合 36"/>
          <p:cNvGrpSpPr/>
          <p:nvPr/>
        </p:nvGrpSpPr>
        <p:grpSpPr>
          <a:xfrm>
            <a:off x="3562350" y="2044700"/>
            <a:ext cx="3867150" cy="706438"/>
            <a:chOff x="-718" y="7172"/>
            <a:chExt cx="6091" cy="1113"/>
          </a:xfrm>
        </p:grpSpPr>
        <p:sp>
          <p:nvSpPr>
            <p:cNvPr id="110613" name="文本框 17"/>
            <p:cNvSpPr/>
            <p:nvPr/>
          </p:nvSpPr>
          <p:spPr>
            <a:xfrm>
              <a:off x="-718" y="7172"/>
              <a:ext cx="6091" cy="111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/>
              <a:r>
                <a:rPr lang="en-US" altLang="zh-CN" sz="4000">
                  <a:solidFill>
                    <a:srgbClr val="FF0000"/>
                  </a:solidFill>
                  <a:latin typeface="Agency FB" panose="020B0503020202020204" pitchFamily="34" charset="0"/>
                  <a:sym typeface="黑体" panose="02010609060101010101" pitchFamily="49" charset="-122"/>
                </a:rPr>
                <a:t>C</a:t>
              </a:r>
              <a:r>
                <a:rPr lang="en-US" altLang="zh-CN" sz="3200" b="1" baseline="-25000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U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A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sym typeface="黑体" panose="02010609060101010101" pitchFamily="49" charset="-122"/>
                </a:rPr>
                <a:t>=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{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|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U,</a:t>
              </a:r>
              <a:r>
                <a:rPr lang="zh-CN" altLang="en-US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且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A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}</a:t>
              </a:r>
              <a:endPara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endParaRPr>
            </a:p>
          </p:txBody>
        </p:sp>
        <p:cxnSp>
          <p:nvCxnSpPr>
            <p:cNvPr id="110614" name="直接连接符 38"/>
            <p:cNvCxnSpPr/>
            <p:nvPr/>
          </p:nvCxnSpPr>
          <p:spPr>
            <a:xfrm flipH="1">
              <a:off x="4405" y="7487"/>
              <a:ext cx="143" cy="5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</p:cxnSp>
      </p:grpSp>
      <p:sp>
        <p:nvSpPr>
          <p:cNvPr id="110602" name="文本框 39"/>
          <p:cNvSpPr/>
          <p:nvPr/>
        </p:nvSpPr>
        <p:spPr>
          <a:xfrm>
            <a:off x="2760663" y="4794250"/>
            <a:ext cx="3057525" cy="6445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①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40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=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___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10603" name="文本框 40"/>
          <p:cNvSpPr/>
          <p:nvPr/>
        </p:nvSpPr>
        <p:spPr>
          <a:xfrm>
            <a:off x="3197225" y="5392738"/>
            <a:ext cx="2535238" cy="6461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40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=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___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10604" name="文本框 42"/>
          <p:cNvSpPr/>
          <p:nvPr/>
        </p:nvSpPr>
        <p:spPr>
          <a:xfrm>
            <a:off x="5981700" y="4794250"/>
            <a:ext cx="2786063" cy="6445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②</a:t>
            </a:r>
            <a:r>
              <a:rPr lang="en-US" altLang="zh-CN" sz="40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40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=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___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10605" name="文本框 7"/>
          <p:cNvSpPr/>
          <p:nvPr/>
        </p:nvSpPr>
        <p:spPr>
          <a:xfrm>
            <a:off x="5127625" y="4794250"/>
            <a:ext cx="604838" cy="533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0606" name="文本框 7"/>
          <p:cNvSpPr/>
          <p:nvPr/>
        </p:nvSpPr>
        <p:spPr>
          <a:xfrm>
            <a:off x="5062538" y="5427663"/>
            <a:ext cx="604837" cy="5349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Ø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0607" name="文本框 7"/>
          <p:cNvSpPr/>
          <p:nvPr/>
        </p:nvSpPr>
        <p:spPr>
          <a:xfrm>
            <a:off x="8096250" y="4794250"/>
            <a:ext cx="603250" cy="533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endParaRPr lang="en-US" altLang="zh-CN" sz="3200" b="1" i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0608" name="文本框 46"/>
          <p:cNvSpPr/>
          <p:nvPr/>
        </p:nvSpPr>
        <p:spPr>
          <a:xfrm>
            <a:off x="6405563" y="5392738"/>
            <a:ext cx="2362200" cy="6461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40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=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___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10609" name="文本框 7"/>
          <p:cNvSpPr/>
          <p:nvPr/>
        </p:nvSpPr>
        <p:spPr>
          <a:xfrm>
            <a:off x="7429500" y="5427663"/>
            <a:ext cx="604838" cy="5349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Ø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0610" name="文本框 48"/>
          <p:cNvSpPr/>
          <p:nvPr/>
        </p:nvSpPr>
        <p:spPr>
          <a:xfrm>
            <a:off x="6396038" y="6038850"/>
            <a:ext cx="3346450" cy="6445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40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Ø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=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___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10611" name="文本框 7"/>
          <p:cNvSpPr/>
          <p:nvPr/>
        </p:nvSpPr>
        <p:spPr>
          <a:xfrm>
            <a:off x="7429500" y="6057900"/>
            <a:ext cx="604838" cy="533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0612" name="文本框 5"/>
          <p:cNvSpPr/>
          <p:nvPr/>
        </p:nvSpPr>
        <p:spPr>
          <a:xfrm>
            <a:off x="925513" y="1006475"/>
            <a:ext cx="9388475" cy="1106488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补集：由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全集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中不属于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的所有元素组成的集合，称为</a:t>
            </a:r>
            <a:r>
              <a:rPr lang="zh-CN" altLang="en-US" sz="3000" b="1" u="sng">
                <a:solidFill>
                  <a:srgbClr val="303030"/>
                </a:solidFill>
                <a:latin typeface="Times New Roman" panose="02020603050405020304" pitchFamily="18" charset="0"/>
              </a:rPr>
              <a:t>集合</a:t>
            </a:r>
            <a:r>
              <a:rPr lang="en-US" altLang="zh-CN" sz="3000" b="1" i="1" u="sng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 u="sng">
                <a:solidFill>
                  <a:srgbClr val="303030"/>
                </a:solidFill>
                <a:latin typeface="Times New Roman" panose="02020603050405020304" pitchFamily="18" charset="0"/>
              </a:rPr>
              <a:t>相对于全集</a:t>
            </a:r>
            <a:r>
              <a:rPr lang="en-US" altLang="zh-CN" sz="3000" b="1" i="1" u="sng">
                <a:solidFill>
                  <a:srgbClr val="303030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3000" b="1" u="sng">
                <a:solidFill>
                  <a:srgbClr val="303030"/>
                </a:solidFill>
                <a:latin typeface="Times New Roman" panose="02020603050405020304" pitchFamily="18" charset="0"/>
              </a:rPr>
              <a:t>的补集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，简称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集合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>
                <a:solidFill>
                  <a:srgbClr val="FF0000"/>
                </a:solidFill>
                <a:latin typeface="Times New Roman" panose="02020603050405020304" pitchFamily="18" charset="0"/>
              </a:rPr>
              <a:t>的补集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。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5" grpId="0"/>
      <p:bldP spid="110606" grpId="0"/>
      <p:bldP spid="110607" grpId="0"/>
      <p:bldP spid="110609" grpId="0"/>
      <p:bldP spid="110611" grpId="0"/>
      <p:bldP spid="1106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文本占位符 11266"/>
          <p:cNvSpPr>
            <a:spLocks noGrp="1"/>
          </p:cNvSpPr>
          <p:nvPr/>
        </p:nvSpPr>
        <p:spPr>
          <a:xfrm>
            <a:off x="523875" y="1049338"/>
            <a:ext cx="11558588" cy="66516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0" tIns="0" rIns="0" bIns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</a:rPr>
              <a:t>[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</a:rPr>
              <a:t>练习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</a:rPr>
              <a:t>①若全集U={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</a:rPr>
              <a:t>0,3,6,9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</a:rPr>
              <a:t>}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1" baseline="30000">
                <a:solidFill>
                  <a:srgbClr val="30303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</a:rPr>
              <a:t>ax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</a:rPr>
              <a:t>=0},</a:t>
            </a:r>
            <a:r>
              <a:rPr lang="en-US" altLang="zh-CN" sz="3600">
                <a:solidFill>
                  <a:srgbClr val="303030"/>
                </a:solidFill>
                <a:latin typeface="Agency FB" panose="020B0503020202020204" pitchFamily="34" charset="0"/>
              </a:rPr>
              <a:t>C</a:t>
            </a:r>
            <a:r>
              <a:rPr lang="en-US" altLang="zh-CN" sz="3200" b="1" baseline="-25000">
                <a:solidFill>
                  <a:srgbClr val="30303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</a:rPr>
              <a:t>M=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</a:rPr>
              <a:t>{6,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9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</a:rPr>
              <a:t>},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</a:rPr>
              <a:t>=____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</a:rPr>
              <a:t>.</a:t>
            </a:r>
            <a:endParaRPr lang="en-US" altLang="zh-CN" sz="3200" b="1" i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19" name="文本占位符 11266"/>
          <p:cNvSpPr>
            <a:spLocks noGrp="1"/>
          </p:cNvSpPr>
          <p:nvPr/>
        </p:nvSpPr>
        <p:spPr>
          <a:xfrm>
            <a:off x="1595438" y="2238375"/>
            <a:ext cx="8234362" cy="7239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0" tIns="0" rIns="0" bIns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②若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&gt;1}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，则</a:t>
            </a:r>
            <a:r>
              <a:rPr lang="en-US" altLang="zh-CN" sz="3600">
                <a:solidFill>
                  <a:srgbClr val="303030"/>
                </a:solidFill>
                <a:latin typeface="Agency FB" panose="020B0503020202020204" pitchFamily="34" charset="0"/>
              </a:rPr>
              <a:t>C</a:t>
            </a:r>
            <a:r>
              <a:rPr lang="en-US" altLang="zh-CN" sz="3000" b="1" baseline="-25000">
                <a:solidFill>
                  <a:srgbClr val="30303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A=__________.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20" name="文本占位符 11266"/>
          <p:cNvSpPr>
            <a:spLocks noGrp="1"/>
          </p:cNvSpPr>
          <p:nvPr/>
        </p:nvSpPr>
        <p:spPr>
          <a:xfrm>
            <a:off x="1595438" y="3078163"/>
            <a:ext cx="8234362" cy="5730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0" tIns="0" rIns="0" bIns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spcBef>
                <a:spcPts val="600"/>
              </a:spcBef>
              <a:spcAft>
                <a:spcPts val="600"/>
              </a:spcAft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③若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|1&lt;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000" b="1">
                <a:solidFill>
                  <a:srgbClr val="303030"/>
                </a:solidFill>
                <a:latin typeface="黑体" panose="02010609060101010101" pitchFamily="49" charset="-122"/>
              </a:rPr>
              <a:t>≤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3}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，则</a:t>
            </a:r>
            <a:r>
              <a:rPr lang="en-US" altLang="zh-CN" sz="3600">
                <a:solidFill>
                  <a:srgbClr val="303030"/>
                </a:solidFill>
                <a:latin typeface="Agency FB" panose="020B0503020202020204" pitchFamily="34" charset="0"/>
              </a:rPr>
              <a:t>C</a:t>
            </a:r>
            <a:r>
              <a:rPr lang="en-US" altLang="zh-CN" sz="3000" b="1" baseline="-25000">
                <a:solidFill>
                  <a:srgbClr val="30303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B=________________.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21" name="文本框 7"/>
          <p:cNvSpPr/>
          <p:nvPr/>
        </p:nvSpPr>
        <p:spPr>
          <a:xfrm>
            <a:off x="10975975" y="1049338"/>
            <a:ext cx="603250" cy="58896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-3</a:t>
            </a:r>
            <a:endParaRPr lang="en-US" altLang="zh-CN" sz="36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1622" name="文本框 7"/>
          <p:cNvSpPr/>
          <p:nvPr/>
        </p:nvSpPr>
        <p:spPr>
          <a:xfrm>
            <a:off x="5630863" y="2238375"/>
            <a:ext cx="1789112" cy="58896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{</a:t>
            </a:r>
            <a:r>
              <a:rPr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|</a:t>
            </a:r>
            <a:r>
              <a:rPr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en-US" altLang="zh-CN" sz="3600" b="1">
                <a:solidFill>
                  <a:srgbClr val="FF0000"/>
                </a:solidFill>
                <a:latin typeface="黑体" panose="02010609060101010101" pitchFamily="49" charset="-122"/>
                <a:sym typeface="黑体" panose="02010609060101010101" pitchFamily="49" charset="-122"/>
              </a:rPr>
              <a:t>≤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</a:t>
            </a: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1623" name="文本框 7"/>
          <p:cNvSpPr/>
          <p:nvPr/>
        </p:nvSpPr>
        <p:spPr>
          <a:xfrm>
            <a:off x="6242050" y="2962275"/>
            <a:ext cx="2965450" cy="58896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{</a:t>
            </a:r>
            <a:r>
              <a:rPr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|</a:t>
            </a:r>
            <a:r>
              <a:rPr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en-US" altLang="zh-CN" sz="3600" b="1">
                <a:solidFill>
                  <a:srgbClr val="FF0000"/>
                </a:solidFill>
                <a:latin typeface="黑体" panose="02010609060101010101" pitchFamily="49" charset="-122"/>
              </a:rPr>
              <a:t>≤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</a:rPr>
              <a:t>x&gt;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</a:t>
            </a:r>
            <a:endParaRPr lang="zh-CN" altLang="en-US" sz="36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1624" name="矩形 5"/>
          <p:cNvSpPr/>
          <p:nvPr/>
        </p:nvSpPr>
        <p:spPr>
          <a:xfrm>
            <a:off x="0" y="-15875"/>
            <a:ext cx="12211050" cy="890588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11625" name="文本框 5"/>
          <p:cNvSpPr/>
          <p:nvPr/>
        </p:nvSpPr>
        <p:spPr>
          <a:xfrm>
            <a:off x="1414463" y="112713"/>
            <a:ext cx="4297362" cy="7000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新知基础巩固</a:t>
            </a:r>
            <a:endParaRPr lang="zh-CN" altLang="en-US" sz="40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1626" name="图片 7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-4762"/>
            <a:ext cx="792162" cy="792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11627" name="圆角矩形 8"/>
          <p:cNvSpPr/>
          <p:nvPr/>
        </p:nvSpPr>
        <p:spPr>
          <a:xfrm>
            <a:off x="7964488" y="1041400"/>
            <a:ext cx="1865312" cy="65087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11628" name="文本框 9"/>
          <p:cNvSpPr/>
          <p:nvPr/>
        </p:nvSpPr>
        <p:spPr>
          <a:xfrm>
            <a:off x="8096250" y="1714500"/>
            <a:ext cx="1603375" cy="6318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200" b="1" i="1">
                <a:solidFill>
                  <a:srgbClr val="0070C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3200" b="1">
                <a:solidFill>
                  <a:srgbClr val="0070C0"/>
                </a:solidFill>
                <a:latin typeface="Times New Roman" panose="02020603050405020304" pitchFamily="18" charset="0"/>
              </a:rPr>
              <a:t>={0,3}</a:t>
            </a:r>
            <a:endParaRPr lang="en-US" altLang="zh-CN" sz="3200" b="1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11629" name="文本占位符 11266"/>
          <p:cNvSpPr>
            <a:spLocks noGrp="1"/>
          </p:cNvSpPr>
          <p:nvPr/>
        </p:nvSpPr>
        <p:spPr>
          <a:xfrm>
            <a:off x="1595438" y="3765550"/>
            <a:ext cx="9983787" cy="573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0" tIns="0" rIns="0" bIns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spcBef>
                <a:spcPts val="600"/>
              </a:spcBef>
              <a:spcAft>
                <a:spcPts val="600"/>
              </a:spcAft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④若U={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0,1,2,3,4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}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={2,3},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={1,2,4},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sz="3000" b="1">
                <a:solidFill>
                  <a:srgbClr val="0070C0"/>
                </a:solidFill>
                <a:latin typeface="Times New Roman" panose="02020603050405020304" pitchFamily="18" charset="0"/>
              </a:rPr>
              <a:t>B∩(</a:t>
            </a:r>
            <a:r>
              <a:rPr lang="en-US" altLang="zh-CN" sz="3600">
                <a:solidFill>
                  <a:srgbClr val="0070C0"/>
                </a:solidFill>
                <a:latin typeface="Agency FB" panose="020B0503020202020204" pitchFamily="34" charset="0"/>
              </a:rPr>
              <a:t>C</a:t>
            </a:r>
            <a:r>
              <a:rPr lang="en-US" altLang="zh-CN" sz="3000" b="1" baseline="-25000">
                <a:solidFill>
                  <a:srgbClr val="0070C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3000" b="1" i="1">
                <a:solidFill>
                  <a:srgbClr val="0070C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000" b="1">
                <a:solidFill>
                  <a:srgbClr val="0070C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=________.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30" name="文本框 11"/>
          <p:cNvSpPr/>
          <p:nvPr/>
        </p:nvSpPr>
        <p:spPr>
          <a:xfrm>
            <a:off x="5481638" y="4346575"/>
            <a:ext cx="2089150" cy="6461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600">
                <a:solidFill>
                  <a:srgbClr val="0070C0"/>
                </a:solidFill>
                <a:latin typeface="Agency FB" panose="020B0503020202020204" pitchFamily="34" charset="0"/>
              </a:rPr>
              <a:t>C</a:t>
            </a:r>
            <a:r>
              <a:rPr lang="en-US" altLang="zh-CN" sz="3000" b="1" baseline="-25000">
                <a:solidFill>
                  <a:srgbClr val="0070C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3000" b="1" i="1">
                <a:solidFill>
                  <a:srgbClr val="0070C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000" b="1">
                <a:solidFill>
                  <a:srgbClr val="0070C0"/>
                </a:solidFill>
                <a:latin typeface="Times New Roman" panose="02020603050405020304" pitchFamily="18" charset="0"/>
              </a:rPr>
              <a:t>={0,1,4}</a:t>
            </a:r>
            <a:endParaRPr lang="zh-CN" altLang="en-US" sz="1400">
              <a:ea typeface="微软雅黑" panose="020B0503020204020204" charset="-122"/>
            </a:endParaRPr>
          </a:p>
        </p:txBody>
      </p:sp>
      <p:sp>
        <p:nvSpPr>
          <p:cNvPr id="111631" name="文本框 7"/>
          <p:cNvSpPr/>
          <p:nvPr/>
        </p:nvSpPr>
        <p:spPr>
          <a:xfrm>
            <a:off x="9885363" y="3651250"/>
            <a:ext cx="1090612" cy="58896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{1,4}</a:t>
            </a:r>
            <a:endParaRPr lang="en-US" altLang="zh-CN" sz="36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1632" name="文本占位符 11266"/>
          <p:cNvSpPr>
            <a:spLocks noGrp="1"/>
          </p:cNvSpPr>
          <p:nvPr/>
        </p:nvSpPr>
        <p:spPr>
          <a:xfrm>
            <a:off x="1595438" y="4978400"/>
            <a:ext cx="9983787" cy="5715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0" tIns="0" rIns="0" bIns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spcBef>
                <a:spcPts val="600"/>
              </a:spcBef>
              <a:spcAft>
                <a:spcPts val="600"/>
              </a:spcAft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⑤若全集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U={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1,2,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000" b="1" baseline="30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－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+3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,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={1,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},</a:t>
            </a:r>
            <a:r>
              <a:rPr lang="en-US" altLang="zh-CN" sz="3600">
                <a:solidFill>
                  <a:srgbClr val="303030"/>
                </a:solidFill>
                <a:latin typeface="Agency FB" panose="020B0503020202020204" pitchFamily="34" charset="0"/>
              </a:rPr>
              <a:t>C</a:t>
            </a:r>
            <a:r>
              <a:rPr lang="en-US" altLang="zh-CN" sz="3000" b="1" baseline="-25000">
                <a:solidFill>
                  <a:srgbClr val="30303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={3},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则实数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a=______.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33" name="文本框 7"/>
          <p:cNvSpPr/>
          <p:nvPr/>
        </p:nvSpPr>
        <p:spPr>
          <a:xfrm>
            <a:off x="10666413" y="4889500"/>
            <a:ext cx="604837" cy="58896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endParaRPr lang="en-US" altLang="zh-CN" sz="36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1" grpId="0"/>
      <p:bldP spid="111622" grpId="0"/>
      <p:bldP spid="111623" grpId="0"/>
      <p:bldP spid="111627" grpId="0"/>
      <p:bldP spid="111628" grpId="0"/>
      <p:bldP spid="111630" grpId="0"/>
      <p:bldP spid="111631" grpId="0"/>
      <p:bldP spid="1116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矩形 1"/>
          <p:cNvSpPr/>
          <p:nvPr/>
        </p:nvSpPr>
        <p:spPr>
          <a:xfrm>
            <a:off x="0" y="-15875"/>
            <a:ext cx="12211050" cy="828675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12643" name="文本框 5"/>
          <p:cNvSpPr/>
          <p:nvPr/>
        </p:nvSpPr>
        <p:spPr>
          <a:xfrm>
            <a:off x="1363663" y="49213"/>
            <a:ext cx="6081712" cy="7000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新知</a:t>
            </a:r>
            <a:r>
              <a:rPr lang="en-US" altLang="zh-CN" sz="4000" b="1">
                <a:solidFill>
                  <a:schemeClr val="bg1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全集与补集</a:t>
            </a:r>
            <a:r>
              <a:rPr lang="en-US" altLang="zh-CN" sz="4000" b="1">
                <a:solidFill>
                  <a:schemeClr val="bg1"/>
                </a:solidFill>
                <a:latin typeface="Times New Roman" panose="02020603050405020304" pitchFamily="18" charset="0"/>
              </a:rPr>
              <a:t>P13</a:t>
            </a:r>
            <a:endParaRPr lang="en-US" altLang="zh-CN" sz="40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2644" name="图片 7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-4762"/>
            <a:ext cx="792162" cy="792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12645" name="文本框 5"/>
          <p:cNvSpPr/>
          <p:nvPr/>
        </p:nvSpPr>
        <p:spPr>
          <a:xfrm>
            <a:off x="919163" y="879475"/>
            <a:ext cx="10209212" cy="598488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图中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是全集，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的两个子集，用阴影表示：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46" name="文本框 4"/>
          <p:cNvSpPr/>
          <p:nvPr/>
        </p:nvSpPr>
        <p:spPr>
          <a:xfrm>
            <a:off x="1309688" y="1447800"/>
            <a:ext cx="3733800" cy="6461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(1) (</a:t>
            </a:r>
            <a:r>
              <a:rPr lang="en-US" altLang="zh-CN" sz="3600">
                <a:solidFill>
                  <a:srgbClr val="303030"/>
                </a:solidFill>
                <a:latin typeface="Agency FB" panose="020B0503020202020204" pitchFamily="34" charset="0"/>
              </a:rPr>
              <a:t>C</a:t>
            </a:r>
            <a:r>
              <a:rPr lang="en-US" altLang="zh-CN" sz="3000" b="1" baseline="-25000">
                <a:solidFill>
                  <a:srgbClr val="30303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)∩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600">
                <a:solidFill>
                  <a:srgbClr val="30303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000" b="1" baseline="-25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endParaRPr lang="en-US" altLang="zh-CN" sz="30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2647" name="文本框 5"/>
          <p:cNvSpPr/>
          <p:nvPr/>
        </p:nvSpPr>
        <p:spPr>
          <a:xfrm>
            <a:off x="6359525" y="1428750"/>
            <a:ext cx="3733800" cy="6445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(2) (</a:t>
            </a:r>
            <a:r>
              <a:rPr lang="en-US" altLang="zh-CN" sz="3600">
                <a:solidFill>
                  <a:srgbClr val="30303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000" b="1" baseline="-25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)∪(</a:t>
            </a:r>
            <a:r>
              <a:rPr lang="en-US" altLang="zh-CN" sz="3600">
                <a:solidFill>
                  <a:srgbClr val="30303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000" b="1" baseline="-25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endParaRPr lang="en-US" altLang="zh-CN" sz="30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pic>
        <p:nvPicPr>
          <p:cNvPr id="112648" name="图片 84"/>
          <p:cNvPicPr>
            <a:picLocks noChangeAspect="1"/>
          </p:cNvPicPr>
          <p:nvPr/>
        </p:nvPicPr>
        <p:blipFill>
          <a:blip r:embed="rId2">
            <a:lum bright="18000" contrast="24000"/>
          </a:blip>
          <a:stretch>
            <a:fillRect/>
          </a:stretch>
        </p:blipFill>
        <p:spPr>
          <a:xfrm>
            <a:off x="561975" y="3389313"/>
            <a:ext cx="4935538" cy="33909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pic>
        <p:nvPicPr>
          <p:cNvPr id="112649" name="图片 84"/>
          <p:cNvPicPr>
            <a:picLocks noChangeAspect="1"/>
          </p:cNvPicPr>
          <p:nvPr/>
        </p:nvPicPr>
        <p:blipFill>
          <a:blip r:embed="rId2">
            <a:lum bright="18000" contrast="24000"/>
          </a:blip>
          <a:stretch>
            <a:fillRect/>
          </a:stretch>
        </p:blipFill>
        <p:spPr>
          <a:xfrm>
            <a:off x="6321425" y="3389313"/>
            <a:ext cx="4935538" cy="33909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12650" name="文本框 7"/>
          <p:cNvSpPr txBox="1"/>
          <p:nvPr/>
        </p:nvSpPr>
        <p:spPr>
          <a:xfrm>
            <a:off x="600075" y="2032000"/>
            <a:ext cx="1958975" cy="6445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eaLnBrk="1" hangingPunct="1"/>
            <a:r>
              <a:rPr lang="en-US" altLang="zh-CN" sz="3600" spc="0">
                <a:solidFill>
                  <a:srgbClr val="8630B5"/>
                </a:solidFill>
                <a:latin typeface="Agency FB" panose="020B0503020202020204" pitchFamily="34" charset="0"/>
                <a:sym typeface="+mn-ea"/>
              </a:rPr>
              <a:t>C</a:t>
            </a:r>
            <a:r>
              <a:rPr lang="en-US" altLang="zh-CN" sz="3000" b="1" spc="0" baseline="-2500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U</a:t>
            </a:r>
            <a:r>
              <a:rPr lang="en-US" altLang="zh-CN" sz="3000" b="1" i="1" spc="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en-US" sz="3000" b="1" spc="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：</a:t>
            </a:r>
            <a:r>
              <a:rPr lang="en-US" altLang="en-US" sz="3000" b="1" spc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③④</a:t>
            </a:r>
            <a:endParaRPr lang="en-US" altLang="en-US" sz="3000" b="1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12651" name="文本框 8"/>
          <p:cNvSpPr txBox="1"/>
          <p:nvPr/>
        </p:nvSpPr>
        <p:spPr>
          <a:xfrm>
            <a:off x="2887663" y="2035175"/>
            <a:ext cx="1958975" cy="6445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eaLnBrk="1" hangingPunct="1"/>
            <a:r>
              <a:rPr lang="en-US" altLang="zh-CN" sz="3600" spc="0">
                <a:solidFill>
                  <a:srgbClr val="8630B5"/>
                </a:solidFill>
                <a:latin typeface="Agency FB" panose="020B0503020202020204" pitchFamily="34" charset="0"/>
                <a:sym typeface="+mn-ea"/>
              </a:rPr>
              <a:t>C</a:t>
            </a:r>
            <a:r>
              <a:rPr lang="en-US" altLang="zh-CN" sz="3000" b="1" spc="0" baseline="-2500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U</a:t>
            </a:r>
            <a:r>
              <a:rPr lang="en-US" altLang="zh-CN" sz="3000" b="1" i="1" spc="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en-US" sz="3000" b="1" spc="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：</a:t>
            </a:r>
            <a:r>
              <a:rPr lang="en-US" altLang="en-US" sz="3000" b="1" spc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①④</a:t>
            </a:r>
            <a:endParaRPr lang="en-US" altLang="en-US" sz="3000" b="1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12652" name="文本框 9"/>
          <p:cNvSpPr txBox="1"/>
          <p:nvPr/>
        </p:nvSpPr>
        <p:spPr>
          <a:xfrm>
            <a:off x="600075" y="2638425"/>
            <a:ext cx="3733800" cy="590550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eaLnBrk="1" hangingPunct="1">
              <a:lnSpc>
                <a:spcPct val="90000"/>
              </a:lnSpc>
            </a:pPr>
            <a:r>
              <a:rPr lang="en-US" altLang="zh-CN" sz="3000" b="1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sz="3600">
                <a:solidFill>
                  <a:srgbClr val="8630B5"/>
                </a:solidFill>
                <a:latin typeface="Agency FB" panose="020B0503020202020204" pitchFamily="34" charset="0"/>
                <a:sym typeface="+mn-ea"/>
              </a:rPr>
              <a:t>C</a:t>
            </a:r>
            <a:r>
              <a:rPr lang="en-US" altLang="zh-CN" sz="3000" b="1" baseline="-2500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U</a:t>
            </a:r>
            <a:r>
              <a:rPr lang="en-US" altLang="zh-CN" sz="3000" b="1" i="1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3000" b="1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)∩(</a:t>
            </a:r>
            <a:r>
              <a:rPr lang="en-US" altLang="zh-CN" sz="3600">
                <a:solidFill>
                  <a:srgbClr val="8630B5"/>
                </a:solidFill>
                <a:latin typeface="Agency FB" panose="020B0503020202020204" pitchFamily="34" charset="0"/>
                <a:sym typeface="+mn-ea"/>
              </a:rPr>
              <a:t>C</a:t>
            </a:r>
            <a:r>
              <a:rPr lang="en-US" altLang="zh-CN" sz="3000" b="1" baseline="-2500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U</a:t>
            </a:r>
            <a:r>
              <a:rPr lang="en-US" altLang="zh-CN" sz="3000" b="1" i="1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3000" b="1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)</a:t>
            </a:r>
            <a:r>
              <a:rPr lang="en-US" altLang="en-US" sz="3000" b="1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：</a:t>
            </a:r>
            <a: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④</a:t>
            </a:r>
            <a:endParaRPr lang="en-US" altLang="en-US" sz="3000" b="1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12653" name="椭圆 10"/>
          <p:cNvSpPr/>
          <p:nvPr/>
        </p:nvSpPr>
        <p:spPr>
          <a:xfrm>
            <a:off x="1401763" y="4087813"/>
            <a:ext cx="1908175" cy="1890712"/>
          </a:xfrm>
          <a:prstGeom prst="ellipse">
            <a:avLst/>
          </a:prstGeom>
          <a:solidFill>
            <a:srgbClr val="00B050">
              <a:alpha val="69000"/>
            </a:srgbClr>
          </a:solidFill>
          <a:ln w="2857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12654" name="椭圆 12"/>
          <p:cNvSpPr/>
          <p:nvPr/>
        </p:nvSpPr>
        <p:spPr>
          <a:xfrm>
            <a:off x="2559050" y="3921125"/>
            <a:ext cx="1976438" cy="2039938"/>
          </a:xfrm>
          <a:prstGeom prst="ellipse">
            <a:avLst/>
          </a:prstGeom>
          <a:solidFill>
            <a:srgbClr val="00B050">
              <a:alpha val="72000"/>
            </a:srgbClr>
          </a:solidFill>
          <a:ln w="2857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12655" name="文本框 13"/>
          <p:cNvSpPr/>
          <p:nvPr/>
        </p:nvSpPr>
        <p:spPr>
          <a:xfrm>
            <a:off x="685800" y="6049963"/>
            <a:ext cx="3733800" cy="6445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6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0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)∩(</a:t>
            </a:r>
            <a:r>
              <a:rPr lang="en-US" altLang="zh-CN" sz="36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0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2656" name="文本框 14"/>
          <p:cNvSpPr/>
          <p:nvPr/>
        </p:nvSpPr>
        <p:spPr>
          <a:xfrm>
            <a:off x="2174875" y="4700588"/>
            <a:ext cx="1249363" cy="6445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A</a:t>
            </a:r>
            <a:r>
              <a:rPr lang="en-US" altLang="zh-CN" sz="36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∪</a:t>
            </a:r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B</a:t>
            </a:r>
            <a:endParaRPr lang="en-US" altLang="zh-CN" sz="3600" b="1" i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12657" name="文本框 15"/>
          <p:cNvSpPr/>
          <p:nvPr/>
        </p:nvSpPr>
        <p:spPr>
          <a:xfrm>
            <a:off x="4003675" y="1447800"/>
            <a:ext cx="3733800" cy="6461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en-US" altLang="zh-CN" sz="36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0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2658" name="文本框 16"/>
          <p:cNvSpPr txBox="1"/>
          <p:nvPr/>
        </p:nvSpPr>
        <p:spPr>
          <a:xfrm>
            <a:off x="6457950" y="2078038"/>
            <a:ext cx="1958975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eaLnBrk="1" hangingPunct="1"/>
            <a:r>
              <a:rPr lang="en-US" altLang="zh-CN" sz="3600" spc="0">
                <a:solidFill>
                  <a:srgbClr val="8630B5"/>
                </a:solidFill>
                <a:latin typeface="Agency FB" panose="020B0503020202020204" pitchFamily="34" charset="0"/>
                <a:sym typeface="+mn-ea"/>
              </a:rPr>
              <a:t>C</a:t>
            </a:r>
            <a:r>
              <a:rPr lang="en-US" altLang="zh-CN" sz="3000" b="1" spc="0" baseline="-2500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U</a:t>
            </a:r>
            <a:r>
              <a:rPr lang="en-US" altLang="zh-CN" sz="3000" b="1" i="1" spc="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en-US" sz="3000" b="1" spc="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：</a:t>
            </a:r>
            <a:r>
              <a:rPr lang="en-US" altLang="en-US" sz="3000" b="1" spc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③④</a:t>
            </a:r>
            <a:endParaRPr lang="en-US" altLang="en-US" sz="3000" b="1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12659" name="文本框 17"/>
          <p:cNvSpPr txBox="1"/>
          <p:nvPr/>
        </p:nvSpPr>
        <p:spPr>
          <a:xfrm>
            <a:off x="8745538" y="2081213"/>
            <a:ext cx="1958975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eaLnBrk="1" hangingPunct="1"/>
            <a:r>
              <a:rPr lang="en-US" altLang="zh-CN" sz="3600" spc="0">
                <a:solidFill>
                  <a:srgbClr val="8630B5"/>
                </a:solidFill>
                <a:latin typeface="Agency FB" panose="020B0503020202020204" pitchFamily="34" charset="0"/>
                <a:sym typeface="+mn-ea"/>
              </a:rPr>
              <a:t>C</a:t>
            </a:r>
            <a:r>
              <a:rPr lang="en-US" altLang="zh-CN" sz="3000" b="1" spc="0" baseline="-2500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U</a:t>
            </a:r>
            <a:r>
              <a:rPr lang="en-US" altLang="zh-CN" sz="3000" b="1" i="1" spc="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en-US" sz="3000" b="1" spc="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：</a:t>
            </a:r>
            <a:r>
              <a:rPr lang="en-US" altLang="en-US" sz="3000" b="1" spc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①④</a:t>
            </a:r>
            <a:endParaRPr lang="en-US" altLang="en-US" sz="3000" b="1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12660" name="文本框 19"/>
          <p:cNvSpPr txBox="1"/>
          <p:nvPr/>
        </p:nvSpPr>
        <p:spPr>
          <a:xfrm>
            <a:off x="6457950" y="2728913"/>
            <a:ext cx="5010150" cy="588962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eaLnBrk="1" hangingPunct="1">
              <a:lnSpc>
                <a:spcPct val="90000"/>
              </a:lnSpc>
            </a:pPr>
            <a:r>
              <a:rPr lang="en-US" altLang="zh-CN" sz="3000" b="1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(</a:t>
            </a:r>
            <a:r>
              <a:rPr lang="en-US" altLang="zh-CN" sz="3600">
                <a:solidFill>
                  <a:srgbClr val="8630B5"/>
                </a:solidFill>
                <a:latin typeface="Agency FB" panose="020B0503020202020204" pitchFamily="34" charset="0"/>
                <a:sym typeface="+mn-ea"/>
              </a:rPr>
              <a:t>C</a:t>
            </a:r>
            <a:r>
              <a:rPr lang="en-US" altLang="zh-CN" sz="3000" b="1" baseline="-2500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U</a:t>
            </a:r>
            <a:r>
              <a:rPr lang="en-US" altLang="zh-CN" sz="3000" b="1" i="1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3000" b="1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)∪(</a:t>
            </a:r>
            <a:r>
              <a:rPr lang="en-US" altLang="zh-CN" sz="3600">
                <a:solidFill>
                  <a:srgbClr val="8630B5"/>
                </a:solidFill>
                <a:latin typeface="Agency FB" panose="020B0503020202020204" pitchFamily="34" charset="0"/>
                <a:sym typeface="+mn-ea"/>
              </a:rPr>
              <a:t>C</a:t>
            </a:r>
            <a:r>
              <a:rPr lang="en-US" altLang="zh-CN" sz="3000" b="1" baseline="-25000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U</a:t>
            </a:r>
            <a:r>
              <a:rPr lang="en-US" altLang="zh-CN" sz="3000" b="1" i="1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3000" b="1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)</a:t>
            </a:r>
            <a:r>
              <a:rPr lang="en-US" altLang="en-US" sz="3000" b="1">
                <a:solidFill>
                  <a:srgbClr val="8630B5"/>
                </a:solidFill>
                <a:latin typeface="Times New Roman" panose="02020603050405020304" pitchFamily="18" charset="0"/>
                <a:sym typeface="+mn-ea"/>
              </a:rPr>
              <a:t>：</a:t>
            </a:r>
            <a: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①③④</a:t>
            </a:r>
            <a:endParaRPr lang="en-US" altLang="en-US" sz="3000" b="1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12661" name="文本框 54"/>
          <p:cNvSpPr/>
          <p:nvPr/>
        </p:nvSpPr>
        <p:spPr>
          <a:xfrm>
            <a:off x="6584950" y="6105525"/>
            <a:ext cx="2879725" cy="58896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6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0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)∪(</a:t>
            </a:r>
            <a:r>
              <a:rPr lang="en-US" altLang="zh-CN" sz="36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0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grpSp>
        <p:nvGrpSpPr>
          <p:cNvPr id="112662" name="组合 60"/>
          <p:cNvGrpSpPr/>
          <p:nvPr/>
        </p:nvGrpSpPr>
        <p:grpSpPr>
          <a:xfrm>
            <a:off x="8207375" y="3908425"/>
            <a:ext cx="2124075" cy="2073275"/>
            <a:chOff x="15569" y="6123"/>
            <a:chExt cx="3344" cy="3264"/>
          </a:xfrm>
        </p:grpSpPr>
        <p:pic>
          <p:nvPicPr>
            <p:cNvPr id="112685" name="图片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48" y="6122"/>
              <a:ext cx="3167" cy="3263"/>
            </a:xfrm>
            <a:prstGeom prst="rect">
              <a:avLst/>
            </a:prstGeom>
            <a:noFill/>
            <a:ln>
              <a:miter lim="800000"/>
              <a:headEnd/>
              <a:tailEnd/>
            </a:ln>
          </p:spPr>
        </p:pic>
        <p:grpSp>
          <p:nvGrpSpPr>
            <p:cNvPr id="112686" name="组合 53"/>
            <p:cNvGrpSpPr/>
            <p:nvPr/>
          </p:nvGrpSpPr>
          <p:grpSpPr>
            <a:xfrm>
              <a:off x="15569" y="6487"/>
              <a:ext cx="1320" cy="2566"/>
              <a:chOff x="12926" y="6534"/>
              <a:chExt cx="1320" cy="2566"/>
            </a:xfrm>
          </p:grpSpPr>
          <p:pic>
            <p:nvPicPr>
              <p:cNvPr id="112687" name="图片 41"/>
              <p:cNvPicPr>
                <a:picLocks noChangeAspect="1"/>
              </p:cNvPicPr>
              <p:nvPr/>
            </p:nvPicPr>
            <p:blipFill>
              <a:blip r:embed="rId4"/>
              <a:srcRect l="54995" t="7408" b="11608"/>
              <a:stretch>
                <a:fillRect/>
              </a:stretch>
            </p:blipFill>
            <p:spPr>
              <a:xfrm>
                <a:off x="12926" y="6652"/>
                <a:ext cx="1320" cy="2449"/>
              </a:xfrm>
              <a:prstGeom prst="rect">
                <a:avLst/>
              </a:prstGeom>
              <a:noFill/>
              <a:ln>
                <a:noFill/>
                <a:miter lim="800000"/>
                <a:headEnd/>
                <a:tailEnd/>
              </a:ln>
            </p:spPr>
          </p:pic>
          <p:pic>
            <p:nvPicPr>
              <p:cNvPr id="112688" name="图片 52"/>
              <p:cNvPicPr>
                <a:picLocks noChangeAspect="1"/>
              </p:cNvPicPr>
              <p:nvPr/>
            </p:nvPicPr>
            <p:blipFill>
              <a:blip r:embed="rId4"/>
              <a:srcRect l="54997" t="7407" b="11608"/>
              <a:stretch>
                <a:fillRect/>
              </a:stretch>
            </p:blipFill>
            <p:spPr>
              <a:xfrm flipH="1">
                <a:off x="13102" y="6534"/>
                <a:ext cx="1112" cy="2494"/>
              </a:xfrm>
              <a:prstGeom prst="rect">
                <a:avLst/>
              </a:prstGeom>
              <a:noFill/>
              <a:ln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112663" name="文本框 56"/>
          <p:cNvSpPr/>
          <p:nvPr/>
        </p:nvSpPr>
        <p:spPr>
          <a:xfrm>
            <a:off x="9182100" y="1447800"/>
            <a:ext cx="3732213" cy="6461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</a:t>
            </a:r>
            <a:r>
              <a:rPr lang="en-US" altLang="zh-CN" sz="36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0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A∩B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2664" name="文本框 57"/>
          <p:cNvSpPr/>
          <p:nvPr/>
        </p:nvSpPr>
        <p:spPr>
          <a:xfrm>
            <a:off x="6697663" y="80963"/>
            <a:ext cx="2328862" cy="608012"/>
          </a:xfrm>
          <a:prstGeom prst="rect">
            <a:avLst/>
          </a:prstGeom>
          <a:noFill/>
          <a:ln>
            <a:solidFill>
              <a:srgbClr val="303030"/>
            </a:solidFill>
            <a:round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</a:pPr>
            <a:r>
              <a:rPr lang="zh-CN" altLang="en-US" sz="2800" b="1">
                <a:solidFill>
                  <a:schemeClr val="bg1"/>
                </a:solidFill>
                <a:latin typeface="黑体" panose="02010609060101010101" pitchFamily="49" charset="-122"/>
              </a:rPr>
              <a:t>德·摩根公式</a:t>
            </a:r>
            <a:endParaRPr lang="zh-CN" altLang="en-US" sz="2800" b="1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  <p:sp>
        <p:nvSpPr>
          <p:cNvPr id="112665" name="文本框 59"/>
          <p:cNvSpPr/>
          <p:nvPr/>
        </p:nvSpPr>
        <p:spPr>
          <a:xfrm>
            <a:off x="8112125" y="4700588"/>
            <a:ext cx="1120775" cy="6445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6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A∩B</a:t>
            </a:r>
            <a:endParaRPr lang="en-US" altLang="zh-CN" sz="3600" b="1" i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cxnSp>
        <p:nvCxnSpPr>
          <p:cNvPr id="112666" name="直接连接符 61"/>
          <p:cNvCxnSpPr/>
          <p:nvPr/>
        </p:nvCxnSpPr>
        <p:spPr>
          <a:xfrm flipV="1">
            <a:off x="606425" y="3476625"/>
            <a:ext cx="844550" cy="487363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67" name="直接连接符 62"/>
          <p:cNvCxnSpPr/>
          <p:nvPr/>
        </p:nvCxnSpPr>
        <p:spPr>
          <a:xfrm flipV="1">
            <a:off x="606425" y="3455988"/>
            <a:ext cx="2063750" cy="1192212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68" name="直接连接符 63"/>
          <p:cNvCxnSpPr/>
          <p:nvPr/>
        </p:nvCxnSpPr>
        <p:spPr>
          <a:xfrm flipV="1">
            <a:off x="600075" y="5068888"/>
            <a:ext cx="792163" cy="458787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69" name="直接连接符 64"/>
          <p:cNvCxnSpPr/>
          <p:nvPr/>
        </p:nvCxnSpPr>
        <p:spPr>
          <a:xfrm flipV="1">
            <a:off x="2779713" y="3467100"/>
            <a:ext cx="1165225" cy="673100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70" name="直接连接符 65"/>
          <p:cNvCxnSpPr/>
          <p:nvPr/>
        </p:nvCxnSpPr>
        <p:spPr>
          <a:xfrm flipV="1">
            <a:off x="600075" y="5676900"/>
            <a:ext cx="1050925" cy="608013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71" name="直接连接符 66"/>
          <p:cNvCxnSpPr/>
          <p:nvPr/>
        </p:nvCxnSpPr>
        <p:spPr>
          <a:xfrm flipV="1">
            <a:off x="4156075" y="3460750"/>
            <a:ext cx="1050925" cy="606425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72" name="直接连接符 67"/>
          <p:cNvCxnSpPr/>
          <p:nvPr/>
        </p:nvCxnSpPr>
        <p:spPr>
          <a:xfrm flipV="1">
            <a:off x="1363663" y="5810250"/>
            <a:ext cx="1638300" cy="946150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73" name="直接连接符 68"/>
          <p:cNvCxnSpPr/>
          <p:nvPr/>
        </p:nvCxnSpPr>
        <p:spPr>
          <a:xfrm flipV="1">
            <a:off x="4535488" y="4135438"/>
            <a:ext cx="885825" cy="512762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74" name="直接连接符 69"/>
          <p:cNvCxnSpPr>
            <a:endCxn id="112648" idx="3"/>
          </p:cNvCxnSpPr>
          <p:nvPr/>
        </p:nvCxnSpPr>
        <p:spPr>
          <a:xfrm flipV="1">
            <a:off x="2733675" y="5084763"/>
            <a:ext cx="2763838" cy="1671637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75" name="直接连接符 70"/>
          <p:cNvCxnSpPr>
            <a:endCxn id="112648" idx="3"/>
          </p:cNvCxnSpPr>
          <p:nvPr/>
        </p:nvCxnSpPr>
        <p:spPr>
          <a:xfrm flipV="1">
            <a:off x="4156075" y="5991225"/>
            <a:ext cx="1289050" cy="781050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76" name="直接连接符 71"/>
          <p:cNvCxnSpPr>
            <a:endCxn id="112648" idx="3"/>
          </p:cNvCxnSpPr>
          <p:nvPr/>
        </p:nvCxnSpPr>
        <p:spPr>
          <a:xfrm flipV="1">
            <a:off x="6405563" y="3460750"/>
            <a:ext cx="842962" cy="487363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77" name="直接连接符 72"/>
          <p:cNvCxnSpPr>
            <a:endCxn id="112648" idx="3"/>
          </p:cNvCxnSpPr>
          <p:nvPr/>
        </p:nvCxnSpPr>
        <p:spPr>
          <a:xfrm flipV="1">
            <a:off x="6405563" y="3441700"/>
            <a:ext cx="2063750" cy="1190625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78" name="直接连接符 73"/>
          <p:cNvCxnSpPr>
            <a:endCxn id="112648" idx="3"/>
          </p:cNvCxnSpPr>
          <p:nvPr/>
        </p:nvCxnSpPr>
        <p:spPr>
          <a:xfrm flipV="1">
            <a:off x="6359525" y="3479800"/>
            <a:ext cx="3335338" cy="1927225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79" name="直接连接符 74"/>
          <p:cNvCxnSpPr>
            <a:endCxn id="112648" idx="3"/>
          </p:cNvCxnSpPr>
          <p:nvPr/>
        </p:nvCxnSpPr>
        <p:spPr>
          <a:xfrm flipV="1">
            <a:off x="6356350" y="5119688"/>
            <a:ext cx="1976438" cy="1141412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80" name="直接连接符 75"/>
          <p:cNvCxnSpPr>
            <a:endCxn id="112648" idx="3"/>
          </p:cNvCxnSpPr>
          <p:nvPr/>
        </p:nvCxnSpPr>
        <p:spPr>
          <a:xfrm flipV="1">
            <a:off x="9026525" y="3479800"/>
            <a:ext cx="2189163" cy="1265238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81" name="直接连接符 76"/>
          <p:cNvCxnSpPr>
            <a:endCxn id="112648" idx="3"/>
          </p:cNvCxnSpPr>
          <p:nvPr/>
        </p:nvCxnSpPr>
        <p:spPr>
          <a:xfrm flipV="1">
            <a:off x="6824663" y="5676900"/>
            <a:ext cx="1816100" cy="1049338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82" name="直接连接符 77"/>
          <p:cNvCxnSpPr>
            <a:endCxn id="112648" idx="3"/>
          </p:cNvCxnSpPr>
          <p:nvPr/>
        </p:nvCxnSpPr>
        <p:spPr>
          <a:xfrm flipV="1">
            <a:off x="8888413" y="4213225"/>
            <a:ext cx="2308225" cy="1333500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83" name="直接连接符 78"/>
          <p:cNvCxnSpPr>
            <a:endCxn id="112648" idx="3"/>
          </p:cNvCxnSpPr>
          <p:nvPr/>
        </p:nvCxnSpPr>
        <p:spPr>
          <a:xfrm flipV="1">
            <a:off x="8132763" y="5018088"/>
            <a:ext cx="3049587" cy="1762125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  <p:cxnSp>
        <p:nvCxnSpPr>
          <p:cNvPr id="112684" name="直接连接符 79"/>
          <p:cNvCxnSpPr>
            <a:endCxn id="112648" idx="3"/>
          </p:cNvCxnSpPr>
          <p:nvPr/>
        </p:nvCxnSpPr>
        <p:spPr>
          <a:xfrm flipV="1">
            <a:off x="9523413" y="5775325"/>
            <a:ext cx="1698625" cy="981075"/>
          </a:xfrm>
          <a:prstGeom prst="line">
            <a:avLst/>
          </a:prstGeom>
          <a:noFill/>
          <a:ln w="28575">
            <a:solidFill>
              <a:srgbClr val="303030"/>
            </a:solidFill>
            <a:miter lim="800000"/>
          </a:ln>
        </p:spPr>
      </p:cxn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2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2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2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2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2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2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2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2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2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2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2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2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26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26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2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2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2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2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2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2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12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12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12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2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12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12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12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12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12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12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2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12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12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2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12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12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12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12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12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12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12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12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12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12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12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0" grpId="0"/>
      <p:bldP spid="112651" grpId="0"/>
      <p:bldP spid="112652" grpId="0"/>
      <p:bldP spid="112653" grpId="0"/>
      <p:bldP spid="112654" grpId="0"/>
      <p:bldP spid="112655" grpId="0"/>
      <p:bldP spid="112656" grpId="0"/>
      <p:bldP spid="112657" grpId="0"/>
      <p:bldP spid="112658" grpId="0"/>
      <p:bldP spid="112659" grpId="0"/>
      <p:bldP spid="112660" grpId="0"/>
      <p:bldP spid="112661" grpId="0"/>
      <p:bldP spid="112663" grpId="0"/>
      <p:bldP spid="112664" grpId="0"/>
      <p:bldP spid="11266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文本框 7"/>
          <p:cNvSpPr/>
          <p:nvPr/>
        </p:nvSpPr>
        <p:spPr>
          <a:xfrm>
            <a:off x="1751013" y="2994025"/>
            <a:ext cx="2886075" cy="14446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zh-CN" altLang="en-US" sz="40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</a:t>
            </a:r>
            <a:r>
              <a:rPr lang="en-US" altLang="zh-CN" sz="4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2,3,4,5</a:t>
            </a:r>
            <a:r>
              <a:rPr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</a:t>
            </a:r>
            <a:endParaRPr lang="zh-CN" altLang="en-US" sz="40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pPr marL="0" lvl="0" indent="0" eaLnBrk="1" hangingPunct="1">
              <a:lnSpc>
                <a:spcPct val="110000"/>
              </a:lnSpc>
            </a:pPr>
            <a:r>
              <a:rPr lang="en-US" altLang="zh-CN" sz="40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</a:t>
            </a:r>
            <a:r>
              <a:rPr lang="en-US" altLang="zh-CN" sz="4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0,4,5,6</a:t>
            </a:r>
            <a:r>
              <a:rPr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</a:t>
            </a:r>
            <a:endParaRPr lang="zh-CN" altLang="en-US" sz="40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pic>
        <p:nvPicPr>
          <p:cNvPr id="113667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6950" y="2878138"/>
            <a:ext cx="5429250" cy="3729037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13668" name="文本框 7"/>
          <p:cNvSpPr/>
          <p:nvPr/>
        </p:nvSpPr>
        <p:spPr>
          <a:xfrm>
            <a:off x="6059488" y="4797425"/>
            <a:ext cx="984250" cy="7683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4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2,3</a:t>
            </a:r>
            <a:endParaRPr lang="en-US" altLang="zh-CN" sz="40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3669" name="文本框 7"/>
          <p:cNvSpPr/>
          <p:nvPr/>
        </p:nvSpPr>
        <p:spPr>
          <a:xfrm>
            <a:off x="7921625" y="4797425"/>
            <a:ext cx="985838" cy="7683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4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0,6</a:t>
            </a:r>
            <a:endParaRPr lang="zh-CN" altLang="en-US" sz="40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3670" name="文本框 7"/>
          <p:cNvSpPr/>
          <p:nvPr/>
        </p:nvSpPr>
        <p:spPr>
          <a:xfrm>
            <a:off x="9067800" y="5270500"/>
            <a:ext cx="985838" cy="7683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4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1,7</a:t>
            </a:r>
            <a:endParaRPr lang="en-US" altLang="zh-CN" sz="40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3671" name="文本框 7"/>
          <p:cNvSpPr/>
          <p:nvPr/>
        </p:nvSpPr>
        <p:spPr>
          <a:xfrm>
            <a:off x="7029450" y="4570413"/>
            <a:ext cx="984250" cy="7000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4,5</a:t>
            </a:r>
            <a:endParaRPr lang="en-US" altLang="zh-CN" sz="36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pic>
        <p:nvPicPr>
          <p:cNvPr id="11367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8" y="954088"/>
            <a:ext cx="8648700" cy="18446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13673" name="矩形 1"/>
          <p:cNvSpPr/>
          <p:nvPr/>
        </p:nvSpPr>
        <p:spPr>
          <a:xfrm>
            <a:off x="0" y="-15875"/>
            <a:ext cx="12211050" cy="890588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13674" name="文本框 5"/>
          <p:cNvSpPr/>
          <p:nvPr/>
        </p:nvSpPr>
        <p:spPr>
          <a:xfrm>
            <a:off x="1414463" y="112713"/>
            <a:ext cx="4297362" cy="7000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新知</a:t>
            </a:r>
            <a:r>
              <a:rPr lang="en-US" altLang="zh-CN" sz="4000" b="1">
                <a:solidFill>
                  <a:schemeClr val="bg1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全集与补集</a:t>
            </a:r>
            <a:endParaRPr lang="zh-CN" altLang="en-US" sz="40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3675" name="图片 7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-4762"/>
            <a:ext cx="792162" cy="792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6" grpId="0"/>
      <p:bldP spid="113668" grpId="0"/>
      <p:bldP spid="113669" grpId="0"/>
      <p:bldP spid="113670" grpId="0"/>
      <p:bldP spid="11367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矩形 1"/>
          <p:cNvSpPr/>
          <p:nvPr/>
        </p:nvSpPr>
        <p:spPr>
          <a:xfrm>
            <a:off x="0" y="-15875"/>
            <a:ext cx="12211050" cy="890588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14691" name="文本框 5"/>
          <p:cNvSpPr/>
          <p:nvPr/>
        </p:nvSpPr>
        <p:spPr>
          <a:xfrm>
            <a:off x="1414463" y="112713"/>
            <a:ext cx="4297362" cy="7000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新知</a:t>
            </a:r>
            <a:r>
              <a:rPr lang="en-US" altLang="zh-CN" sz="4000" b="1">
                <a:solidFill>
                  <a:schemeClr val="bg1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全集与补集</a:t>
            </a:r>
            <a:endParaRPr lang="zh-CN" altLang="en-US" sz="40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4692" name="图片 7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-4762"/>
            <a:ext cx="792162" cy="792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14693" name="文本框 5"/>
          <p:cNvSpPr/>
          <p:nvPr/>
        </p:nvSpPr>
        <p:spPr>
          <a:xfrm>
            <a:off x="739775" y="990600"/>
            <a:ext cx="1536700" cy="60007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补集：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4694" name="组合 33"/>
          <p:cNvGrpSpPr/>
          <p:nvPr/>
        </p:nvGrpSpPr>
        <p:grpSpPr>
          <a:xfrm>
            <a:off x="4476750" y="1708150"/>
            <a:ext cx="2770188" cy="1785938"/>
            <a:chOff x="14436" y="7508"/>
            <a:chExt cx="4364" cy="2814"/>
          </a:xfrm>
        </p:grpSpPr>
        <p:sp>
          <p:nvSpPr>
            <p:cNvPr id="114714" name="矩形 20"/>
            <p:cNvSpPr/>
            <p:nvPr/>
          </p:nvSpPr>
          <p:spPr>
            <a:xfrm>
              <a:off x="14501" y="7508"/>
              <a:ext cx="4299" cy="276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marR="0" lvl="0" indent="0" algn="ctr" eaLnBrk="1" hangingPunct="1"/>
              <a:endParaRPr lang="en-US" altLang="en-US">
                <a:solidFill>
                  <a:srgbClr val="303030"/>
                </a:solidFill>
              </a:endParaRPr>
            </a:p>
          </p:txBody>
        </p:sp>
        <p:grpSp>
          <p:nvGrpSpPr>
            <p:cNvPr id="114715" name="组合 21"/>
            <p:cNvGrpSpPr/>
            <p:nvPr/>
          </p:nvGrpSpPr>
          <p:grpSpPr>
            <a:xfrm>
              <a:off x="16541" y="7874"/>
              <a:ext cx="2023" cy="2036"/>
              <a:chOff x="14965" y="4509"/>
              <a:chExt cx="2449" cy="2465"/>
            </a:xfrm>
          </p:grpSpPr>
          <p:sp>
            <p:nvSpPr>
              <p:cNvPr id="114719" name="椭圆 22"/>
              <p:cNvSpPr/>
              <p:nvPr/>
            </p:nvSpPr>
            <p:spPr>
              <a:xfrm>
                <a:off x="14966" y="4508"/>
                <a:ext cx="2449" cy="246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marR="0" lvl="0" indent="0" algn="ctr" eaLnBrk="1" hangingPunct="1"/>
                <a:endParaRPr lang="en-US" altLang="en-US">
                  <a:solidFill>
                    <a:srgbClr val="303030"/>
                  </a:solidFill>
                </a:endParaRPr>
              </a:p>
            </p:txBody>
          </p:sp>
          <p:sp>
            <p:nvSpPr>
              <p:cNvPr id="114720" name="文本框 2"/>
              <p:cNvSpPr/>
              <p:nvPr/>
            </p:nvSpPr>
            <p:spPr>
              <a:xfrm>
                <a:off x="15816" y="4583"/>
                <a:ext cx="747" cy="1700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</a:pPr>
                <a:r>
                  <a:rPr lang="en-US" altLang="zh-CN" sz="4000" b="1" i="1">
                    <a:solidFill>
                      <a:srgbClr val="303030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A</a:t>
                </a:r>
                <a:endParaRPr lang="en-US" altLang="zh-CN" sz="4000" b="1" i="1">
                  <a:solidFill>
                    <a:srgbClr val="303030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14716" name="组合 41"/>
            <p:cNvGrpSpPr/>
            <p:nvPr/>
          </p:nvGrpSpPr>
          <p:grpSpPr>
            <a:xfrm>
              <a:off x="14436" y="8918"/>
              <a:ext cx="1438" cy="1404"/>
              <a:chOff x="7253" y="8155"/>
              <a:chExt cx="1438" cy="1404"/>
            </a:xfrm>
          </p:grpSpPr>
          <p:sp>
            <p:nvSpPr>
              <p:cNvPr id="114717" name="文本框 110"/>
              <p:cNvSpPr/>
              <p:nvPr/>
            </p:nvSpPr>
            <p:spPr>
              <a:xfrm>
                <a:off x="7253" y="8376"/>
                <a:ext cx="609" cy="1113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/>
                <a:r>
                  <a:rPr lang="en-US" altLang="zh-CN" sz="40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∁</a:t>
                </a:r>
                <a:endParaRPr lang="en-US" altLang="zh-CN" sz="4000" b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18" name="文本框 40"/>
              <p:cNvSpPr/>
              <p:nvPr/>
            </p:nvSpPr>
            <p:spPr>
              <a:xfrm>
                <a:off x="7606" y="8155"/>
                <a:ext cx="1085" cy="1404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</a:pPr>
                <a:r>
                  <a:rPr lang="en-US" altLang="zh-CN" sz="3200" b="1" baseline="-2500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U</a:t>
                </a:r>
                <a:r>
                  <a:rPr lang="en-US" altLang="zh-CN" sz="4000" b="1" i="1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A</a:t>
                </a:r>
                <a:endParaRPr lang="en-US" altLang="zh-CN" sz="4000" b="1" i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14695" name="文本框 5"/>
          <p:cNvSpPr/>
          <p:nvPr/>
        </p:nvSpPr>
        <p:spPr>
          <a:xfrm>
            <a:off x="2170113" y="990600"/>
            <a:ext cx="2916237" cy="60007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符号语言：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696" name="文本框 5"/>
          <p:cNvSpPr/>
          <p:nvPr/>
        </p:nvSpPr>
        <p:spPr>
          <a:xfrm>
            <a:off x="2170113" y="1778000"/>
            <a:ext cx="2916237" cy="598488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图形语言：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697" name="文本框 5"/>
          <p:cNvSpPr/>
          <p:nvPr/>
        </p:nvSpPr>
        <p:spPr>
          <a:xfrm>
            <a:off x="950913" y="3616325"/>
            <a:ext cx="2916237" cy="598488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10000"/>
              </a:lnSpc>
            </a:pP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(3)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性质：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4698" name="组合 36"/>
          <p:cNvGrpSpPr/>
          <p:nvPr/>
        </p:nvGrpSpPr>
        <p:grpSpPr>
          <a:xfrm>
            <a:off x="4476750" y="971550"/>
            <a:ext cx="3867150" cy="706438"/>
            <a:chOff x="-718" y="7172"/>
            <a:chExt cx="6091" cy="1113"/>
          </a:xfrm>
        </p:grpSpPr>
        <p:sp>
          <p:nvSpPr>
            <p:cNvPr id="114712" name="文本框 17"/>
            <p:cNvSpPr/>
            <p:nvPr/>
          </p:nvSpPr>
          <p:spPr>
            <a:xfrm>
              <a:off x="-718" y="7172"/>
              <a:ext cx="6091" cy="111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/>
              <a:r>
                <a:rPr lang="en-US" altLang="zh-CN" sz="4000">
                  <a:solidFill>
                    <a:srgbClr val="FF0000"/>
                  </a:solidFill>
                  <a:latin typeface="Agency FB" panose="020B0503020202020204" pitchFamily="34" charset="0"/>
                  <a:sym typeface="黑体" panose="02010609060101010101" pitchFamily="49" charset="-122"/>
                </a:rPr>
                <a:t>C</a:t>
              </a:r>
              <a:r>
                <a:rPr lang="en-US" altLang="zh-CN" sz="3200" b="1" baseline="-25000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U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A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sym typeface="黑体" panose="02010609060101010101" pitchFamily="49" charset="-122"/>
                </a:rPr>
                <a:t>=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{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|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U,</a:t>
              </a:r>
              <a:r>
                <a:rPr lang="zh-CN" altLang="en-US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且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x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∈</a:t>
              </a:r>
              <a:r>
                <a:rPr lang="en-US" altLang="zh-CN" sz="3200" b="1" i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A</a:t>
              </a:r>
              <a:r>
                <a:rPr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rPr>
                <a:t>}</a:t>
              </a:r>
              <a:endPara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endParaRPr>
            </a:p>
          </p:txBody>
        </p:sp>
        <p:cxnSp>
          <p:nvCxnSpPr>
            <p:cNvPr id="114713" name="直接连接符 38"/>
            <p:cNvCxnSpPr/>
            <p:nvPr/>
          </p:nvCxnSpPr>
          <p:spPr>
            <a:xfrm flipH="1">
              <a:off x="4405" y="7487"/>
              <a:ext cx="143" cy="5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</a:ln>
          </p:spPr>
        </p:cxnSp>
      </p:grpSp>
      <p:sp>
        <p:nvSpPr>
          <p:cNvPr id="114699" name="文本框 39"/>
          <p:cNvSpPr/>
          <p:nvPr/>
        </p:nvSpPr>
        <p:spPr>
          <a:xfrm>
            <a:off x="2454275" y="3616325"/>
            <a:ext cx="3059113" cy="6445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①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40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=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___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14700" name="文本框 40"/>
          <p:cNvSpPr/>
          <p:nvPr/>
        </p:nvSpPr>
        <p:spPr>
          <a:xfrm>
            <a:off x="2890838" y="4214813"/>
            <a:ext cx="2535237" cy="6445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40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=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___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14701" name="文本框 42"/>
          <p:cNvSpPr/>
          <p:nvPr/>
        </p:nvSpPr>
        <p:spPr>
          <a:xfrm>
            <a:off x="5675313" y="3616325"/>
            <a:ext cx="2787650" cy="6445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②</a:t>
            </a:r>
            <a:r>
              <a:rPr lang="en-US" altLang="zh-CN" sz="40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40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=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___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14702" name="文本框 7"/>
          <p:cNvSpPr/>
          <p:nvPr/>
        </p:nvSpPr>
        <p:spPr>
          <a:xfrm>
            <a:off x="4822825" y="3616325"/>
            <a:ext cx="603250" cy="533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4703" name="文本框 7"/>
          <p:cNvSpPr/>
          <p:nvPr/>
        </p:nvSpPr>
        <p:spPr>
          <a:xfrm>
            <a:off x="4757738" y="4249738"/>
            <a:ext cx="603250" cy="533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Ø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4704" name="文本框 7"/>
          <p:cNvSpPr/>
          <p:nvPr/>
        </p:nvSpPr>
        <p:spPr>
          <a:xfrm>
            <a:off x="7789863" y="3616325"/>
            <a:ext cx="604837" cy="533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endParaRPr lang="en-US" altLang="zh-CN" sz="3200" b="1" i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4705" name="文本框 46"/>
          <p:cNvSpPr/>
          <p:nvPr/>
        </p:nvSpPr>
        <p:spPr>
          <a:xfrm>
            <a:off x="8462963" y="3559175"/>
            <a:ext cx="2362200" cy="6461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40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=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___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14706" name="文本框 7"/>
          <p:cNvSpPr/>
          <p:nvPr/>
        </p:nvSpPr>
        <p:spPr>
          <a:xfrm>
            <a:off x="9486900" y="3594100"/>
            <a:ext cx="603250" cy="5349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Ø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4707" name="文本框 48"/>
          <p:cNvSpPr/>
          <p:nvPr/>
        </p:nvSpPr>
        <p:spPr>
          <a:xfrm>
            <a:off x="10360025" y="3559175"/>
            <a:ext cx="3344863" cy="64611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40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Ø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=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  <a:sym typeface="黑体" panose="02010609060101010101" pitchFamily="49" charset="-122"/>
              </a:rPr>
              <a:t>___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ea typeface="微软雅黑" panose="020B0503020204020204" charset="-122"/>
              <a:sym typeface="黑体" panose="02010609060101010101" pitchFamily="49" charset="-122"/>
            </a:endParaRPr>
          </a:p>
        </p:txBody>
      </p:sp>
      <p:sp>
        <p:nvSpPr>
          <p:cNvPr id="114708" name="文本框 7"/>
          <p:cNvSpPr/>
          <p:nvPr/>
        </p:nvSpPr>
        <p:spPr>
          <a:xfrm>
            <a:off x="11383963" y="3594100"/>
            <a:ext cx="603250" cy="5334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4709" name="文本框 4"/>
          <p:cNvSpPr/>
          <p:nvPr/>
        </p:nvSpPr>
        <p:spPr>
          <a:xfrm>
            <a:off x="2474913" y="4895850"/>
            <a:ext cx="4686300" cy="70802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③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4000">
                <a:solidFill>
                  <a:srgbClr val="30303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4000">
                <a:solidFill>
                  <a:srgbClr val="30303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)=</a:t>
            </a:r>
            <a:r>
              <a:rPr lang="en-US" altLang="zh-CN" sz="4000">
                <a:solidFill>
                  <a:srgbClr val="30303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4710" name="文本框 5"/>
          <p:cNvSpPr/>
          <p:nvPr/>
        </p:nvSpPr>
        <p:spPr>
          <a:xfrm>
            <a:off x="2832100" y="5492750"/>
            <a:ext cx="4452938" cy="70643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4000">
                <a:solidFill>
                  <a:srgbClr val="30303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4000">
                <a:solidFill>
                  <a:srgbClr val="30303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)=</a:t>
            </a:r>
            <a:r>
              <a:rPr lang="en-US" altLang="zh-CN" sz="4000">
                <a:solidFill>
                  <a:srgbClr val="30303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 i="1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4711" name="文本框 7"/>
          <p:cNvSpPr/>
          <p:nvPr/>
        </p:nvSpPr>
        <p:spPr>
          <a:xfrm>
            <a:off x="7515225" y="4552950"/>
            <a:ext cx="4019550" cy="1936750"/>
          </a:xfrm>
          <a:prstGeom prst="rect">
            <a:avLst/>
          </a:prstGeom>
          <a:noFill/>
          <a:ln w="15875">
            <a:solidFill>
              <a:schemeClr val="accent1"/>
            </a:solidFill>
            <a:round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</a:pPr>
            <a:r>
              <a:rPr lang="en-US" altLang="zh-CN" sz="3200" b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U={</a:t>
            </a:r>
            <a:r>
              <a:rPr lang="en-US" altLang="zh-CN" sz="3200" b="1" i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∈N|</a:t>
            </a:r>
            <a:r>
              <a:rPr lang="en-US" altLang="zh-CN" sz="3200" b="1" i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&lt;6}</a:t>
            </a:r>
            <a:r>
              <a:rPr lang="zh-CN" altLang="en-US" sz="3200" b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zh-CN" altLang="en-US" sz="3200" b="1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</a:pPr>
            <a:r>
              <a:rPr lang="en-US" altLang="zh-CN" sz="3200" b="1" i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A=</a:t>
            </a:r>
            <a:r>
              <a:rPr lang="en-US" altLang="zh-CN" sz="3200" b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{2,4,5},</a:t>
            </a:r>
            <a:r>
              <a:rPr lang="en-US" altLang="zh-CN" sz="3200" b="1" i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b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={1,3,5}.</a:t>
            </a:r>
            <a:endParaRPr lang="en-US" altLang="zh-CN" sz="3200" b="1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</a:pPr>
            <a:r>
              <a:rPr lang="zh-CN" altLang="en-US" sz="3200" b="1">
                <a:solidFill>
                  <a:srgbClr val="7030A0"/>
                </a:solidFill>
                <a:latin typeface="Times New Roman" panose="02020603050405020304" pitchFamily="18" charset="0"/>
              </a:rPr>
              <a:t>求</a:t>
            </a:r>
            <a:r>
              <a:rPr lang="en-US" altLang="zh-CN" sz="3200" b="1">
                <a:solidFill>
                  <a:srgbClr val="7030A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(</a:t>
            </a:r>
            <a:r>
              <a:rPr lang="en-US" altLang="zh-CN" sz="3600">
                <a:solidFill>
                  <a:srgbClr val="7030A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7030A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 i="1">
                <a:solidFill>
                  <a:srgbClr val="7030A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7030A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)∪(</a:t>
            </a:r>
            <a:r>
              <a:rPr lang="en-US" altLang="zh-CN" sz="3600">
                <a:solidFill>
                  <a:srgbClr val="7030A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="1" baseline="-25000">
                <a:solidFill>
                  <a:srgbClr val="7030A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U</a:t>
            </a:r>
            <a:r>
              <a:rPr lang="en-US" altLang="zh-CN" sz="3200" b="1" i="1">
                <a:solidFill>
                  <a:srgbClr val="7030A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>
                <a:solidFill>
                  <a:srgbClr val="7030A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</a:t>
            </a:r>
            <a:endParaRPr lang="en-US" altLang="zh-CN" sz="3200" b="1">
              <a:solidFill>
                <a:srgbClr val="7030A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4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09" grpId="0"/>
      <p:bldP spid="114710" grpId="0"/>
      <p:bldP spid="1147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矩形 1"/>
          <p:cNvSpPr/>
          <p:nvPr/>
        </p:nvSpPr>
        <p:spPr>
          <a:xfrm>
            <a:off x="0" y="-15875"/>
            <a:ext cx="12211050" cy="890588"/>
          </a:xfrm>
          <a:prstGeom prst="rect">
            <a:avLst/>
          </a:prstGeom>
          <a:gradFill rotWithShape="1">
            <a:gsLst>
              <a:gs pos="0">
                <a:srgbClr val="DF8672"/>
              </a:gs>
              <a:gs pos="50000">
                <a:srgbClr val="E55828"/>
              </a:gs>
              <a:gs pos="100000">
                <a:srgbClr val="D44819"/>
              </a:gs>
            </a:gsLst>
            <a:lin ang="5400000"/>
          </a:gradFill>
          <a:ln>
            <a:noFill/>
            <a:miter lim="800000"/>
          </a:ln>
          <a:effectLst>
            <a:outerShdw blurRad="57150" dist="19050" dir="5400000" algn="ctr">
              <a:srgbClr val="000000">
                <a:alpha val="62999"/>
              </a:srgbClr>
            </a:outerShdw>
          </a:effectLst>
        </p:spPr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15715" name="文本框 5"/>
          <p:cNvSpPr/>
          <p:nvPr/>
        </p:nvSpPr>
        <p:spPr>
          <a:xfrm>
            <a:off x="1414463" y="112713"/>
            <a:ext cx="4297362" cy="700087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新知</a:t>
            </a:r>
            <a:r>
              <a:rPr lang="en-US" altLang="zh-CN" sz="4000" b="1">
                <a:solidFill>
                  <a:schemeClr val="bg1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全集与补集</a:t>
            </a:r>
            <a:endParaRPr lang="zh-CN" altLang="en-US" sz="40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5716" name="图片 7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-4762"/>
            <a:ext cx="792162" cy="792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115717" name="文本占位符 11266"/>
          <p:cNvSpPr>
            <a:spLocks noGrp="1"/>
          </p:cNvSpPr>
          <p:nvPr/>
        </p:nvSpPr>
        <p:spPr>
          <a:xfrm>
            <a:off x="1298575" y="1027113"/>
            <a:ext cx="9985375" cy="121126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0" tIns="0" rIns="0" bIns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[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练习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已知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U=R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|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en-US" altLang="zh-CN" sz="3000" b="1" baseline="30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－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－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2=0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}，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|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mx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+1=0}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，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∩(</a:t>
            </a:r>
            <a:r>
              <a:rPr lang="en-US" altLang="zh-CN" sz="36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000" b="1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R</a:t>
            </a:r>
            <a:r>
              <a:rPr lang="en-US" altLang="zh-CN" sz="30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)=Ø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，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求实数</a:t>
            </a:r>
            <a:r>
              <a:rPr lang="en-US" altLang="zh-CN" sz="3000" b="1" i="1">
                <a:solidFill>
                  <a:srgbClr val="30303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3000" b="1">
                <a:solidFill>
                  <a:srgbClr val="303030"/>
                </a:solidFill>
                <a:latin typeface="Times New Roman" panose="02020603050405020304" pitchFamily="18" charset="0"/>
              </a:rPr>
              <a:t>的值</a:t>
            </a:r>
            <a:r>
              <a:rPr lang="en-US" altLang="zh-CN" sz="3000" b="1">
                <a:solidFill>
                  <a:srgbClr val="303030"/>
                </a:solidFill>
                <a:latin typeface="Times New Roman" panose="02020603050405020304" pitchFamily="18" charset="0"/>
              </a:rPr>
              <a:t>.</a:t>
            </a:r>
            <a:endParaRPr lang="zh-CN" altLang="en-US" sz="30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15718" name="对象 2"/>
          <p:cNvGraphicFramePr>
            <a:graphicFrameLocks noChangeAspect="1"/>
          </p:cNvGraphicFramePr>
          <p:nvPr/>
        </p:nvGraphicFramePr>
        <p:xfrm>
          <a:off x="1552575" y="2390775"/>
          <a:ext cx="31448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" r:id="rId2" imgW="1257300" imgH="215900" progId="Equation.KSEE3">
                  <p:embed/>
                </p:oleObj>
              </mc:Choice>
              <mc:Fallback>
                <p:oleObj name="" r:id="rId2" imgW="12573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52575" y="2390775"/>
                        <a:ext cx="3144838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9" name="文本框 3"/>
          <p:cNvSpPr/>
          <p:nvPr/>
        </p:nvSpPr>
        <p:spPr>
          <a:xfrm>
            <a:off x="2082800" y="2930525"/>
            <a:ext cx="5297488" cy="588963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90000"/>
              </a:lnSpc>
            </a:pPr>
            <a:r>
              <a:rPr lang="en-US" altLang="zh-CN" sz="3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∵</a:t>
            </a:r>
            <a:r>
              <a:rPr lang="en-US" altLang="zh-CN" sz="3000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∩(</a:t>
            </a:r>
            <a:r>
              <a:rPr lang="en-US" altLang="zh-CN" sz="3600">
                <a:solidFill>
                  <a:srgbClr val="30303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000" baseline="-25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R</a:t>
            </a:r>
            <a:r>
              <a:rPr lang="en-US" altLang="zh-CN" sz="3000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)=Ø</a:t>
            </a:r>
            <a:r>
              <a:rPr lang="zh-CN" altLang="en-US" sz="3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，</a:t>
            </a:r>
            <a:r>
              <a:rPr lang="en-US" altLang="zh-CN" sz="3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∴</a:t>
            </a:r>
            <a:r>
              <a:rPr lang="en-US" altLang="zh-CN" sz="3000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⊆</a:t>
            </a:r>
            <a:r>
              <a:rPr lang="en-US" altLang="zh-CN" sz="3000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3000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，则</a:t>
            </a:r>
            <a:endParaRPr lang="en-US" altLang="zh-CN" sz="3000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graphicFrame>
        <p:nvGraphicFramePr>
          <p:cNvPr id="115720" name="对象 6"/>
          <p:cNvGraphicFramePr>
            <a:graphicFrameLocks noChangeAspect="1"/>
          </p:cNvGraphicFramePr>
          <p:nvPr/>
        </p:nvGraphicFramePr>
        <p:xfrm>
          <a:off x="2141538" y="3519488"/>
          <a:ext cx="28908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" r:id="rId4" imgW="1155700" imgH="203200" progId="Equation.KSEE3">
                  <p:embed/>
                </p:oleObj>
              </mc:Choice>
              <mc:Fallback>
                <p:oleObj name="" r:id="rId4" imgW="11557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41538" y="3519488"/>
                        <a:ext cx="2890837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1" name="对象 7"/>
          <p:cNvGraphicFramePr>
            <a:graphicFrameLocks noChangeAspect="1"/>
          </p:cNvGraphicFramePr>
          <p:nvPr/>
        </p:nvGraphicFramePr>
        <p:xfrm>
          <a:off x="2141538" y="4027488"/>
          <a:ext cx="533717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" r:id="rId6" imgW="2133600" imgH="393700" progId="Equation.KSEE3">
                  <p:embed/>
                </p:oleObj>
              </mc:Choice>
              <mc:Fallback>
                <p:oleObj name="" r:id="rId6" imgW="21336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41538" y="4027488"/>
                        <a:ext cx="5337175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2" name="对象 9"/>
          <p:cNvGraphicFramePr>
            <a:graphicFrameLocks noChangeAspect="1"/>
          </p:cNvGraphicFramePr>
          <p:nvPr/>
        </p:nvGraphicFramePr>
        <p:xfrm>
          <a:off x="2141538" y="5011738"/>
          <a:ext cx="51466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" r:id="rId8" imgW="2057400" imgH="215900" progId="Equation.KSEE3">
                  <p:embed/>
                </p:oleObj>
              </mc:Choice>
              <mc:Fallback>
                <p:oleObj name="" r:id="rId8" imgW="20574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41538" y="5011738"/>
                        <a:ext cx="514667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3" name="对象 15"/>
          <p:cNvGraphicFramePr>
            <a:graphicFrameLocks noChangeAspect="1"/>
          </p:cNvGraphicFramePr>
          <p:nvPr/>
        </p:nvGraphicFramePr>
        <p:xfrm>
          <a:off x="2125663" y="5635625"/>
          <a:ext cx="498792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" r:id="rId10" imgW="1993900" imgH="393700" progId="Equation.KSEE3">
                  <p:embed/>
                </p:oleObj>
              </mc:Choice>
              <mc:Fallback>
                <p:oleObj name="" r:id="rId10" imgW="19939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25663" y="5635625"/>
                        <a:ext cx="4987925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5724" name="组合 17"/>
          <p:cNvGrpSpPr/>
          <p:nvPr/>
        </p:nvGrpSpPr>
        <p:grpSpPr>
          <a:xfrm>
            <a:off x="7967663" y="1781175"/>
            <a:ext cx="3133725" cy="1758950"/>
            <a:chOff x="14502" y="7508"/>
            <a:chExt cx="4298" cy="2769"/>
          </a:xfrm>
        </p:grpSpPr>
        <p:sp>
          <p:nvSpPr>
            <p:cNvPr id="115735" name="矩形 19"/>
            <p:cNvSpPr/>
            <p:nvPr/>
          </p:nvSpPr>
          <p:spPr>
            <a:xfrm>
              <a:off x="14502" y="7508"/>
              <a:ext cx="4298" cy="276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marR="0" lvl="0" indent="0" algn="ctr" eaLnBrk="1" hangingPunct="1"/>
              <a:endParaRPr lang="en-US" altLang="en-US">
                <a:solidFill>
                  <a:srgbClr val="303030"/>
                </a:solidFill>
              </a:endParaRPr>
            </a:p>
          </p:txBody>
        </p:sp>
        <p:grpSp>
          <p:nvGrpSpPr>
            <p:cNvPr id="115736" name="组合 24"/>
            <p:cNvGrpSpPr/>
            <p:nvPr/>
          </p:nvGrpSpPr>
          <p:grpSpPr>
            <a:xfrm>
              <a:off x="15907" y="7874"/>
              <a:ext cx="2656" cy="2036"/>
              <a:chOff x="14198" y="4509"/>
              <a:chExt cx="3216" cy="2465"/>
            </a:xfrm>
          </p:grpSpPr>
          <p:sp>
            <p:nvSpPr>
              <p:cNvPr id="115737" name="椭圆 25"/>
              <p:cNvSpPr/>
              <p:nvPr/>
            </p:nvSpPr>
            <p:spPr>
              <a:xfrm>
                <a:off x="14197" y="4508"/>
                <a:ext cx="3216" cy="2466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marR="0" lvl="0" indent="0" algn="ctr" eaLnBrk="1" hangingPunct="1"/>
                <a:endParaRPr lang="en-US" altLang="en-US">
                  <a:solidFill>
                    <a:srgbClr val="303030"/>
                  </a:solidFill>
                </a:endParaRPr>
              </a:p>
            </p:txBody>
          </p:sp>
          <p:sp>
            <p:nvSpPr>
              <p:cNvPr id="115738" name="文本框 2"/>
              <p:cNvSpPr/>
              <p:nvPr/>
            </p:nvSpPr>
            <p:spPr>
              <a:xfrm>
                <a:off x="16202" y="4936"/>
                <a:ext cx="747" cy="1230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90000"/>
                  </a:lnSpc>
                </a:pPr>
                <a:r>
                  <a:rPr lang="en-US" altLang="zh-CN" sz="4000" b="1" i="1">
                    <a:solidFill>
                      <a:srgbClr val="303030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A</a:t>
                </a:r>
                <a:endParaRPr lang="en-US" altLang="zh-CN" sz="4000" b="1" i="1">
                  <a:solidFill>
                    <a:srgbClr val="303030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15725" name="文本框 40"/>
          <p:cNvSpPr/>
          <p:nvPr/>
        </p:nvSpPr>
        <p:spPr>
          <a:xfrm>
            <a:off x="8059738" y="2747963"/>
            <a:ext cx="1023937" cy="7683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44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R</a:t>
            </a:r>
            <a:r>
              <a:rPr lang="en-US" altLang="zh-CN" sz="3200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endParaRPr lang="en-US" altLang="zh-CN" sz="4000" i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115726" name="组合 52"/>
          <p:cNvGrpSpPr/>
          <p:nvPr/>
        </p:nvGrpSpPr>
        <p:grpSpPr>
          <a:xfrm>
            <a:off x="9180513" y="2252663"/>
            <a:ext cx="922337" cy="814387"/>
            <a:chOff x="14457" y="3547"/>
            <a:chExt cx="1452" cy="1284"/>
          </a:xfrm>
        </p:grpSpPr>
        <p:sp>
          <p:nvSpPr>
            <p:cNvPr id="115733" name="椭圆 50"/>
            <p:cNvSpPr/>
            <p:nvPr/>
          </p:nvSpPr>
          <p:spPr>
            <a:xfrm>
              <a:off x="14457" y="3547"/>
              <a:ext cx="1452" cy="1284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2"/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marR="0" lvl="0" indent="0" algn="ctr" eaLnBrk="1" hangingPunct="1"/>
              <a:endParaRPr lang="en-US" altLang="en-US">
                <a:solidFill>
                  <a:srgbClr val="303030"/>
                </a:solidFill>
              </a:endParaRPr>
            </a:p>
          </p:txBody>
        </p:sp>
        <p:sp>
          <p:nvSpPr>
            <p:cNvPr id="115734" name="文本框 2"/>
            <p:cNvSpPr/>
            <p:nvPr/>
          </p:nvSpPr>
          <p:spPr>
            <a:xfrm>
              <a:off x="14829" y="3681"/>
              <a:ext cx="708" cy="101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</a:pPr>
              <a:r>
                <a:rPr lang="en-US" altLang="zh-CN" sz="4000" b="1" i="1">
                  <a:solidFill>
                    <a:srgbClr val="303030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B</a:t>
              </a:r>
              <a:endParaRPr lang="en-US" altLang="zh-CN" sz="4000" b="1" i="1">
                <a:solidFill>
                  <a:srgbClr val="303030"/>
                </a:solidFill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</p:grpSp>
      <p:grpSp>
        <p:nvGrpSpPr>
          <p:cNvPr id="115727" name="组合 53"/>
          <p:cNvGrpSpPr/>
          <p:nvPr/>
        </p:nvGrpSpPr>
        <p:grpSpPr>
          <a:xfrm>
            <a:off x="7967663" y="4027488"/>
            <a:ext cx="3133725" cy="1757362"/>
            <a:chOff x="14502" y="7508"/>
            <a:chExt cx="4298" cy="2769"/>
          </a:xfrm>
        </p:grpSpPr>
        <p:sp>
          <p:nvSpPr>
            <p:cNvPr id="115729" name="矩形 54"/>
            <p:cNvSpPr/>
            <p:nvPr/>
          </p:nvSpPr>
          <p:spPr>
            <a:xfrm>
              <a:off x="14502" y="7508"/>
              <a:ext cx="4298" cy="276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>
              <a:noAutofit/>
            </a:bodyPr>
            <a:lstStyle>
              <a:defPPr>
                <a:defRPr lang="zh-CN"/>
              </a:defPPr>
              <a:lvl1pPr marL="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9144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3716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1828800" indent="0" algn="l" defTabSz="914400" rtl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lang="zh-CN" altLang="en-US" sz="1800" b="0" i="0" u="none" baseline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</a:lstStyle>
            <a:p>
              <a:pPr marL="0" marR="0" lvl="0" indent="0" algn="ctr" eaLnBrk="1" hangingPunct="1"/>
              <a:endParaRPr lang="en-US" altLang="en-US">
                <a:solidFill>
                  <a:srgbClr val="303030"/>
                </a:solidFill>
              </a:endParaRPr>
            </a:p>
          </p:txBody>
        </p:sp>
        <p:grpSp>
          <p:nvGrpSpPr>
            <p:cNvPr id="115730" name="组合 55"/>
            <p:cNvGrpSpPr/>
            <p:nvPr/>
          </p:nvGrpSpPr>
          <p:grpSpPr>
            <a:xfrm>
              <a:off x="15907" y="7874"/>
              <a:ext cx="2657" cy="2036"/>
              <a:chOff x="14198" y="4509"/>
              <a:chExt cx="3216" cy="2465"/>
            </a:xfrm>
          </p:grpSpPr>
          <p:sp>
            <p:nvSpPr>
              <p:cNvPr id="115731" name="椭圆 56"/>
              <p:cNvSpPr/>
              <p:nvPr/>
            </p:nvSpPr>
            <p:spPr>
              <a:xfrm>
                <a:off x="14197" y="4508"/>
                <a:ext cx="3218" cy="2465"/>
              </a:xfrm>
              <a:prstGeom prst="ellipse">
                <a:avLst/>
              </a:prstGeom>
              <a:solidFill>
                <a:srgbClr val="FFFF00"/>
              </a:solidFill>
              <a:ln w="28575">
                <a:solidFill>
                  <a:schemeClr val="tx2"/>
                </a:solidFill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 anchorCtr="0">
                <a:no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marR="0" lvl="0" indent="0" algn="ctr" eaLnBrk="1" hangingPunct="1"/>
                <a:endParaRPr lang="en-US" altLang="en-US">
                  <a:solidFill>
                    <a:srgbClr val="303030"/>
                  </a:solidFill>
                </a:endParaRPr>
              </a:p>
            </p:txBody>
          </p:sp>
          <p:sp>
            <p:nvSpPr>
              <p:cNvPr id="115732" name="文本框 2"/>
              <p:cNvSpPr/>
              <p:nvPr/>
            </p:nvSpPr>
            <p:spPr>
              <a:xfrm>
                <a:off x="14907" y="4865"/>
                <a:ext cx="2128" cy="1230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90000"/>
                  </a:lnSpc>
                </a:pPr>
                <a:r>
                  <a:rPr lang="en-US" altLang="zh-CN" sz="4000" b="1" i="1">
                    <a:solidFill>
                      <a:srgbClr val="303030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A</a:t>
                </a:r>
                <a:r>
                  <a:rPr lang="en-US" altLang="zh-CN" sz="4000" b="1">
                    <a:solidFill>
                      <a:srgbClr val="303030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(</a:t>
                </a:r>
                <a:r>
                  <a:rPr lang="en-US" altLang="zh-CN" sz="4000" b="1" i="1">
                    <a:solidFill>
                      <a:srgbClr val="303030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B</a:t>
                </a:r>
                <a:r>
                  <a:rPr lang="en-US" altLang="zh-CN" sz="4000" b="1">
                    <a:solidFill>
                      <a:srgbClr val="303030"/>
                    </a:solidFill>
                    <a:latin typeface="Times New Roman" panose="02020603050405020304" pitchFamily="18" charset="0"/>
                    <a:ea typeface="微软雅黑" panose="020B0503020204020204" charset="-122"/>
                  </a:rPr>
                  <a:t>)</a:t>
                </a:r>
                <a:endParaRPr lang="en-US" altLang="zh-CN" sz="4000" b="1">
                  <a:solidFill>
                    <a:srgbClr val="303030"/>
                  </a:solidFill>
                  <a:latin typeface="Times New Roman" panose="02020603050405020304" pitchFamily="18" charset="0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15728" name="文本框 40"/>
          <p:cNvSpPr/>
          <p:nvPr/>
        </p:nvSpPr>
        <p:spPr>
          <a:xfrm>
            <a:off x="7969250" y="5016500"/>
            <a:ext cx="1022350" cy="76835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/>
            <a:r>
              <a:rPr lang="en-US" altLang="zh-CN" sz="4400">
                <a:solidFill>
                  <a:srgbClr val="FF0000"/>
                </a:solidFill>
                <a:latin typeface="Agency FB" panose="020B0503020202020204" pitchFamily="34" charset="0"/>
                <a:sym typeface="黑体" panose="02010609060101010101" pitchFamily="49" charset="-122"/>
              </a:rPr>
              <a:t>C</a:t>
            </a:r>
            <a:r>
              <a:rPr lang="en-US" altLang="zh-CN" sz="3200" baseline="-25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R</a:t>
            </a:r>
            <a:r>
              <a:rPr lang="en-US" altLang="zh-CN" sz="3200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endParaRPr lang="en-US" altLang="zh-CN" sz="4000" i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9" grpId="0"/>
      <p:bldP spid="115725" grpId="0"/>
      <p:bldP spid="1157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标题 1"/>
          <p:cNvSpPr>
            <a:spLocks noGrp="1"/>
          </p:cNvSpPr>
          <p:nvPr>
            <p:ph type="title"/>
          </p:nvPr>
        </p:nvSpPr>
        <p:spPr>
          <a:xfrm>
            <a:off x="1100138" y="566738"/>
            <a:ext cx="10515600" cy="809625"/>
          </a:xfrm>
          <a:noFill/>
          <a:ln>
            <a:miter lim="800000"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indent="0" algn="l" defTabSz="9144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3200" b="1" i="0" u="none" kern="1200" baseline="0">
                <a:solidFill>
                  <a:srgbClr val="AC411D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defRPr>
            </a:lvl1pPr>
          </a:lstStyle>
          <a:p>
            <a:pPr lvl="0" algn="ctr" eaLnBrk="1" hangingPunct="1"/>
            <a:r>
              <a:rPr lang="zh-CN" altLang="en-US" sz="4000"/>
              <a:t>课后作业</a:t>
            </a:r>
            <a:endParaRPr lang="zh-CN" altLang="en-US" sz="4000"/>
          </a:p>
        </p:txBody>
      </p:sp>
      <p:sp>
        <p:nvSpPr>
          <p:cNvPr id="116739" name="文本占位符 3"/>
          <p:cNvSpPr>
            <a:spLocks noGrp="1"/>
          </p:cNvSpPr>
          <p:nvPr/>
        </p:nvSpPr>
        <p:spPr>
          <a:xfrm>
            <a:off x="1936750" y="1652588"/>
            <a:ext cx="8672513" cy="3552825"/>
          </a:xfrm>
          <a:prstGeom prst="rect">
            <a:avLst/>
          </a:prstGeom>
          <a:solidFill>
            <a:srgbClr val="F2F2F2"/>
          </a:solidFill>
          <a:ln>
            <a:noFill/>
            <a:miter lim="800000"/>
          </a:ln>
        </p:spPr>
        <p:txBody>
          <a:bodyPr lIns="0" tIns="0" rIns="0" bIns="0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70000"/>
              </a:lnSpc>
              <a:spcBef>
                <a:spcPts val="1800"/>
              </a:spcBef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1.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设</a:t>
            </a:r>
            <a:r>
              <a:rPr lang="zh-CN" altLang="en-US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</a:t>
            </a:r>
            <a:r>
              <a:rPr lang="zh-CN" altLang="en-US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|－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≤</a:t>
            </a:r>
            <a:r>
              <a:rPr lang="zh-CN" altLang="en-US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≤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0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}，</a:t>
            </a:r>
            <a:r>
              <a:rPr lang="zh-CN" altLang="en-US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|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m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－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1&lt;</a:t>
            </a:r>
            <a:r>
              <a:rPr lang="zh-CN" altLang="en-US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≤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m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+3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}，若</a:t>
            </a:r>
            <a:endParaRPr lang="zh-CN" altLang="en-US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pPr marL="0" lvl="0" indent="0" eaLnBrk="1" hangingPunct="1">
              <a:lnSpc>
                <a:spcPct val="70000"/>
              </a:lnSpc>
              <a:spcBef>
                <a:spcPts val="1800"/>
              </a:spcBef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zh-CN" altLang="en-US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∪</a:t>
            </a:r>
            <a:r>
              <a:rPr lang="zh-CN" altLang="en-US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=B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，求实数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m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的取值范围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.</a:t>
            </a:r>
            <a:endParaRPr lang="en-US" altLang="zh-CN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pPr marL="0" lvl="0" indent="0" eaLnBrk="1" hangingPunct="1">
              <a:lnSpc>
                <a:spcPct val="70000"/>
              </a:lnSpc>
              <a:spcBef>
                <a:spcPts val="1800"/>
              </a:spcBef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【变式】设</a:t>
            </a:r>
            <a:r>
              <a:rPr lang="zh-CN" altLang="en-US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</a:t>
            </a:r>
            <a:r>
              <a:rPr lang="zh-CN" altLang="en-US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|－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≤</a:t>
            </a:r>
            <a:r>
              <a:rPr lang="zh-CN" altLang="en-US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≤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5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}，</a:t>
            </a:r>
            <a:r>
              <a:rPr lang="zh-CN" altLang="en-US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={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|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m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－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1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≤</a:t>
            </a:r>
            <a:r>
              <a:rPr lang="zh-CN" altLang="en-US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x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≤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m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}，</a:t>
            </a:r>
            <a:endParaRPr lang="zh-CN" altLang="en-US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pPr marL="0" lvl="0" indent="0" eaLnBrk="1" hangingPunct="1">
              <a:lnSpc>
                <a:spcPct val="70000"/>
              </a:lnSpc>
              <a:spcBef>
                <a:spcPts val="1800"/>
              </a:spcBef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若</a:t>
            </a:r>
            <a:r>
              <a:rPr lang="zh-CN" altLang="en-US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∩</a:t>
            </a:r>
            <a:r>
              <a:rPr lang="zh-CN" altLang="en-US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=B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，求实数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m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的取值范围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.</a:t>
            </a:r>
            <a:endParaRPr lang="zh-CN" altLang="en-US" sz="3200" b="1">
              <a:solidFill>
                <a:srgbClr val="30303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pPr marL="0" lvl="0" indent="0" eaLnBrk="1" hangingPunct="1">
              <a:lnSpc>
                <a:spcPct val="70000"/>
              </a:lnSpc>
              <a:spcBef>
                <a:spcPts val="1800"/>
              </a:spcBef>
              <a:buClr>
                <a:srgbClr val="BA7612"/>
              </a:buClr>
              <a:buSzPct val="70000"/>
              <a:buFont typeface="Wingdings" panose="05000000000000000000" pitchFamily="2" charset="2"/>
            </a:pP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2.P12 </a:t>
            </a:r>
            <a:r>
              <a:rPr lang="en-US" altLang="zh-CN" sz="3200" b="1" i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组第</a:t>
            </a:r>
            <a:r>
              <a:rPr lang="en-US" altLang="zh-CN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3</a:t>
            </a:r>
            <a:r>
              <a:rPr lang="zh-CN" altLang="en-US" sz="3200" b="1">
                <a:solidFill>
                  <a:srgbClr val="30303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题</a:t>
            </a:r>
            <a:endParaRPr lang="zh-CN" altLang="en-US" sz="3200" b="1">
              <a:solidFill>
                <a:srgbClr val="30303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文本框 17"/>
          <p:cNvSpPr/>
          <p:nvPr/>
        </p:nvSpPr>
        <p:spPr>
          <a:xfrm>
            <a:off x="2001838" y="174625"/>
            <a:ext cx="7277100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sz="4400" b="1">
                <a:solidFill>
                  <a:srgbClr val="FF6600"/>
                </a:solidFill>
              </a:rPr>
              <a:t>升级巩固：集合的混合运算</a:t>
            </a:r>
            <a:endParaRPr lang="zh-CN" altLang="en-US" sz="4400" b="1">
              <a:solidFill>
                <a:srgbClr val="FF6600"/>
              </a:solidFill>
            </a:endParaRPr>
          </a:p>
        </p:txBody>
      </p:sp>
      <p:cxnSp>
        <p:nvCxnSpPr>
          <p:cNvPr id="117763" name="直接连接符 18"/>
          <p:cNvCxnSpPr/>
          <p:nvPr/>
        </p:nvCxnSpPr>
        <p:spPr>
          <a:xfrm>
            <a:off x="2001838" y="874713"/>
            <a:ext cx="8234362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</p:spPr>
      </p:cxnSp>
      <p:pic>
        <p:nvPicPr>
          <p:cNvPr id="11776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0" y="1022350"/>
            <a:ext cx="8520113" cy="34131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文本框 17"/>
          <p:cNvSpPr/>
          <p:nvPr/>
        </p:nvSpPr>
        <p:spPr>
          <a:xfrm>
            <a:off x="2001838" y="174625"/>
            <a:ext cx="8234362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sz="3600" b="1">
                <a:solidFill>
                  <a:srgbClr val="FF6600"/>
                </a:solidFill>
                <a:sym typeface="黑体" panose="02010609060101010101" pitchFamily="49" charset="-122"/>
              </a:rPr>
              <a:t>升级巩固：</a:t>
            </a:r>
            <a:r>
              <a:rPr lang="zh-CN" altLang="en-US" sz="3600" b="1">
                <a:solidFill>
                  <a:srgbClr val="FF6600"/>
                </a:solidFill>
              </a:rPr>
              <a:t>根据集合运算结果求参数</a:t>
            </a:r>
            <a:endParaRPr lang="zh-CN" altLang="en-US" sz="3600" b="1">
              <a:solidFill>
                <a:srgbClr val="FF6600"/>
              </a:solidFill>
            </a:endParaRPr>
          </a:p>
        </p:txBody>
      </p:sp>
      <p:cxnSp>
        <p:nvCxnSpPr>
          <p:cNvPr id="118787" name="直接连接符 18"/>
          <p:cNvCxnSpPr/>
          <p:nvPr/>
        </p:nvCxnSpPr>
        <p:spPr>
          <a:xfrm>
            <a:off x="2001838" y="874713"/>
            <a:ext cx="8234362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</p:spPr>
      </p:cxnSp>
      <p:sp>
        <p:nvSpPr>
          <p:cNvPr id="118788" name="圆角矩形 2"/>
          <p:cNvSpPr/>
          <p:nvPr/>
        </p:nvSpPr>
        <p:spPr>
          <a:xfrm>
            <a:off x="2409825" y="3189288"/>
            <a:ext cx="2782888" cy="70008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18789" name="下箭头 3"/>
          <p:cNvSpPr/>
          <p:nvPr/>
        </p:nvSpPr>
        <p:spPr>
          <a:xfrm>
            <a:off x="3268663" y="3889375"/>
            <a:ext cx="338137" cy="62547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marR="0" lvl="0" indent="0" algn="ctr" eaLnBrk="1" hangingPunct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18790" name="文本框 4"/>
          <p:cNvSpPr/>
          <p:nvPr/>
        </p:nvSpPr>
        <p:spPr>
          <a:xfrm>
            <a:off x="2632075" y="4276725"/>
            <a:ext cx="1846263" cy="8921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en-US" altLang="zh-CN" sz="4000" b="1" i="1">
                <a:solidFill>
                  <a:srgbClr val="30303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黑体" panose="02010609060101010101" pitchFamily="49" charset="-122"/>
              </a:rPr>
              <a:t>A=</a:t>
            </a:r>
            <a:r>
              <a:rPr lang="en-US" altLang="en-US" sz="4000" b="1">
                <a:solidFill>
                  <a:srgbClr val="30303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{0,1}</a:t>
            </a:r>
            <a:endParaRPr lang="en-US" altLang="en-US" sz="4000" b="1">
              <a:solidFill>
                <a:srgbClr val="30303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791" name="文本框 5"/>
          <p:cNvSpPr/>
          <p:nvPr/>
        </p:nvSpPr>
        <p:spPr>
          <a:xfrm>
            <a:off x="8447088" y="1663700"/>
            <a:ext cx="436562" cy="8921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en-US" altLang="zh-CN" sz="4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黑体" panose="02010609060101010101" pitchFamily="49" charset="-122"/>
              </a:rPr>
              <a:t>2</a:t>
            </a:r>
            <a:endParaRPr lang="en-US" altLang="zh-CN" sz="4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黑体" panose="02010609060101010101" pitchFamily="49" charset="-122"/>
            </a:endParaRPr>
          </a:p>
        </p:txBody>
      </p:sp>
      <p:sp>
        <p:nvSpPr>
          <p:cNvPr id="118792" name="文本框 6"/>
          <p:cNvSpPr/>
          <p:nvPr/>
        </p:nvSpPr>
        <p:spPr>
          <a:xfrm>
            <a:off x="6726238" y="3079750"/>
            <a:ext cx="436562" cy="8921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en-US" altLang="zh-CN" sz="4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黑体" panose="02010609060101010101" pitchFamily="49" charset="-122"/>
              </a:rPr>
              <a:t>2</a:t>
            </a:r>
            <a:endParaRPr lang="en-US" altLang="zh-CN" sz="4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黑体" panose="02010609060101010101" pitchFamily="49" charset="-122"/>
            </a:endParaRPr>
          </a:p>
        </p:txBody>
      </p:sp>
      <p:pic>
        <p:nvPicPr>
          <p:cNvPr id="11879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0" y="992188"/>
            <a:ext cx="8231188" cy="29718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/>
      <p:bldP spid="118789" grpId="0"/>
      <p:bldP spid="118790" grpId="0"/>
      <p:bldP spid="118791" grpId="0"/>
      <p:bldP spid="11879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810" name="直接连接符 3"/>
          <p:cNvCxnSpPr/>
          <p:nvPr/>
        </p:nvCxnSpPr>
        <p:spPr>
          <a:xfrm>
            <a:off x="2001838" y="874713"/>
            <a:ext cx="8234362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</p:spPr>
      </p:cxnSp>
      <p:sp>
        <p:nvSpPr>
          <p:cNvPr id="119811" name="文本框 17"/>
          <p:cNvSpPr/>
          <p:nvPr/>
        </p:nvSpPr>
        <p:spPr>
          <a:xfrm>
            <a:off x="2001838" y="174625"/>
            <a:ext cx="8234362" cy="700088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sz="3600" b="1">
                <a:solidFill>
                  <a:srgbClr val="FF6600"/>
                </a:solidFill>
                <a:sym typeface="黑体" panose="02010609060101010101" pitchFamily="49" charset="-122"/>
              </a:rPr>
              <a:t>升级巩固：</a:t>
            </a:r>
            <a:r>
              <a:rPr lang="zh-CN" altLang="en-US" sz="3600" b="1">
                <a:solidFill>
                  <a:srgbClr val="FF6600"/>
                </a:solidFill>
              </a:rPr>
              <a:t>根据集合运算结果求参数</a:t>
            </a:r>
            <a:endParaRPr lang="zh-CN" altLang="en-US" sz="3600" b="1">
              <a:solidFill>
                <a:srgbClr val="FF6600"/>
              </a:solidFill>
            </a:endParaRPr>
          </a:p>
        </p:txBody>
      </p:sp>
      <p:grpSp>
        <p:nvGrpSpPr>
          <p:cNvPr id="119812" name="组合 10"/>
          <p:cNvGrpSpPr/>
          <p:nvPr/>
        </p:nvGrpSpPr>
        <p:grpSpPr>
          <a:xfrm>
            <a:off x="1752600" y="1119188"/>
            <a:ext cx="8693150" cy="4522787"/>
            <a:chOff x="360" y="1763"/>
            <a:chExt cx="13690" cy="7122"/>
          </a:xfrm>
        </p:grpSpPr>
        <p:grpSp>
          <p:nvGrpSpPr>
            <p:cNvPr id="119815" name="组合 2"/>
            <p:cNvGrpSpPr/>
            <p:nvPr/>
          </p:nvGrpSpPr>
          <p:grpSpPr>
            <a:xfrm>
              <a:off x="360" y="1763"/>
              <a:ext cx="13690" cy="7123"/>
              <a:chOff x="360" y="1763"/>
              <a:chExt cx="13690" cy="7123"/>
            </a:xfrm>
          </p:grpSpPr>
          <p:sp>
            <p:nvSpPr>
              <p:cNvPr id="119817" name="文本框 99"/>
              <p:cNvSpPr/>
              <p:nvPr/>
            </p:nvSpPr>
            <p:spPr>
              <a:xfrm>
                <a:off x="360" y="1763"/>
                <a:ext cx="13690" cy="7123"/>
              </a:xfrm>
              <a:prstGeom prst="rect">
                <a:avLst/>
              </a:prstGeom>
              <a:noFill/>
              <a:ln>
                <a:noFill/>
                <a:miter lim="800000"/>
              </a:ln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4572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9144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3716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1828800" indent="0" algn="l" defTabSz="914400" rtl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lang="zh-CN" altLang="en-US" sz="1800" b="0" i="0" u="none" baseline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</a:lstStyle>
              <a:p>
                <a:pPr marL="0" lvl="0" indent="0" eaLnBrk="1" hangingPunct="1">
                  <a:lnSpc>
                    <a:spcPct val="150000"/>
                  </a:lnSpc>
                </a:pPr>
                <a:r>
                  <a:rPr lang="en-US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(1)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已知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={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|－1</a:t>
                </a:r>
                <a:r>
                  <a:rPr lang="zh-CN" altLang="en-US" sz="3200" b="1">
                    <a:solidFill>
                      <a:srgbClr val="303030"/>
                    </a:solidFill>
                    <a:latin typeface="黑体" panose="02010609060101010101" pitchFamily="49" charset="-122"/>
                  </a:rPr>
                  <a:t>≤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zh-CN" altLang="en-US" sz="3200" b="1">
                    <a:solidFill>
                      <a:srgbClr val="303030"/>
                    </a:solidFill>
                    <a:latin typeface="黑体" panose="02010609060101010101" pitchFamily="49" charset="-122"/>
                  </a:rPr>
                  <a:t>&lt;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4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}，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={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|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3200" b="1">
                    <a:solidFill>
                      <a:srgbClr val="303030"/>
                    </a:solidFill>
                    <a:latin typeface="黑体" panose="02010609060101010101" pitchFamily="49" charset="-122"/>
                  </a:rPr>
                  <a:t>≥</a:t>
                </a:r>
                <a:r>
                  <a:rPr lang="en-US" altLang="zh-CN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}，若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∩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32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≠    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则实数</a:t>
                </a:r>
                <a:r>
                  <a:rPr lang="en-US" altLang="zh-CN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的取值构成的集合是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____.</a:t>
                </a:r>
                <a:endParaRPr lang="en-US" altLang="zh-CN" sz="3200" b="1">
                  <a:solidFill>
                    <a:srgbClr val="303030"/>
                  </a:solidFill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50000"/>
                  </a:lnSpc>
                </a:pP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【变式】已知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={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|－1</a:t>
                </a:r>
                <a:r>
                  <a:rPr lang="zh-CN" altLang="en-US" sz="3200" b="1">
                    <a:solidFill>
                      <a:srgbClr val="303030"/>
                    </a:solidFill>
                    <a:latin typeface="黑体" panose="02010609060101010101" pitchFamily="49" charset="-122"/>
                    <a:sym typeface="黑体" panose="02010609060101010101" pitchFamily="49" charset="-122"/>
                  </a:rPr>
                  <a:t>≤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3200" b="1">
                    <a:solidFill>
                      <a:srgbClr val="303030"/>
                    </a:solidFill>
                    <a:latin typeface="黑体" panose="02010609060101010101" pitchFamily="49" charset="-122"/>
                  </a:rPr>
                  <a:t>&lt;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4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}，B={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|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3200" b="1">
                    <a:solidFill>
                      <a:srgbClr val="303030"/>
                    </a:solidFill>
                    <a:latin typeface="黑体" panose="02010609060101010101" pitchFamily="49" charset="-122"/>
                  </a:rPr>
                  <a:t>≥</a:t>
                </a:r>
                <a:r>
                  <a:rPr lang="en-US" altLang="zh-CN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}，若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∩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32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=    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，则实数</a:t>
                </a:r>
                <a:r>
                  <a:rPr lang="en-US" altLang="zh-CN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的取值构成的集合是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_____.</a:t>
                </a:r>
                <a:endParaRPr lang="zh-CN" altLang="en-US" sz="3200" b="1">
                  <a:solidFill>
                    <a:srgbClr val="303030"/>
                  </a:solidFill>
                  <a:latin typeface="Times New Roman" panose="02020603050405020304" pitchFamily="18" charset="0"/>
                </a:endParaRPr>
              </a:p>
              <a:p>
                <a:pPr marL="0" lvl="0" indent="0" eaLnBrk="1" hangingPunct="1">
                  <a:lnSpc>
                    <a:spcPct val="150000"/>
                  </a:lnSpc>
                </a:pP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(2)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设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={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|－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3200" b="1">
                    <a:solidFill>
                      <a:srgbClr val="303030"/>
                    </a:solidFill>
                    <a:latin typeface="黑体" panose="02010609060101010101" pitchFamily="49" charset="-122"/>
                    <a:sym typeface="黑体" panose="02010609060101010101" pitchFamily="49" charset="-122"/>
                  </a:rPr>
                  <a:t>≤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zh-CN" altLang="en-US" sz="3200" b="1">
                    <a:solidFill>
                      <a:srgbClr val="303030"/>
                    </a:solidFill>
                    <a:latin typeface="黑体" panose="02010609060101010101" pitchFamily="49" charset="-122"/>
                    <a:sym typeface="黑体" panose="02010609060101010101" pitchFamily="49" charset="-122"/>
                  </a:rPr>
                  <a:t>≤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5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}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={</a:t>
                </a:r>
                <a:r>
                  <a:rPr lang="en-US" altLang="zh-CN" sz="3200" b="1" i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|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2</a:t>
                </a:r>
                <a:r>
                  <a:rPr lang="en-US" altLang="zh-CN" sz="3200" b="1" i="1">
                    <a:solidFill>
                      <a:srgbClr val="30303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m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－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1</a:t>
                </a:r>
                <a:r>
                  <a:rPr lang="en-US" altLang="zh-CN" sz="3200" b="1">
                    <a:solidFill>
                      <a:srgbClr val="303030"/>
                    </a:solidFill>
                    <a:latin typeface="黑体" panose="02010609060101010101" pitchFamily="49" charset="-122"/>
                    <a:sym typeface="黑体" panose="02010609060101010101" pitchFamily="49" charset="-122"/>
                  </a:rPr>
                  <a:t>&lt;</a:t>
                </a:r>
                <a:r>
                  <a:rPr lang="zh-CN" altLang="en-US" sz="3200" b="1" i="1">
                    <a:solidFill>
                      <a:srgbClr val="30303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x</a:t>
                </a:r>
                <a:r>
                  <a:rPr lang="zh-CN" altLang="en-US" sz="3200" b="1">
                    <a:solidFill>
                      <a:srgbClr val="303030"/>
                    </a:solidFill>
                    <a:latin typeface="黑体" panose="02010609060101010101" pitchFamily="49" charset="-122"/>
                    <a:sym typeface="黑体" panose="02010609060101010101" pitchFamily="49" charset="-122"/>
                  </a:rPr>
                  <a:t>≤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2</a:t>
                </a:r>
                <a:r>
                  <a:rPr lang="en-US" altLang="zh-CN" sz="3200" b="1" i="1">
                    <a:solidFill>
                      <a:srgbClr val="30303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m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+1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}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</a:rPr>
                  <a:t>若</a:t>
                </a:r>
                <a:r>
                  <a:rPr lang="zh-CN" altLang="en-US" sz="3200" b="1" i="1">
                    <a:solidFill>
                      <a:srgbClr val="FF000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A</a:t>
                </a:r>
                <a:r>
                  <a:rPr lang="en-US" altLang="zh-CN" sz="3200" b="1">
                    <a:solidFill>
                      <a:srgbClr val="FF000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∪</a:t>
                </a:r>
                <a:r>
                  <a:rPr lang="zh-CN" altLang="en-US" sz="3200" b="1" i="1">
                    <a:solidFill>
                      <a:srgbClr val="FF000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B</a:t>
                </a:r>
                <a:r>
                  <a:rPr lang="en-US" altLang="zh-CN" sz="3200" b="1" i="1">
                    <a:solidFill>
                      <a:srgbClr val="FF000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=A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，则实数</a:t>
                </a:r>
                <a:r>
                  <a:rPr lang="en-US" altLang="zh-CN" sz="3200" b="1" i="1">
                    <a:solidFill>
                      <a:srgbClr val="30303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m</a:t>
                </a:r>
                <a:r>
                  <a:rPr lang="zh-CN" altLang="en-US" sz="3200" b="1">
                    <a:solidFill>
                      <a:srgbClr val="30303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的取值范围是</a:t>
                </a:r>
                <a:r>
                  <a:rPr lang="en-US" altLang="zh-CN" sz="3200" b="1">
                    <a:solidFill>
                      <a:srgbClr val="303030"/>
                    </a:solidFill>
                    <a:latin typeface="Times New Roman" panose="02020603050405020304" pitchFamily="18" charset="0"/>
                    <a:sym typeface="黑体" panose="02010609060101010101" pitchFamily="49" charset="-122"/>
                  </a:rPr>
                  <a:t>________.</a:t>
                </a:r>
                <a:endParaRPr lang="en-US" altLang="zh-CN" sz="3200" b="1">
                  <a:solidFill>
                    <a:srgbClr val="303030"/>
                  </a:solidFill>
                  <a:latin typeface="Times New Roman" panose="02020603050405020304" pitchFamily="18" charset="0"/>
                  <a:sym typeface="黑体" panose="02010609060101010101" pitchFamily="49" charset="-122"/>
                </a:endParaRPr>
              </a:p>
            </p:txBody>
          </p:sp>
          <p:graphicFrame>
            <p:nvGraphicFramePr>
              <p:cNvPr id="119818" name="对象 1"/>
              <p:cNvGraphicFramePr>
                <a:graphicFrameLocks noChangeAspect="1"/>
              </p:cNvGraphicFramePr>
              <p:nvPr/>
            </p:nvGraphicFramePr>
            <p:xfrm>
              <a:off x="2163" y="3315"/>
              <a:ext cx="722" cy="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6" name="" r:id="rId1" imgW="165100" imgH="177800" progId="Equation.KSEE3">
                      <p:embed/>
                    </p:oleObj>
                  </mc:Choice>
                  <mc:Fallback>
                    <p:oleObj name="" r:id="rId1" imgW="165100" imgH="177800" progId="Equation.KSEE3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2163" y="3315"/>
                            <a:ext cx="722" cy="77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 lim="800000"/>
                            <a:headEnd/>
                            <a:tailEnd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9816" name="对象 4"/>
            <p:cNvGraphicFramePr>
              <a:graphicFrameLocks noChangeAspect="1"/>
            </p:cNvGraphicFramePr>
            <p:nvPr/>
          </p:nvGraphicFramePr>
          <p:xfrm>
            <a:off x="2219" y="5620"/>
            <a:ext cx="722" cy="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" name="" r:id="rId3" imgW="165100" imgH="177800" progId="Equation.KSEE3">
                    <p:embed/>
                  </p:oleObj>
                </mc:Choice>
                <mc:Fallback>
                  <p:oleObj name="" r:id="rId3" imgW="165100" imgH="1778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219" y="5620"/>
                          <a:ext cx="722" cy="7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9813" name="文本框 5"/>
          <p:cNvSpPr/>
          <p:nvPr/>
        </p:nvSpPr>
        <p:spPr>
          <a:xfrm>
            <a:off x="8855075" y="1785938"/>
            <a:ext cx="1590675" cy="8112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{</a:t>
            </a:r>
            <a:r>
              <a:rPr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|</a:t>
            </a:r>
            <a:r>
              <a:rPr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&lt;4}</a:t>
            </a:r>
            <a:endParaRPr lang="en-US" altLang="zh-CN" sz="36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19814" name="文本框 9"/>
          <p:cNvSpPr/>
          <p:nvPr/>
        </p:nvSpPr>
        <p:spPr>
          <a:xfrm>
            <a:off x="8770938" y="3249613"/>
            <a:ext cx="1581150" cy="811212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marL="0" lvl="0" indent="0" eaLnBrk="1" hangingPunct="1">
              <a:lnSpc>
                <a:spcPct val="130000"/>
              </a:lnSpc>
            </a:pP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{</a:t>
            </a:r>
            <a:r>
              <a:rPr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|</a:t>
            </a:r>
            <a:r>
              <a:rPr lang="en-US" altLang="zh-CN" sz="3600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a≥</a:t>
            </a:r>
            <a:r>
              <a:rPr lang="en-US" altLang="zh-CN" sz="3600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4}</a:t>
            </a:r>
            <a:endParaRPr lang="en-US" altLang="zh-CN" sz="3600" b="1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pic>
        <p:nvPicPr>
          <p:cNvPr id="119819" name="New 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11582400" y="12331700"/>
            <a:ext cx="355600" cy="266700"/>
          </a:xfrm>
          <a:prstGeom prst="cube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800">
        <p:circle/>
      </p:transition>
    </mc:Choice>
    <mc:Fallback>
      <p:transition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 fill="hold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 fill="hold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3" grpId="0"/>
      <p:bldP spid="119814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#wm#"/>
  <p:tag name="KSO_WM_SLIDE_ID" val="custom119_1"/>
  <p:tag name="KSO_WM_SLIDE_INDEX" val="1"/>
  <p:tag name="KSO_WM_SLIDE_ITEM_CNT" val="2"/>
  <p:tag name="KSO_WM_SLIDE_LAYOUT" val="a_b"/>
  <p:tag name="KSO_WM_SLIDE_LAYOUT_CNT" val="1_1"/>
  <p:tag name="KSO_WM_SLIDE_TYPE" val="title"/>
  <p:tag name="KSO_WM_TAG_VERSION" val="1.0"/>
  <p:tag name="KSO_WM_TEMPLATE_CATEGORY" val="custom"/>
  <p:tag name="KSO_WM_TEMPLATE_INDEX" val="119"/>
  <p:tag name="KSO_WM_TEMPLATE_THUMBS_INDEX" val="1、8、11、13、17、18、20、24"/>
</p:tagLst>
</file>

<file path=ppt/tags/tag3.xml><?xml version="1.0" encoding="utf-8"?>
<p:tagLst xmlns:p="http://schemas.openxmlformats.org/presentationml/2006/main">
  <p:tag name="KSO_WM_BEAUTIFY_FLAG" val="#wm#"/>
  <p:tag name="KSO_WM_DIAGRAM_GROUP_CODE" val="l1-1"/>
  <p:tag name="KSO_WM_SLIDE_ID" val="custom119_7"/>
  <p:tag name="KSO_WM_SLIDE_INDEX" val="7"/>
  <p:tag name="KSO_WM_SLIDE_ITEM_CNT" val="3"/>
  <p:tag name="KSO_WM_SLIDE_LAYOUT" val="a_l_b"/>
  <p:tag name="KSO_WM_SLIDE_LAYOUT_CNT" val="1_1_1"/>
  <p:tag name="KSO_WM_SLIDE_TYPE" val="contents"/>
  <p:tag name="KSO_WM_TAG_VERSION" val="1.0"/>
  <p:tag name="KSO_WM_TEMPLATE_CATEGORY" val="custom"/>
  <p:tag name="KSO_WM_TEMPLATE_INDEX" val="119"/>
</p:tagLst>
</file>

<file path=ppt/tags/tag4.xml><?xml version="1.0" encoding="utf-8"?>
<p:tagLst xmlns:p="http://schemas.openxmlformats.org/presentationml/2006/main">
  <p:tag name="KSO_WM_BEAUTIFY_FLAG" val="#wm#"/>
  <p:tag name="KSO_WM_DIAGRAM_GROUP_CODE" val="n1-1"/>
  <p:tag name="KSO_WM_SLIDE_ID" val="custom119_13"/>
  <p:tag name="KSO_WM_SLIDE_INDEX" val="13"/>
  <p:tag name="KSO_WM_SLIDE_ITEM_CNT" val="3"/>
  <p:tag name="KSO_WM_SLIDE_LAYOUT" val="a_n"/>
  <p:tag name="KSO_WM_SLIDE_LAYOUT_CNT" val="1_1"/>
  <p:tag name="KSO_WM_SLIDE_POSITION" val="115*123"/>
  <p:tag name="KSO_WM_SLIDE_SIZE" val="430*384"/>
  <p:tag name="KSO_WM_SLIDE_TYPE" val="text"/>
  <p:tag name="KSO_WM_TAG_VERSION" val="1.0"/>
  <p:tag name="KSO_WM_TEMPLATE_CATEGORY" val="custom"/>
  <p:tag name="KSO_WM_TEMPLATE_INDEX" val="119"/>
</p:tagLst>
</file>

<file path=ppt/tags/tag5.xml><?xml version="1.0" encoding="utf-8"?>
<p:tagLst xmlns:p="http://schemas.openxmlformats.org/presentationml/2006/main">
  <p:tag name="KSO_WM_BEAUTIFY_FLAG" val="#wm#"/>
  <p:tag name="KSO_WM_DIAGRAM_GROUP_CODE" val="n1-1"/>
  <p:tag name="KSO_WM_SLIDE_ID" val="custom119_13"/>
  <p:tag name="KSO_WM_SLIDE_INDEX" val="13"/>
  <p:tag name="KSO_WM_SLIDE_ITEM_CNT" val="3"/>
  <p:tag name="KSO_WM_SLIDE_LAYOUT" val="a_n"/>
  <p:tag name="KSO_WM_SLIDE_LAYOUT_CNT" val="1_1"/>
  <p:tag name="KSO_WM_SLIDE_POSITION" val="115*123"/>
  <p:tag name="KSO_WM_SLIDE_SIZE" val="430*384"/>
  <p:tag name="KSO_WM_SLIDE_TYPE" val="text"/>
  <p:tag name="KSO_WM_TAG_VERSION" val="1.0"/>
  <p:tag name="KSO_WM_TEMPLATE_CATEGORY" val="custom"/>
  <p:tag name="KSO_WM_TEMPLATE_INDEX" val="119"/>
</p:tagLst>
</file>

<file path=ppt/tags/tag6.xml><?xml version="1.0" encoding="utf-8"?>
<p:tagLst xmlns:p="http://schemas.openxmlformats.org/presentationml/2006/main">
  <p:tag name="KSO_WM_BEAUTIFY_FLAG" val="#wm#"/>
  <p:tag name="KSO_WM_DIAGRAM_GROUP_CODE" val="n1-1"/>
  <p:tag name="KSO_WM_SLIDE_ID" val="custom119_13"/>
  <p:tag name="KSO_WM_SLIDE_INDEX" val="13"/>
  <p:tag name="KSO_WM_SLIDE_ITEM_CNT" val="3"/>
  <p:tag name="KSO_WM_SLIDE_LAYOUT" val="a_n"/>
  <p:tag name="KSO_WM_SLIDE_LAYOUT_CNT" val="1_1"/>
  <p:tag name="KSO_WM_SLIDE_POSITION" val="115*123"/>
  <p:tag name="KSO_WM_SLIDE_SIZE" val="430*384"/>
  <p:tag name="KSO_WM_SLIDE_TYPE" val="text"/>
  <p:tag name="KSO_WM_TAG_VERSION" val="1.0"/>
  <p:tag name="KSO_WM_TEMPLATE_CATEGORY" val="custom"/>
  <p:tag name="KSO_WM_TEMPLATE_INDEX" val="119"/>
</p:tagLst>
</file>

<file path=ppt/tags/tag7.xml><?xml version="1.0" encoding="utf-8"?>
<p:tagLst xmlns:p="http://schemas.openxmlformats.org/presentationml/2006/main">
  <p:tag name="KSO_WM_BEAUTIFY_FLAG" val="#wm#"/>
  <p:tag name="KSO_WM_DIAGRAM_GROUP_CODE" val="n1-1"/>
  <p:tag name="KSO_WM_SLIDE_ID" val="custom119_13"/>
  <p:tag name="KSO_WM_SLIDE_INDEX" val="13"/>
  <p:tag name="KSO_WM_SLIDE_ITEM_CNT" val="3"/>
  <p:tag name="KSO_WM_SLIDE_LAYOUT" val="a_n"/>
  <p:tag name="KSO_WM_SLIDE_LAYOUT_CNT" val="1_1"/>
  <p:tag name="KSO_WM_SLIDE_POSITION" val="115*123"/>
  <p:tag name="KSO_WM_SLIDE_SIZE" val="430*384"/>
  <p:tag name="KSO_WM_SLIDE_TYPE" val="text"/>
  <p:tag name="KSO_WM_TAG_VERSION" val="1.0"/>
  <p:tag name="KSO_WM_TEMPLATE_CATEGORY" val="custom"/>
  <p:tag name="KSO_WM_TEMPLATE_INDEX" val="119"/>
</p:tagLst>
</file>

<file path=ppt/tags/tag8.xml><?xml version="1.0" encoding="utf-8"?>
<p:tagLst xmlns:p="http://schemas.openxmlformats.org/presentationml/2006/main">
  <p:tag name="KSO_WM_BEAUTIFY_FLAG" val="#wm#"/>
  <p:tag name="KSO_WM_DIAGRAM_GROUP_CODE" val="n1-1"/>
  <p:tag name="KSO_WM_SLIDE_ID" val="custom119_13"/>
  <p:tag name="KSO_WM_SLIDE_INDEX" val="13"/>
  <p:tag name="KSO_WM_SLIDE_ITEM_CNT" val="3"/>
  <p:tag name="KSO_WM_SLIDE_LAYOUT" val="a_n"/>
  <p:tag name="KSO_WM_SLIDE_LAYOUT_CNT" val="1_1"/>
  <p:tag name="KSO_WM_SLIDE_POSITION" val="115*123"/>
  <p:tag name="KSO_WM_SLIDE_SIZE" val="430*384"/>
  <p:tag name="KSO_WM_SLIDE_TYPE" val="text"/>
  <p:tag name="KSO_WM_TAG_VERSION" val="1.0"/>
  <p:tag name="KSO_WM_TEMPLATE_CATEGORY" val="custom"/>
  <p:tag name="KSO_WM_TEMPLATE_INDEX" val="119"/>
</p:tagLst>
</file>

<file path=ppt/tags/tag9.xml><?xml version="1.0" encoding="utf-8"?>
<p:tagLst xmlns:p="http://schemas.openxmlformats.org/presentationml/2006/main">
  <p:tag name="KSO_WM_BEAUTIFY_FLAG" val="#wm#"/>
  <p:tag name="KSO_WM_DIAGRAM_GROUP_CODE" val="n1-1"/>
  <p:tag name="KSO_WM_SLIDE_ID" val="custom119_13"/>
  <p:tag name="KSO_WM_SLIDE_INDEX" val="13"/>
  <p:tag name="KSO_WM_SLIDE_ITEM_CNT" val="3"/>
  <p:tag name="KSO_WM_SLIDE_LAYOUT" val="a_n"/>
  <p:tag name="KSO_WM_SLIDE_LAYOUT_CNT" val="1_1"/>
  <p:tag name="KSO_WM_SLIDE_POSITION" val="115*123"/>
  <p:tag name="KSO_WM_SLIDE_SIZE" val="430*384"/>
  <p:tag name="KSO_WM_SLIDE_TYPE" val="text"/>
  <p:tag name="KSO_WM_TAG_VERSION" val="1.0"/>
  <p:tag name="KSO_WM_TEMPLATE_CATEGORY" val="custom"/>
  <p:tag name="KSO_WM_TEMPLATE_INDEX" val="119"/>
</p:tagLst>
</file>

<file path=ppt/tags/tag10.xml><?xml version="1.0" encoding="utf-8"?>
<p:tagLst xmlns:p="http://schemas.openxmlformats.org/presentationml/2006/main">
  <p:tag name="KSO_WM_BEAUTIFY_FLAG" val="#wm#"/>
  <p:tag name="KSO_WM_DIAGRAM_GROUP_CODE" val="n1-1"/>
  <p:tag name="KSO_WM_SLIDE_ID" val="custom119_13"/>
  <p:tag name="KSO_WM_SLIDE_INDEX" val="13"/>
  <p:tag name="KSO_WM_SLIDE_ITEM_CNT" val="3"/>
  <p:tag name="KSO_WM_SLIDE_LAYOUT" val="a_n"/>
  <p:tag name="KSO_WM_SLIDE_LAYOUT_CNT" val="1_1"/>
  <p:tag name="KSO_WM_SLIDE_POSITION" val="115*123"/>
  <p:tag name="KSO_WM_SLIDE_SIZE" val="430*384"/>
  <p:tag name="KSO_WM_SLIDE_TYPE" val="text"/>
  <p:tag name="KSO_WM_TAG_VERSION" val="1.0"/>
  <p:tag name="KSO_WM_TEMPLATE_CATEGORY" val="custom"/>
  <p:tag name="KSO_WM_TEMPLATE_INDEX" val="119"/>
</p:tagLst>
</file>

<file path=ppt/tags/tag11.xml><?xml version="1.0" encoding="utf-8"?>
<p:tagLst xmlns:p="http://schemas.openxmlformats.org/presentationml/2006/main">
  <p:tag name="KSO_WM_BEAUTIFY_FLAG" val="#wm#"/>
  <p:tag name="KSO_WM_DIAGRAM_GROUP_CODE" val="n1-1"/>
  <p:tag name="KSO_WM_SLIDE_ID" val="custom119_13"/>
  <p:tag name="KSO_WM_SLIDE_INDEX" val="13"/>
  <p:tag name="KSO_WM_SLIDE_ITEM_CNT" val="3"/>
  <p:tag name="KSO_WM_SLIDE_LAYOUT" val="a_n"/>
  <p:tag name="KSO_WM_SLIDE_LAYOUT_CNT" val="1_1"/>
  <p:tag name="KSO_WM_SLIDE_POSITION" val="115*123"/>
  <p:tag name="KSO_WM_SLIDE_SIZE" val="430*384"/>
  <p:tag name="KSO_WM_SLIDE_TYPE" val="text"/>
  <p:tag name="KSO_WM_TAG_VERSION" val="1.0"/>
  <p:tag name="KSO_WM_TEMPLATE_CATEGORY" val="custom"/>
  <p:tag name="KSO_WM_TEMPLATE_INDEX" val="119"/>
</p:tagLst>
</file>

<file path=ppt/tags/tag12.xml><?xml version="1.0" encoding="utf-8"?>
<p:tagLst xmlns:p="http://schemas.openxmlformats.org/presentationml/2006/main">
  <p:tag name="KSO_WM_BEAUTIFY_FLAG" val="#wm#"/>
  <p:tag name="KSO_WM_SLIDE_ID" val="custom119_1"/>
  <p:tag name="KSO_WM_SLIDE_INDEX" val="1"/>
  <p:tag name="KSO_WM_SLIDE_ITEM_CNT" val="2"/>
  <p:tag name="KSO_WM_SLIDE_LAYOUT" val="a_b"/>
  <p:tag name="KSO_WM_SLIDE_LAYOUT_CNT" val="1_1"/>
  <p:tag name="KSO_WM_SLIDE_TYPE" val="title"/>
  <p:tag name="KSO_WM_TAG_VERSION" val="1.0"/>
  <p:tag name="KSO_WM_TEMPLATE_CATEGORY" val="custom"/>
  <p:tag name="KSO_WM_TEMPLATE_INDEX" val="119"/>
  <p:tag name="KSO_WM_TEMPLATE_THUMBS_INDEX" val="1、8、11、13、17、18、20、24"/>
</p:tagLst>
</file>

<file path=ppt/tags/tag13.xml><?xml version="1.0" encoding="utf-8"?>
<p:tagLst xmlns:p="http://schemas.openxmlformats.org/presentationml/2006/main">
  <p:tag name="KSO_WM_BEAUTIFY_FLAG" val="#wm#"/>
  <p:tag name="KSO_WM_DIAGRAM_GROUP_CODE" val="n1-1"/>
  <p:tag name="KSO_WM_SLIDE_ID" val="custom119_13"/>
  <p:tag name="KSO_WM_SLIDE_INDEX" val="13"/>
  <p:tag name="KSO_WM_SLIDE_ITEM_CNT" val="3"/>
  <p:tag name="KSO_WM_SLIDE_LAYOUT" val="a_n"/>
  <p:tag name="KSO_WM_SLIDE_LAYOUT_CNT" val="1_1"/>
  <p:tag name="KSO_WM_SLIDE_POSITION" val="115*123"/>
  <p:tag name="KSO_WM_SLIDE_SIZE" val="430*384"/>
  <p:tag name="KSO_WM_SLIDE_TYPE" val="text"/>
  <p:tag name="KSO_WM_TAG_VERSION" val="1.0"/>
  <p:tag name="KSO_WM_TEMPLATE_CATEGORY" val="custom"/>
  <p:tag name="KSO_WM_TEMPLATE_INDEX" val="119"/>
</p:tagLst>
</file>

<file path=ppt/tags/tag14.xml><?xml version="1.0" encoding="utf-8"?>
<p:tagLst xmlns:p="http://schemas.openxmlformats.org/presentationml/2006/main">
  <p:tag name="KSO_WM_BEAUTIFY_FLAG" val="#wm#"/>
  <p:tag name="KSO_WM_DIAGRAM_GROUP_CODE" val="m1-1"/>
  <p:tag name="KSO_WM_SLIDE_ID" val="custom119_20"/>
  <p:tag name="KSO_WM_SLIDE_INDEX" val="20"/>
  <p:tag name="KSO_WM_SLIDE_ITEM_CNT" val="3"/>
  <p:tag name="KSO_WM_SLIDE_LAYOUT" val="a_m_g"/>
  <p:tag name="KSO_WM_SLIDE_LAYOUT_CNT" val="1_1_1"/>
  <p:tag name="KSO_WM_SLIDE_POSITION" val="47*164"/>
  <p:tag name="KSO_WM_SLIDE_SIZE" val="613*296"/>
  <p:tag name="KSO_WM_SLIDE_TYPE" val="text"/>
  <p:tag name="KSO_WM_TAG_VERSION" val="1.0"/>
  <p:tag name="KSO_WM_TEMPLATE_CATEGORY" val="custom"/>
  <p:tag name="KSO_WM_TEMPLATE_INDEX" val="119"/>
</p:tagLst>
</file>

<file path=ppt/tags/tag15.xml><?xml version="1.0" encoding="utf-8"?>
<p:tagLst xmlns:p="http://schemas.openxmlformats.org/presentationml/2006/main">
  <p:tag name="KSO_WM_BEAUTIFY_FLAG" val="#wm#"/>
  <p:tag name="KSO_WM_DIAGRAM_GROUP_CODE" val="m1-1"/>
  <p:tag name="KSO_WM_SLIDE_ID" val="custom119_20"/>
  <p:tag name="KSO_WM_SLIDE_INDEX" val="20"/>
  <p:tag name="KSO_WM_SLIDE_ITEM_CNT" val="3"/>
  <p:tag name="KSO_WM_SLIDE_LAYOUT" val="a_m_g"/>
  <p:tag name="KSO_WM_SLIDE_LAYOUT_CNT" val="1_1_1"/>
  <p:tag name="KSO_WM_SLIDE_POSITION" val="47*164"/>
  <p:tag name="KSO_WM_SLIDE_SIZE" val="613*296"/>
  <p:tag name="KSO_WM_SLIDE_TYPE" val="text"/>
  <p:tag name="KSO_WM_TAG_VERSION" val="1.0"/>
  <p:tag name="KSO_WM_TEMPLATE_CATEGORY" val="custom"/>
  <p:tag name="KSO_WM_TEMPLATE_INDEX" val="119"/>
</p:tagLst>
</file>

<file path=ppt/tags/tag16.xml><?xml version="1.0" encoding="utf-8"?>
<p:tagLst xmlns:p="http://schemas.openxmlformats.org/presentationml/2006/main">
  <p:tag name="KSO_WM_BEAUTIFY_FLAG" val="#wm#"/>
  <p:tag name="KSO_WM_DIAGRAM_GROUP_CODE" val="m1-1"/>
  <p:tag name="KSO_WM_SLIDE_ID" val="custom119_20"/>
  <p:tag name="KSO_WM_SLIDE_INDEX" val="20"/>
  <p:tag name="KSO_WM_SLIDE_ITEM_CNT" val="3"/>
  <p:tag name="KSO_WM_SLIDE_LAYOUT" val="a_m_g"/>
  <p:tag name="KSO_WM_SLIDE_LAYOUT_CNT" val="1_1_1"/>
  <p:tag name="KSO_WM_SLIDE_POSITION" val="47*164"/>
  <p:tag name="KSO_WM_SLIDE_SIZE" val="613*296"/>
  <p:tag name="KSO_WM_SLIDE_TYPE" val="text"/>
  <p:tag name="KSO_WM_TAG_VERSION" val="1.0"/>
  <p:tag name="KSO_WM_TEMPLATE_CATEGORY" val="custom"/>
  <p:tag name="KSO_WM_TEMPLATE_INDEX" val="119"/>
</p:tagLst>
</file>

<file path=ppt/tags/tag17.xml><?xml version="1.0" encoding="utf-8"?>
<p:tagLst xmlns:p="http://schemas.openxmlformats.org/presentationml/2006/main">
  <p:tag name="KSO_WM_BEAUTIFY_FLAG" val="#wm#"/>
  <p:tag name="KSO_WM_DIAGRAM_GROUP_CODE" val="m1-1"/>
  <p:tag name="KSO_WM_SLIDE_ID" val="custom119_20"/>
  <p:tag name="KSO_WM_SLIDE_INDEX" val="20"/>
  <p:tag name="KSO_WM_SLIDE_ITEM_CNT" val="3"/>
  <p:tag name="KSO_WM_SLIDE_LAYOUT" val="a_m_g"/>
  <p:tag name="KSO_WM_SLIDE_LAYOUT_CNT" val="1_1_1"/>
  <p:tag name="KSO_WM_SLIDE_POSITION" val="47*164"/>
  <p:tag name="KSO_WM_SLIDE_SIZE" val="613*296"/>
  <p:tag name="KSO_WM_SLIDE_TYPE" val="text"/>
  <p:tag name="KSO_WM_TAG_VERSION" val="1.0"/>
  <p:tag name="KSO_WM_TEMPLATE_CATEGORY" val="custom"/>
  <p:tag name="KSO_WM_TEMPLATE_INDEX" val="119"/>
</p:tagLst>
</file>

<file path=ppt/tags/tag18.xml><?xml version="1.0" encoding="utf-8"?>
<p:tagLst xmlns:p="http://schemas.openxmlformats.org/presentationml/2006/main">
  <p:tag name="KSO_WM_BEAUTIFY_FLAG" val="#wm#"/>
  <p:tag name="KSO_WM_DIAGRAM_GROUP_CODE" val="n1-1"/>
  <p:tag name="KSO_WM_SLIDE_ID" val="custom119_13"/>
  <p:tag name="KSO_WM_SLIDE_INDEX" val="13"/>
  <p:tag name="KSO_WM_SLIDE_ITEM_CNT" val="3"/>
  <p:tag name="KSO_WM_SLIDE_LAYOUT" val="a_n"/>
  <p:tag name="KSO_WM_SLIDE_LAYOUT_CNT" val="1_1"/>
  <p:tag name="KSO_WM_SLIDE_POSITION" val="115*123"/>
  <p:tag name="KSO_WM_SLIDE_SIZE" val="430*384"/>
  <p:tag name="KSO_WM_SLIDE_TYPE" val="text"/>
  <p:tag name="KSO_WM_TAG_VERSION" val="1.0"/>
  <p:tag name="KSO_WM_TEMPLATE_CATEGORY" val="custom"/>
  <p:tag name="KSO_WM_TEMPLATE_INDEX" val="119"/>
</p:tagLst>
</file>

<file path=ppt/tags/tag19.xml><?xml version="1.0" encoding="utf-8"?>
<p:tagLst xmlns:p="http://schemas.openxmlformats.org/presentationml/2006/main">
  <p:tag name="KSO_WM_BEAUTIFY_FLAG" val="#wm#"/>
  <p:tag name="KSO_WM_DIAGRAM_GROUP_CODE" val="m1-1"/>
  <p:tag name="KSO_WM_SLIDE_ID" val="custom119_20"/>
  <p:tag name="KSO_WM_SLIDE_INDEX" val="20"/>
  <p:tag name="KSO_WM_SLIDE_ITEM_CNT" val="3"/>
  <p:tag name="KSO_WM_SLIDE_LAYOUT" val="a_m_g"/>
  <p:tag name="KSO_WM_SLIDE_LAYOUT_CNT" val="1_1_1"/>
  <p:tag name="KSO_WM_SLIDE_POSITION" val="47*164"/>
  <p:tag name="KSO_WM_SLIDE_SIZE" val="613*296"/>
  <p:tag name="KSO_WM_SLIDE_TYPE" val="text"/>
  <p:tag name="KSO_WM_TAG_VERSION" val="1.0"/>
  <p:tag name="KSO_WM_TEMPLATE_CATEGORY" val="custom"/>
  <p:tag name="KSO_WM_TEMPLATE_INDEX" val="119"/>
</p:tagLst>
</file>

<file path=ppt/tags/tag20.xml><?xml version="1.0" encoding="utf-8"?>
<p:tagLst xmlns:p="http://schemas.openxmlformats.org/presentationml/2006/main">
  <p:tag name="KSO_WM_BEAUTIFY_FLAG" val="#wm#"/>
  <p:tag name="KSO_WM_DIAGRAM_GROUP_CODE" val="m1-1"/>
  <p:tag name="KSO_WM_SLIDE_ID" val="custom119_20"/>
  <p:tag name="KSO_WM_SLIDE_INDEX" val="20"/>
  <p:tag name="KSO_WM_SLIDE_ITEM_CNT" val="3"/>
  <p:tag name="KSO_WM_SLIDE_LAYOUT" val="a_m_g"/>
  <p:tag name="KSO_WM_SLIDE_LAYOUT_CNT" val="1_1_1"/>
  <p:tag name="KSO_WM_SLIDE_POSITION" val="47*164"/>
  <p:tag name="KSO_WM_SLIDE_SIZE" val="613*296"/>
  <p:tag name="KSO_WM_SLIDE_TYPE" val="text"/>
  <p:tag name="KSO_WM_TAG_VERSION" val="1.0"/>
  <p:tag name="KSO_WM_TEMPLATE_CATEGORY" val="custom"/>
  <p:tag name="KSO_WM_TEMPLATE_INDEX" val="119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19"/>
</p:tagLst>
</file>

<file path=ppt/tags/tag22.xml><?xml version="1.0" encoding="utf-8"?>
<p:tagLst xmlns:p="http://schemas.openxmlformats.org/presentationml/2006/main">
  <p:tag name="KSO_WM_BEAUTIFY_FLAG" val="#wm#"/>
  <p:tag name="KSO_WM_DIAGRAM_GROUP_CODE" val="n1-1"/>
  <p:tag name="KSO_WM_SLIDE_ID" val="custom119_13"/>
  <p:tag name="KSO_WM_SLIDE_INDEX" val="13"/>
  <p:tag name="KSO_WM_SLIDE_ITEM_CNT" val="3"/>
  <p:tag name="KSO_WM_SLIDE_LAYOUT" val="a_n"/>
  <p:tag name="KSO_WM_SLIDE_LAYOUT_CNT" val="1_1"/>
  <p:tag name="KSO_WM_SLIDE_POSITION" val="115*123"/>
  <p:tag name="KSO_WM_SLIDE_SIZE" val="430*384"/>
  <p:tag name="KSO_WM_SLIDE_TYPE" val="text"/>
  <p:tag name="KSO_WM_TAG_VERSION" val="1.0"/>
  <p:tag name="KSO_WM_TEMPLATE_CATEGORY" val="custom"/>
  <p:tag name="KSO_WM_TEMPLATE_INDEX" val="119"/>
</p:tagLst>
</file>

<file path=ppt/tags/tag23.xml><?xml version="1.0" encoding="utf-8"?>
<p:tagLst xmlns:p="http://schemas.openxmlformats.org/presentationml/2006/main">
  <p:tag name="KSO_WM_BEAUTIFY_FLAG" val="#wm#"/>
  <p:tag name="KSO_WM_DIAGRAM_GROUP_CODE" val="n1-1"/>
  <p:tag name="KSO_WM_SLIDE_ID" val="custom119_13"/>
  <p:tag name="KSO_WM_SLIDE_INDEX" val="13"/>
  <p:tag name="KSO_WM_SLIDE_ITEM_CNT" val="3"/>
  <p:tag name="KSO_WM_SLIDE_LAYOUT" val="a_n"/>
  <p:tag name="KSO_WM_SLIDE_LAYOUT_CNT" val="1_1"/>
  <p:tag name="KSO_WM_SLIDE_POSITION" val="115*123"/>
  <p:tag name="KSO_WM_SLIDE_SIZE" val="430*384"/>
  <p:tag name="KSO_WM_SLIDE_TYPE" val="text"/>
  <p:tag name="KSO_WM_TAG_VERSION" val="1.0"/>
  <p:tag name="KSO_WM_TEMPLATE_CATEGORY" val="custom"/>
  <p:tag name="KSO_WM_TEMPLATE_INDEX" val="119"/>
</p:tagLst>
</file>

<file path=ppt/tags/tag24.xml><?xml version="1.0" encoding="utf-8"?>
<p:tagLst xmlns:p="http://schemas.openxmlformats.org/presentationml/2006/main">
  <p:tag name="KSO_WM_BEAUTIFY_FLAG" val="#wm#"/>
  <p:tag name="KSO_WM_DIAGRAM_GROUP_CODE" val="m1-1"/>
  <p:tag name="KSO_WM_SLIDE_ID" val="custom119_20"/>
  <p:tag name="KSO_WM_SLIDE_INDEX" val="20"/>
  <p:tag name="KSO_WM_SLIDE_ITEM_CNT" val="3"/>
  <p:tag name="KSO_WM_SLIDE_LAYOUT" val="a_m_g"/>
  <p:tag name="KSO_WM_SLIDE_LAYOUT_CNT" val="1_1_1"/>
  <p:tag name="KSO_WM_SLIDE_POSITION" val="47*164"/>
  <p:tag name="KSO_WM_SLIDE_SIZE" val="613*296"/>
  <p:tag name="KSO_WM_SLIDE_TYPE" val="text"/>
  <p:tag name="KSO_WM_TAG_VERSION" val="1.0"/>
  <p:tag name="KSO_WM_TEMPLATE_CATEGORY" val="custom"/>
  <p:tag name="KSO_WM_TEMPLATE_INDEX" val="119"/>
</p:tagLst>
</file>

<file path=ppt/tags/tag25.xml><?xml version="1.0" encoding="utf-8"?>
<p:tagLst xmlns:p="http://schemas.openxmlformats.org/presentationml/2006/main">
  <p:tag name="AS_OS" val="Unix 3.10 unknown"/>
  <p:tag name="AS_RELEASE_DATE" val="2020.11.30"/>
  <p:tag name="AS_TITLE" val="Aspose.Slides for Java"/>
  <p:tag name="AS_VERSION" val="20.11"/>
  <p:tag name="COMMONDATA" val="eyJoZGlkIjoiNTMxMzIzY2ZmYTJlMDViNWZlNzkwZDk5ODJjYWJjMzgifQ=="/>
  <p:tag name="commondata" val="eyJoZGlkIjoiMDBjYjA5NWI2NTcxMjEwMDg2NWEwNjE3MjllZTk2ZjkifQ=="/>
</p:tagLst>
</file>

<file path=ppt/theme/theme1.xml><?xml version="1.0" encoding="utf-8"?>
<a:theme xmlns:a="http://schemas.openxmlformats.org/drawingml/2006/main" name="1_A000120140530A99PPBG">
  <a:themeElements>
    <a:clrScheme name="自定义 197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DC5C31"/>
      </a:accent1>
      <a:accent2>
        <a:srgbClr val="EA9B26"/>
      </a:accent2>
      <a:accent3>
        <a:srgbClr val="D36D8D"/>
      </a:accent3>
      <a:accent4>
        <a:srgbClr val="D46E5A"/>
      </a:accent4>
      <a:accent5>
        <a:srgbClr val="00B0F0"/>
      </a:accent5>
      <a:accent6>
        <a:srgbClr val="AA5ED4"/>
      </a:accent6>
      <a:hlink>
        <a:srgbClr val="FCCF86"/>
      </a:hlink>
      <a:folHlink>
        <a:srgbClr val="AFB2B4"/>
      </a:folHlink>
    </a:clrScheme>
    <a:fontScheme name="自定义 26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A000120140530A99PPBG">
  <a:themeElements>
    <a:clrScheme name="自定义 197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DC5C31"/>
      </a:accent1>
      <a:accent2>
        <a:srgbClr val="EA9B26"/>
      </a:accent2>
      <a:accent3>
        <a:srgbClr val="D36D8D"/>
      </a:accent3>
      <a:accent4>
        <a:srgbClr val="D46E5A"/>
      </a:accent4>
      <a:accent5>
        <a:srgbClr val="00B0F0"/>
      </a:accent5>
      <a:accent6>
        <a:srgbClr val="AA5ED4"/>
      </a:accent6>
      <a:hlink>
        <a:srgbClr val="FCCF86"/>
      </a:hlink>
      <a:folHlink>
        <a:srgbClr val="AFB2B4"/>
      </a:folHlink>
    </a:clrScheme>
    <a:fontScheme name="自定义 26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7_A000120140530A99PPBG">
  <a:themeElements>
    <a:clrScheme name="自定义 197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DC5C31"/>
      </a:accent1>
      <a:accent2>
        <a:srgbClr val="EA9B26"/>
      </a:accent2>
      <a:accent3>
        <a:srgbClr val="D36D8D"/>
      </a:accent3>
      <a:accent4>
        <a:srgbClr val="D46E5A"/>
      </a:accent4>
      <a:accent5>
        <a:srgbClr val="00B0F0"/>
      </a:accent5>
      <a:accent6>
        <a:srgbClr val="AA5ED4"/>
      </a:accent6>
      <a:hlink>
        <a:srgbClr val="FCCF86"/>
      </a:hlink>
      <a:folHlink>
        <a:srgbClr val="AFB2B4"/>
      </a:folHlink>
    </a:clrScheme>
    <a:fontScheme name="自定义 26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A000120140530A99PPBG">
  <a:themeElements>
    <a:clrScheme name="自定义 197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DC5C31"/>
      </a:accent1>
      <a:accent2>
        <a:srgbClr val="EA9B26"/>
      </a:accent2>
      <a:accent3>
        <a:srgbClr val="D36D8D"/>
      </a:accent3>
      <a:accent4>
        <a:srgbClr val="D46E5A"/>
      </a:accent4>
      <a:accent5>
        <a:srgbClr val="00B0F0"/>
      </a:accent5>
      <a:accent6>
        <a:srgbClr val="AA5ED4"/>
      </a:accent6>
      <a:hlink>
        <a:srgbClr val="FCCF86"/>
      </a:hlink>
      <a:folHlink>
        <a:srgbClr val="AFB2B4"/>
      </a:folHlink>
    </a:clrScheme>
    <a:fontScheme name="自定义 26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0_A000120140530A99PPBG">
  <a:themeElements>
    <a:clrScheme name="自定义 197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DC5C31"/>
      </a:accent1>
      <a:accent2>
        <a:srgbClr val="EA9B26"/>
      </a:accent2>
      <a:accent3>
        <a:srgbClr val="D36D8D"/>
      </a:accent3>
      <a:accent4>
        <a:srgbClr val="D46E5A"/>
      </a:accent4>
      <a:accent5>
        <a:srgbClr val="00B0F0"/>
      </a:accent5>
      <a:accent6>
        <a:srgbClr val="AA5ED4"/>
      </a:accent6>
      <a:hlink>
        <a:srgbClr val="FCCF86"/>
      </a:hlink>
      <a:folHlink>
        <a:srgbClr val="AFB2B4"/>
      </a:folHlink>
    </a:clrScheme>
    <a:fontScheme name="自定义 26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8_A000120140530A99PPBG">
  <a:themeElements>
    <a:clrScheme name="自定义 197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DC5C31"/>
      </a:accent1>
      <a:accent2>
        <a:srgbClr val="EA9B26"/>
      </a:accent2>
      <a:accent3>
        <a:srgbClr val="D36D8D"/>
      </a:accent3>
      <a:accent4>
        <a:srgbClr val="D46E5A"/>
      </a:accent4>
      <a:accent5>
        <a:srgbClr val="00B0F0"/>
      </a:accent5>
      <a:accent6>
        <a:srgbClr val="AA5ED4"/>
      </a:accent6>
      <a:hlink>
        <a:srgbClr val="FCCF86"/>
      </a:hlink>
      <a:folHlink>
        <a:srgbClr val="AFB2B4"/>
      </a:folHlink>
    </a:clrScheme>
    <a:fontScheme name="自定义 26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A000120140530A99PPBG">
  <a:themeElements>
    <a:clrScheme name="自定义 197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DC5C31"/>
      </a:accent1>
      <a:accent2>
        <a:srgbClr val="EA9B26"/>
      </a:accent2>
      <a:accent3>
        <a:srgbClr val="D36D8D"/>
      </a:accent3>
      <a:accent4>
        <a:srgbClr val="D46E5A"/>
      </a:accent4>
      <a:accent5>
        <a:srgbClr val="00B0F0"/>
      </a:accent5>
      <a:accent6>
        <a:srgbClr val="AA5ED4"/>
      </a:accent6>
      <a:hlink>
        <a:srgbClr val="FCCF86"/>
      </a:hlink>
      <a:folHlink>
        <a:srgbClr val="AFB2B4"/>
      </a:folHlink>
    </a:clrScheme>
    <a:fontScheme name="自定义 26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A000120140530A99PPBG">
  <a:themeElements>
    <a:clrScheme name="自定义 197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DC5C31"/>
      </a:accent1>
      <a:accent2>
        <a:srgbClr val="EA9B26"/>
      </a:accent2>
      <a:accent3>
        <a:srgbClr val="D36D8D"/>
      </a:accent3>
      <a:accent4>
        <a:srgbClr val="D46E5A"/>
      </a:accent4>
      <a:accent5>
        <a:srgbClr val="00B0F0"/>
      </a:accent5>
      <a:accent6>
        <a:srgbClr val="AA5ED4"/>
      </a:accent6>
      <a:hlink>
        <a:srgbClr val="FCCF86"/>
      </a:hlink>
      <a:folHlink>
        <a:srgbClr val="AFB2B4"/>
      </a:folHlink>
    </a:clrScheme>
    <a:fontScheme name="自定义 26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4_A000120140530A99PPBG">
  <a:themeElements>
    <a:clrScheme name="自定义 197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DC5C31"/>
      </a:accent1>
      <a:accent2>
        <a:srgbClr val="EA9B26"/>
      </a:accent2>
      <a:accent3>
        <a:srgbClr val="D36D8D"/>
      </a:accent3>
      <a:accent4>
        <a:srgbClr val="D46E5A"/>
      </a:accent4>
      <a:accent5>
        <a:srgbClr val="00B0F0"/>
      </a:accent5>
      <a:accent6>
        <a:srgbClr val="AA5ED4"/>
      </a:accent6>
      <a:hlink>
        <a:srgbClr val="FCCF86"/>
      </a:hlink>
      <a:folHlink>
        <a:srgbClr val="AFB2B4"/>
      </a:folHlink>
    </a:clrScheme>
    <a:fontScheme name="自定义 26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A000120140530A99PPBG">
  <a:themeElements>
    <a:clrScheme name="自定义 197">
      <a:dk1>
        <a:srgbClr val="5F5F5F"/>
      </a:dk1>
      <a:lt1>
        <a:srgbClr val="FFFFFF"/>
      </a:lt1>
      <a:dk2>
        <a:srgbClr val="4D4D4D"/>
      </a:dk2>
      <a:lt2>
        <a:srgbClr val="FFFFFF"/>
      </a:lt2>
      <a:accent1>
        <a:srgbClr val="DC5C31"/>
      </a:accent1>
      <a:accent2>
        <a:srgbClr val="EA9B26"/>
      </a:accent2>
      <a:accent3>
        <a:srgbClr val="D36D8D"/>
      </a:accent3>
      <a:accent4>
        <a:srgbClr val="D46E5A"/>
      </a:accent4>
      <a:accent5>
        <a:srgbClr val="00B0F0"/>
      </a:accent5>
      <a:accent6>
        <a:srgbClr val="AA5ED4"/>
      </a:accent6>
      <a:hlink>
        <a:srgbClr val="FCCF86"/>
      </a:hlink>
      <a:folHlink>
        <a:srgbClr val="AFB2B4"/>
      </a:folHlink>
    </a:clrScheme>
    <a:fontScheme name="自定义 26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3627</Words>
  <Application>WPS 演示</Application>
  <PresentationFormat/>
  <Paragraphs>491</Paragraphs>
  <Slides>23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10</vt:i4>
      </vt:variant>
      <vt:variant>
        <vt:lpstr>嵌入 OLE 服务器</vt:lpstr>
      </vt:variant>
      <vt:variant>
        <vt:i4>20</vt:i4>
      </vt:variant>
      <vt:variant>
        <vt:lpstr>幻灯片标题</vt:lpstr>
      </vt:variant>
      <vt:variant>
        <vt:i4>23</vt:i4>
      </vt:variant>
    </vt:vector>
  </HeadingPairs>
  <TitlesOfParts>
    <vt:vector size="68" baseType="lpstr">
      <vt:lpstr>Arial</vt:lpstr>
      <vt:lpstr>宋体</vt:lpstr>
      <vt:lpstr>Wingdings</vt:lpstr>
      <vt:lpstr>黑体</vt:lpstr>
      <vt:lpstr>微软雅黑</vt:lpstr>
      <vt:lpstr>幼圆</vt:lpstr>
      <vt:lpstr>华文细黑</vt:lpstr>
      <vt:lpstr>Bell MT</vt:lpstr>
      <vt:lpstr>细等线拼音字体</vt:lpstr>
      <vt:lpstr>Calibri</vt:lpstr>
      <vt:lpstr>Times New Roman</vt:lpstr>
      <vt:lpstr>华文行楷</vt:lpstr>
      <vt:lpstr>Arial Unicode MS</vt:lpstr>
      <vt:lpstr>Agency FB</vt:lpstr>
      <vt:lpstr>Trebuchet MS</vt:lpstr>
      <vt:lpstr>1_A000120140530A99PPBG</vt:lpstr>
      <vt:lpstr>3_A000120140530A99PPBG</vt:lpstr>
      <vt:lpstr>7_A000120140530A99PPBG</vt:lpstr>
      <vt:lpstr>5_A000120140530A99PPBG</vt:lpstr>
      <vt:lpstr>10_A000120140530A99PPBG</vt:lpstr>
      <vt:lpstr>8_A000120140530A99PPBG</vt:lpstr>
      <vt:lpstr>2_A000120140530A99PPBG</vt:lpstr>
      <vt:lpstr>6_A000120140530A99PPBG</vt:lpstr>
      <vt:lpstr>4_A000120140530A99PPBG</vt:lpstr>
      <vt:lpstr>9_A000120140530A99PPBG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课后作业</vt:lpstr>
      <vt:lpstr>PowerPoint 演示文稿</vt:lpstr>
      <vt:lpstr>PowerPoint 演示文稿</vt:lpstr>
      <vt:lpstr>PowerPoint 演示文稿</vt:lpstr>
    </vt:vector>
  </TitlesOfParts>
  <Company>邦达数学</Company>
  <LinksUpToDate>false</LinksUpToDate>
  <SharedDoc>false</SharedDoc>
  <HyperlinksChanged>false</HyperlinksChanged>
  <AppVersion>14.0000</AppVersion>
  <Manager>邦达数学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邦达数学</dc:title>
  <dc:creator>邦达数学</dc:creator>
  <cp:keywords>邦达数学</cp:keywords>
  <dc:description>邦达数学</dc:description>
  <dc:subject>邦达数学</dc:subject>
  <cp:category>邦达数学</cp:category>
  <cp:lastModifiedBy>林建彬²º¹⁸</cp:lastModifiedBy>
  <cp:revision>3</cp:revision>
  <cp:lastPrinted>2022-07-29T14:49:00Z</cp:lastPrinted>
  <dcterms:created xsi:type="dcterms:W3CDTF">2022-07-29T14:49:00Z</dcterms:created>
  <dcterms:modified xsi:type="dcterms:W3CDTF">2025-02-24T12:28:26Z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FC7FB3FB4796406AB0185D054C9C6214_12</vt:lpwstr>
  </property>
  <property fmtid="{D5CDD505-2E9C-101B-9397-08002B2CF9AE}" pid="3" name="KSOProductBuildVer">
    <vt:lpwstr>2052-12.1.0.20305</vt:lpwstr>
  </property>
</Properties>
</file>