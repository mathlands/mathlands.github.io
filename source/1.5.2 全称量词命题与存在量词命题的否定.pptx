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57" r:id="rId11"/>
  </p:sldIdLst>
  <p:sldSz cx="12192000" cy="6858000"/>
  <p:notesSz cx="6858000" cy="9144000"/>
  <p:custDataLst>
    <p:tags r:id="rId1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新课标第一网" initials="新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83" d="100"/>
          <a:sy n="83" d="100"/>
        </p:scale>
        <p:origin x="-84" y="-354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gs" Target="tags/tag125.xml"/><Relationship Id="rId15" Type="http://schemas.openxmlformats.org/officeDocument/2006/relationships/commentAuthors" Target="commentAuthors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9.wmf"/><Relationship Id="rId1" Type="http://schemas.openxmlformats.org/officeDocument/2006/relationships/image" Target="../media/image28.wmf"/></Relationships>
</file>

<file path=ppt/drawings/_rels/vmlDrawing2.vml.rels><?xml version="1.0" encoding="UTF-8" standalone="yes"?>
<Relationships xmlns="http://schemas.openxmlformats.org/package/2006/relationships"><Relationship Id="rId9" Type="http://schemas.openxmlformats.org/officeDocument/2006/relationships/image" Target="../media/image38.wmf"/><Relationship Id="rId8" Type="http://schemas.openxmlformats.org/officeDocument/2006/relationships/image" Target="../media/image37.wmf"/><Relationship Id="rId7" Type="http://schemas.openxmlformats.org/officeDocument/2006/relationships/image" Target="../media/image36.wmf"/><Relationship Id="rId6" Type="http://schemas.openxmlformats.org/officeDocument/2006/relationships/image" Target="../media/image35.wmf"/><Relationship Id="rId5" Type="http://schemas.openxmlformats.org/officeDocument/2006/relationships/image" Target="../media/image34.wmf"/><Relationship Id="rId4" Type="http://schemas.openxmlformats.org/officeDocument/2006/relationships/image" Target="../media/image33.wmf"/><Relationship Id="rId3" Type="http://schemas.openxmlformats.org/officeDocument/2006/relationships/image" Target="../media/image32.wmf"/><Relationship Id="rId2" Type="http://schemas.openxmlformats.org/officeDocument/2006/relationships/image" Target="../media/image31.wmf"/><Relationship Id="rId1" Type="http://schemas.openxmlformats.org/officeDocument/2006/relationships/image" Target="../media/image30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42.wmf"/><Relationship Id="rId1" Type="http://schemas.openxmlformats.org/officeDocument/2006/relationships/image" Target="../media/image41.wmf"/></Relationships>
</file>

<file path=ppt/drawings/_rels/vmlDrawing4.vml.rels><?xml version="1.0" encoding="UTF-8" standalone="yes"?>
<Relationships xmlns="http://schemas.openxmlformats.org/package/2006/relationships"><Relationship Id="rId9" Type="http://schemas.openxmlformats.org/officeDocument/2006/relationships/image" Target="../media/image51.wmf"/><Relationship Id="rId8" Type="http://schemas.openxmlformats.org/officeDocument/2006/relationships/image" Target="../media/image50.wmf"/><Relationship Id="rId7" Type="http://schemas.openxmlformats.org/officeDocument/2006/relationships/image" Target="../media/image49.wmf"/><Relationship Id="rId6" Type="http://schemas.openxmlformats.org/officeDocument/2006/relationships/image" Target="../media/image48.wmf"/><Relationship Id="rId5" Type="http://schemas.openxmlformats.org/officeDocument/2006/relationships/image" Target="../media/image47.wmf"/><Relationship Id="rId4" Type="http://schemas.openxmlformats.org/officeDocument/2006/relationships/image" Target="../media/image34.wmf"/><Relationship Id="rId3" Type="http://schemas.openxmlformats.org/officeDocument/2006/relationships/image" Target="../media/image46.wmf"/><Relationship Id="rId2" Type="http://schemas.openxmlformats.org/officeDocument/2006/relationships/image" Target="../media/image45.wmf"/><Relationship Id="rId19" Type="http://schemas.openxmlformats.org/officeDocument/2006/relationships/image" Target="../media/image61.wmf"/><Relationship Id="rId18" Type="http://schemas.openxmlformats.org/officeDocument/2006/relationships/image" Target="../media/image60.wmf"/><Relationship Id="rId17" Type="http://schemas.openxmlformats.org/officeDocument/2006/relationships/image" Target="../media/image59.wmf"/><Relationship Id="rId16" Type="http://schemas.openxmlformats.org/officeDocument/2006/relationships/image" Target="../media/image58.wmf"/><Relationship Id="rId15" Type="http://schemas.openxmlformats.org/officeDocument/2006/relationships/image" Target="../media/image57.wmf"/><Relationship Id="rId14" Type="http://schemas.openxmlformats.org/officeDocument/2006/relationships/image" Target="../media/image56.wmf"/><Relationship Id="rId13" Type="http://schemas.openxmlformats.org/officeDocument/2006/relationships/image" Target="../media/image55.wmf"/><Relationship Id="rId12" Type="http://schemas.openxmlformats.org/officeDocument/2006/relationships/image" Target="../media/image54.wmf"/><Relationship Id="rId11" Type="http://schemas.openxmlformats.org/officeDocument/2006/relationships/image" Target="../media/image53.wmf"/><Relationship Id="rId10" Type="http://schemas.openxmlformats.org/officeDocument/2006/relationships/image" Target="../media/image52.wmf"/><Relationship Id="rId1" Type="http://schemas.openxmlformats.org/officeDocument/2006/relationships/image" Target="../media/image44.wmf"/></Relationships>
</file>

<file path=ppt/drawings/_rels/vmlDrawing5.vml.rels><?xml version="1.0" encoding="UTF-8" standalone="yes"?>
<Relationships xmlns="http://schemas.openxmlformats.org/package/2006/relationships"><Relationship Id="rId9" Type="http://schemas.openxmlformats.org/officeDocument/2006/relationships/image" Target="../media/image70.wmf"/><Relationship Id="rId8" Type="http://schemas.openxmlformats.org/officeDocument/2006/relationships/image" Target="../media/image69.wmf"/><Relationship Id="rId7" Type="http://schemas.openxmlformats.org/officeDocument/2006/relationships/image" Target="../media/image68.wmf"/><Relationship Id="rId6" Type="http://schemas.openxmlformats.org/officeDocument/2006/relationships/image" Target="../media/image67.wmf"/><Relationship Id="rId5" Type="http://schemas.openxmlformats.org/officeDocument/2006/relationships/image" Target="../media/image66.wmf"/><Relationship Id="rId4" Type="http://schemas.openxmlformats.org/officeDocument/2006/relationships/image" Target="../media/image65.wmf"/><Relationship Id="rId3" Type="http://schemas.openxmlformats.org/officeDocument/2006/relationships/image" Target="../media/image64.wmf"/><Relationship Id="rId2" Type="http://schemas.openxmlformats.org/officeDocument/2006/relationships/image" Target="../media/image63.wmf"/><Relationship Id="rId13" Type="http://schemas.openxmlformats.org/officeDocument/2006/relationships/image" Target="../media/image74.wmf"/><Relationship Id="rId12" Type="http://schemas.openxmlformats.org/officeDocument/2006/relationships/image" Target="../media/image73.wmf"/><Relationship Id="rId11" Type="http://schemas.openxmlformats.org/officeDocument/2006/relationships/image" Target="../media/image72.wmf"/><Relationship Id="rId10" Type="http://schemas.openxmlformats.org/officeDocument/2006/relationships/image" Target="../media/image71.wmf"/><Relationship Id="rId1" Type="http://schemas.openxmlformats.org/officeDocument/2006/relationships/image" Target="../media/image62.wmf"/></Relationships>
</file>

<file path=ppt/drawings/_rels/vmlDrawing6.vml.rels><?xml version="1.0" encoding="UTF-8" standalone="yes"?>
<Relationships xmlns="http://schemas.openxmlformats.org/package/2006/relationships"><Relationship Id="rId9" Type="http://schemas.openxmlformats.org/officeDocument/2006/relationships/image" Target="../media/image83.wmf"/><Relationship Id="rId8" Type="http://schemas.openxmlformats.org/officeDocument/2006/relationships/image" Target="../media/image82.wmf"/><Relationship Id="rId7" Type="http://schemas.openxmlformats.org/officeDocument/2006/relationships/image" Target="../media/image81.wmf"/><Relationship Id="rId6" Type="http://schemas.openxmlformats.org/officeDocument/2006/relationships/image" Target="../media/image80.wmf"/><Relationship Id="rId5" Type="http://schemas.openxmlformats.org/officeDocument/2006/relationships/image" Target="../media/image79.wmf"/><Relationship Id="rId4" Type="http://schemas.openxmlformats.org/officeDocument/2006/relationships/image" Target="../media/image78.wmf"/><Relationship Id="rId3" Type="http://schemas.openxmlformats.org/officeDocument/2006/relationships/image" Target="../media/image77.wmf"/><Relationship Id="rId2" Type="http://schemas.openxmlformats.org/officeDocument/2006/relationships/image" Target="../media/image76.wmf"/><Relationship Id="rId13" Type="http://schemas.openxmlformats.org/officeDocument/2006/relationships/image" Target="../media/image87.wmf"/><Relationship Id="rId12" Type="http://schemas.openxmlformats.org/officeDocument/2006/relationships/image" Target="../media/image86.wmf"/><Relationship Id="rId11" Type="http://schemas.openxmlformats.org/officeDocument/2006/relationships/image" Target="../media/image85.wmf"/><Relationship Id="rId10" Type="http://schemas.openxmlformats.org/officeDocument/2006/relationships/image" Target="../media/image84.wmf"/><Relationship Id="rId1" Type="http://schemas.openxmlformats.org/officeDocument/2006/relationships/image" Target="../media/image75.wmf"/></Relationships>
</file>

<file path=ppt/drawings/_rels/vmlDrawing7.vml.rels><?xml version="1.0" encoding="UTF-8" standalone="yes"?>
<Relationships xmlns="http://schemas.openxmlformats.org/package/2006/relationships"><Relationship Id="rId5" Type="http://schemas.openxmlformats.org/officeDocument/2006/relationships/image" Target="../media/image94.wmf"/><Relationship Id="rId4" Type="http://schemas.openxmlformats.org/officeDocument/2006/relationships/image" Target="../media/image93.wmf"/><Relationship Id="rId3" Type="http://schemas.openxmlformats.org/officeDocument/2006/relationships/image" Target="../media/image92.wmf"/><Relationship Id="rId2" Type="http://schemas.openxmlformats.org/officeDocument/2006/relationships/image" Target="../media/image91.wmf"/><Relationship Id="rId1" Type="http://schemas.openxmlformats.org/officeDocument/2006/relationships/image" Target="../media/image90.wmf"/></Relationships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image" Target="../media/image4.png"/><Relationship Id="rId8" Type="http://schemas.openxmlformats.org/officeDocument/2006/relationships/tags" Target="../tags/tag4.xml"/><Relationship Id="rId7" Type="http://schemas.openxmlformats.org/officeDocument/2006/relationships/image" Target="../media/image3.png"/><Relationship Id="rId6" Type="http://schemas.openxmlformats.org/officeDocument/2006/relationships/tags" Target="../tags/tag3.xml"/><Relationship Id="rId5" Type="http://schemas.openxmlformats.org/officeDocument/2006/relationships/image" Target="../media/image2.png"/><Relationship Id="rId4" Type="http://schemas.openxmlformats.org/officeDocument/2006/relationships/tags" Target="../tags/tag2.xml"/><Relationship Id="rId3" Type="http://schemas.openxmlformats.org/officeDocument/2006/relationships/image" Target="../media/image1.png"/><Relationship Id="rId20" Type="http://schemas.openxmlformats.org/officeDocument/2006/relationships/tags" Target="../tags/tag11.xml"/><Relationship Id="rId2" Type="http://schemas.openxmlformats.org/officeDocument/2006/relationships/tags" Target="../tags/tag1.xml"/><Relationship Id="rId19" Type="http://schemas.openxmlformats.org/officeDocument/2006/relationships/tags" Target="../tags/tag10.xml"/><Relationship Id="rId18" Type="http://schemas.openxmlformats.org/officeDocument/2006/relationships/tags" Target="../tags/tag9.xml"/><Relationship Id="rId17" Type="http://schemas.openxmlformats.org/officeDocument/2006/relationships/image" Target="../media/image8.png"/><Relationship Id="rId16" Type="http://schemas.openxmlformats.org/officeDocument/2006/relationships/tags" Target="../tags/tag8.xml"/><Relationship Id="rId15" Type="http://schemas.openxmlformats.org/officeDocument/2006/relationships/image" Target="../media/image7.png"/><Relationship Id="rId14" Type="http://schemas.openxmlformats.org/officeDocument/2006/relationships/tags" Target="../tags/tag7.xml"/><Relationship Id="rId13" Type="http://schemas.openxmlformats.org/officeDocument/2006/relationships/image" Target="../media/image6.png"/><Relationship Id="rId12" Type="http://schemas.openxmlformats.org/officeDocument/2006/relationships/tags" Target="../tags/tag6.xml"/><Relationship Id="rId11" Type="http://schemas.openxmlformats.org/officeDocument/2006/relationships/image" Target="../media/image5.png"/><Relationship Id="rId10" Type="http://schemas.openxmlformats.org/officeDocument/2006/relationships/tags" Target="../tags/tag5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tags" Target="../tags/tag16.xml"/><Relationship Id="rId7" Type="http://schemas.openxmlformats.org/officeDocument/2006/relationships/tags" Target="../tags/tag15.xml"/><Relationship Id="rId6" Type="http://schemas.openxmlformats.org/officeDocument/2006/relationships/tags" Target="../tags/tag14.xml"/><Relationship Id="rId5" Type="http://schemas.openxmlformats.org/officeDocument/2006/relationships/image" Target="../media/image10.png"/><Relationship Id="rId4" Type="http://schemas.openxmlformats.org/officeDocument/2006/relationships/tags" Target="../tags/tag13.xml"/><Relationship Id="rId3" Type="http://schemas.openxmlformats.org/officeDocument/2006/relationships/image" Target="../media/image9.png"/><Relationship Id="rId2" Type="http://schemas.openxmlformats.org/officeDocument/2006/relationships/tags" Target="../tags/tag12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image" Target="../media/image11.png"/><Relationship Id="rId2" Type="http://schemas.openxmlformats.org/officeDocument/2006/relationships/tags" Target="../tags/tag17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tags" Target="../tags/tag25.xml"/><Relationship Id="rId7" Type="http://schemas.openxmlformats.org/officeDocument/2006/relationships/tags" Target="../tags/tag24.xml"/><Relationship Id="rId6" Type="http://schemas.openxmlformats.org/officeDocument/2006/relationships/tags" Target="../tags/tag23.xml"/><Relationship Id="rId5" Type="http://schemas.openxmlformats.org/officeDocument/2006/relationships/image" Target="../media/image10.png"/><Relationship Id="rId4" Type="http://schemas.openxmlformats.org/officeDocument/2006/relationships/tags" Target="../tags/tag22.xml"/><Relationship Id="rId3" Type="http://schemas.openxmlformats.org/officeDocument/2006/relationships/image" Target="../media/image9.png"/><Relationship Id="rId2" Type="http://schemas.openxmlformats.org/officeDocument/2006/relationships/tags" Target="../tags/tag21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30.xml"/><Relationship Id="rId7" Type="http://schemas.openxmlformats.org/officeDocument/2006/relationships/tags" Target="../tags/tag29.xml"/><Relationship Id="rId6" Type="http://schemas.openxmlformats.org/officeDocument/2006/relationships/tags" Target="../tags/tag28.xml"/><Relationship Id="rId5" Type="http://schemas.openxmlformats.org/officeDocument/2006/relationships/image" Target="../media/image10.png"/><Relationship Id="rId4" Type="http://schemas.openxmlformats.org/officeDocument/2006/relationships/tags" Target="../tags/tag27.xml"/><Relationship Id="rId3" Type="http://schemas.openxmlformats.org/officeDocument/2006/relationships/image" Target="../media/image9.png"/><Relationship Id="rId2" Type="http://schemas.openxmlformats.org/officeDocument/2006/relationships/tags" Target="../tags/tag26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tags" Target="../tags/tag35.xml"/><Relationship Id="rId8" Type="http://schemas.openxmlformats.org/officeDocument/2006/relationships/tags" Target="../tags/tag34.xml"/><Relationship Id="rId7" Type="http://schemas.openxmlformats.org/officeDocument/2006/relationships/image" Target="../media/image14.png"/><Relationship Id="rId6" Type="http://schemas.openxmlformats.org/officeDocument/2006/relationships/tags" Target="../tags/tag33.xml"/><Relationship Id="rId5" Type="http://schemas.openxmlformats.org/officeDocument/2006/relationships/image" Target="../media/image13.png"/><Relationship Id="rId4" Type="http://schemas.openxmlformats.org/officeDocument/2006/relationships/tags" Target="../tags/tag32.xml"/><Relationship Id="rId3" Type="http://schemas.openxmlformats.org/officeDocument/2006/relationships/image" Target="../media/image12.png"/><Relationship Id="rId2" Type="http://schemas.openxmlformats.org/officeDocument/2006/relationships/tags" Target="../tags/tag31.xml"/><Relationship Id="rId10" Type="http://schemas.openxmlformats.org/officeDocument/2006/relationships/tags" Target="../tags/tag36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tags" Target="../tags/tag44.xml"/><Relationship Id="rId7" Type="http://schemas.openxmlformats.org/officeDocument/2006/relationships/tags" Target="../tags/tag43.xml"/><Relationship Id="rId6" Type="http://schemas.openxmlformats.org/officeDocument/2006/relationships/tags" Target="../tags/tag42.xml"/><Relationship Id="rId5" Type="http://schemas.openxmlformats.org/officeDocument/2006/relationships/image" Target="../media/image16.png"/><Relationship Id="rId4" Type="http://schemas.openxmlformats.org/officeDocument/2006/relationships/tags" Target="../tags/tag41.xml"/><Relationship Id="rId3" Type="http://schemas.openxmlformats.org/officeDocument/2006/relationships/image" Target="../media/image15.png"/><Relationship Id="rId2" Type="http://schemas.openxmlformats.org/officeDocument/2006/relationships/tags" Target="../tags/tag40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9" Type="http://schemas.openxmlformats.org/officeDocument/2006/relationships/tags" Target="../tags/tag50.xml"/><Relationship Id="rId8" Type="http://schemas.openxmlformats.org/officeDocument/2006/relationships/tags" Target="../tags/tag49.xml"/><Relationship Id="rId7" Type="http://schemas.openxmlformats.org/officeDocument/2006/relationships/tags" Target="../tags/tag48.xml"/><Relationship Id="rId6" Type="http://schemas.openxmlformats.org/officeDocument/2006/relationships/image" Target="../media/image18.png"/><Relationship Id="rId5" Type="http://schemas.openxmlformats.org/officeDocument/2006/relationships/tags" Target="../tags/tag47.xml"/><Relationship Id="rId4" Type="http://schemas.openxmlformats.org/officeDocument/2006/relationships/image" Target="../media/image17.png"/><Relationship Id="rId3" Type="http://schemas.openxmlformats.org/officeDocument/2006/relationships/tags" Target="../tags/tag46.xml"/><Relationship Id="rId2" Type="http://schemas.openxmlformats.org/officeDocument/2006/relationships/tags" Target="../tags/tag45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9" Type="http://schemas.openxmlformats.org/officeDocument/2006/relationships/tags" Target="../tags/tag56.xml"/><Relationship Id="rId8" Type="http://schemas.openxmlformats.org/officeDocument/2006/relationships/tags" Target="../tags/tag55.xml"/><Relationship Id="rId7" Type="http://schemas.openxmlformats.org/officeDocument/2006/relationships/tags" Target="../tags/tag54.xml"/><Relationship Id="rId6" Type="http://schemas.openxmlformats.org/officeDocument/2006/relationships/image" Target="../media/image18.png"/><Relationship Id="rId5" Type="http://schemas.openxmlformats.org/officeDocument/2006/relationships/tags" Target="../tags/tag53.xml"/><Relationship Id="rId4" Type="http://schemas.openxmlformats.org/officeDocument/2006/relationships/image" Target="../media/image17.png"/><Relationship Id="rId3" Type="http://schemas.openxmlformats.org/officeDocument/2006/relationships/tags" Target="../tags/tag52.xml"/><Relationship Id="rId2" Type="http://schemas.openxmlformats.org/officeDocument/2006/relationships/tags" Target="../tags/tag51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4.png"/><Relationship Id="rId8" Type="http://schemas.openxmlformats.org/officeDocument/2006/relationships/tags" Target="../tags/tag60.xml"/><Relationship Id="rId7" Type="http://schemas.openxmlformats.org/officeDocument/2006/relationships/image" Target="../media/image3.png"/><Relationship Id="rId6" Type="http://schemas.openxmlformats.org/officeDocument/2006/relationships/tags" Target="../tags/tag59.xml"/><Relationship Id="rId5" Type="http://schemas.openxmlformats.org/officeDocument/2006/relationships/image" Target="../media/image2.png"/><Relationship Id="rId4" Type="http://schemas.openxmlformats.org/officeDocument/2006/relationships/tags" Target="../tags/tag58.xml"/><Relationship Id="rId3" Type="http://schemas.openxmlformats.org/officeDocument/2006/relationships/image" Target="../media/image19.png"/><Relationship Id="rId20" Type="http://schemas.openxmlformats.org/officeDocument/2006/relationships/tags" Target="../tags/tag67.xml"/><Relationship Id="rId2" Type="http://schemas.openxmlformats.org/officeDocument/2006/relationships/tags" Target="../tags/tag57.xml"/><Relationship Id="rId19" Type="http://schemas.openxmlformats.org/officeDocument/2006/relationships/tags" Target="../tags/tag66.xml"/><Relationship Id="rId18" Type="http://schemas.openxmlformats.org/officeDocument/2006/relationships/tags" Target="../tags/tag65.xml"/><Relationship Id="rId17" Type="http://schemas.openxmlformats.org/officeDocument/2006/relationships/image" Target="../media/image8.png"/><Relationship Id="rId16" Type="http://schemas.openxmlformats.org/officeDocument/2006/relationships/tags" Target="../tags/tag64.xml"/><Relationship Id="rId15" Type="http://schemas.openxmlformats.org/officeDocument/2006/relationships/image" Target="../media/image7.png"/><Relationship Id="rId14" Type="http://schemas.openxmlformats.org/officeDocument/2006/relationships/tags" Target="../tags/tag63.xml"/><Relationship Id="rId13" Type="http://schemas.openxmlformats.org/officeDocument/2006/relationships/image" Target="../media/image6.png"/><Relationship Id="rId12" Type="http://schemas.openxmlformats.org/officeDocument/2006/relationships/tags" Target="../tags/tag62.xml"/><Relationship Id="rId11" Type="http://schemas.openxmlformats.org/officeDocument/2006/relationships/image" Target="../media/image5.png"/><Relationship Id="rId10" Type="http://schemas.openxmlformats.org/officeDocument/2006/relationships/tags" Target="../tags/tag61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72.xml"/><Relationship Id="rId8" Type="http://schemas.openxmlformats.org/officeDocument/2006/relationships/tags" Target="../tags/tag71.xml"/><Relationship Id="rId7" Type="http://schemas.openxmlformats.org/officeDocument/2006/relationships/image" Target="../media/image22.png"/><Relationship Id="rId6" Type="http://schemas.openxmlformats.org/officeDocument/2006/relationships/tags" Target="../tags/tag70.xml"/><Relationship Id="rId5" Type="http://schemas.openxmlformats.org/officeDocument/2006/relationships/image" Target="../media/image21.png"/><Relationship Id="rId4" Type="http://schemas.openxmlformats.org/officeDocument/2006/relationships/tags" Target="../tags/tag69.xml"/><Relationship Id="rId3" Type="http://schemas.openxmlformats.org/officeDocument/2006/relationships/image" Target="../media/image20.png"/><Relationship Id="rId2" Type="http://schemas.openxmlformats.org/officeDocument/2006/relationships/tags" Target="../tags/tag68.xml"/><Relationship Id="rId10" Type="http://schemas.openxmlformats.org/officeDocument/2006/relationships/tags" Target="../tags/tag73.xm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79.xml"/><Relationship Id="rId8" Type="http://schemas.openxmlformats.org/officeDocument/2006/relationships/tags" Target="../tags/tag78.xml"/><Relationship Id="rId7" Type="http://schemas.openxmlformats.org/officeDocument/2006/relationships/tags" Target="../tags/tag77.xml"/><Relationship Id="rId6" Type="http://schemas.openxmlformats.org/officeDocument/2006/relationships/image" Target="../media/image18.png"/><Relationship Id="rId5" Type="http://schemas.openxmlformats.org/officeDocument/2006/relationships/tags" Target="../tags/tag76.xml"/><Relationship Id="rId4" Type="http://schemas.openxmlformats.org/officeDocument/2006/relationships/image" Target="../media/image17.png"/><Relationship Id="rId3" Type="http://schemas.openxmlformats.org/officeDocument/2006/relationships/tags" Target="../tags/tag75.xml"/><Relationship Id="rId2" Type="http://schemas.openxmlformats.org/officeDocument/2006/relationships/tags" Target="../tags/tag74.xm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7" Type="http://schemas.openxmlformats.org/officeDocument/2006/relationships/tags" Target="../tags/tag84.xml"/><Relationship Id="rId6" Type="http://schemas.openxmlformats.org/officeDocument/2006/relationships/tags" Target="../tags/tag83.xml"/><Relationship Id="rId5" Type="http://schemas.openxmlformats.org/officeDocument/2006/relationships/tags" Target="../tags/tag82.xml"/><Relationship Id="rId4" Type="http://schemas.openxmlformats.org/officeDocument/2006/relationships/tags" Target="../tags/tag81.xml"/><Relationship Id="rId3" Type="http://schemas.openxmlformats.org/officeDocument/2006/relationships/image" Target="../media/image23.png"/><Relationship Id="rId2" Type="http://schemas.openxmlformats.org/officeDocument/2006/relationships/tags" Target="../tags/tag80.xml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7" Type="http://schemas.openxmlformats.org/officeDocument/2006/relationships/tags" Target="../tags/tag89.xml"/><Relationship Id="rId6" Type="http://schemas.openxmlformats.org/officeDocument/2006/relationships/tags" Target="../tags/tag88.xml"/><Relationship Id="rId5" Type="http://schemas.openxmlformats.org/officeDocument/2006/relationships/tags" Target="../tags/tag87.xml"/><Relationship Id="rId4" Type="http://schemas.openxmlformats.org/officeDocument/2006/relationships/tags" Target="../tags/tag86.xml"/><Relationship Id="rId3" Type="http://schemas.openxmlformats.org/officeDocument/2006/relationships/image" Target="../media/image20.png"/><Relationship Id="rId2" Type="http://schemas.openxmlformats.org/officeDocument/2006/relationships/tags" Target="../tags/tag85.xml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94.xml"/><Relationship Id="rId6" Type="http://schemas.openxmlformats.org/officeDocument/2006/relationships/tags" Target="../tags/tag93.xml"/><Relationship Id="rId5" Type="http://schemas.openxmlformats.org/officeDocument/2006/relationships/tags" Target="../tags/tag92.xml"/><Relationship Id="rId4" Type="http://schemas.openxmlformats.org/officeDocument/2006/relationships/tags" Target="../tags/tag91.xml"/><Relationship Id="rId3" Type="http://schemas.openxmlformats.org/officeDocument/2006/relationships/image" Target="../media/image20.png"/><Relationship Id="rId2" Type="http://schemas.openxmlformats.org/officeDocument/2006/relationships/tags" Target="../tags/tag90.xml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5" Type="http://schemas.openxmlformats.org/officeDocument/2006/relationships/tags" Target="../tags/tag98.xml"/><Relationship Id="rId4" Type="http://schemas.openxmlformats.org/officeDocument/2006/relationships/tags" Target="../tags/tag97.xml"/><Relationship Id="rId3" Type="http://schemas.openxmlformats.org/officeDocument/2006/relationships/tags" Target="../tags/tag96.xml"/><Relationship Id="rId2" Type="http://schemas.openxmlformats.org/officeDocument/2006/relationships/tags" Target="../tags/tag95.xml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9" Type="http://schemas.openxmlformats.org/officeDocument/2006/relationships/tags" Target="../tags/tag103.xml"/><Relationship Id="rId8" Type="http://schemas.openxmlformats.org/officeDocument/2006/relationships/image" Target="../media/image26.png"/><Relationship Id="rId7" Type="http://schemas.openxmlformats.org/officeDocument/2006/relationships/tags" Target="../tags/tag102.xml"/><Relationship Id="rId6" Type="http://schemas.openxmlformats.org/officeDocument/2006/relationships/image" Target="../media/image25.png"/><Relationship Id="rId5" Type="http://schemas.openxmlformats.org/officeDocument/2006/relationships/tags" Target="../tags/tag101.xml"/><Relationship Id="rId4" Type="http://schemas.openxmlformats.org/officeDocument/2006/relationships/image" Target="../media/image24.png"/><Relationship Id="rId3" Type="http://schemas.openxmlformats.org/officeDocument/2006/relationships/tags" Target="../tags/tag100.xml"/><Relationship Id="rId2" Type="http://schemas.openxmlformats.org/officeDocument/2006/relationships/tags" Target="../tags/tag99.xml"/><Relationship Id="rId11" Type="http://schemas.openxmlformats.org/officeDocument/2006/relationships/tags" Target="../tags/tag105.xml"/><Relationship Id="rId10" Type="http://schemas.openxmlformats.org/officeDocument/2006/relationships/tags" Target="../tags/tag104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5" name="图片 6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 rot="-8719925">
            <a:off x="10647363" y="117475"/>
            <a:ext cx="1911350" cy="18732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76" name="图片 7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-931862" y="2711450"/>
            <a:ext cx="3667125" cy="41544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77" name="图片 8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1249363" y="4908550"/>
            <a:ext cx="2757487" cy="19415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78" name="图片 9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 flipH="1">
            <a:off x="9121775" y="5133975"/>
            <a:ext cx="2112963" cy="17303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79" name="图片 10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 flipH="1">
            <a:off x="7015163" y="4976813"/>
            <a:ext cx="2217737" cy="18891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80" name="图片 11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3457575" y="4330700"/>
            <a:ext cx="1484313" cy="25273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81" name="图片 12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/>
          <a:stretch>
            <a:fillRect/>
          </a:stretch>
        </p:blipFill>
        <p:spPr>
          <a:xfrm>
            <a:off x="10958513" y="4443413"/>
            <a:ext cx="1038225" cy="24145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82" name="图片 13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/>
          <a:stretch>
            <a:fillRect/>
          </a:stretch>
        </p:blipFill>
        <p:spPr>
          <a:xfrm rot="-581047">
            <a:off x="5494338" y="5702300"/>
            <a:ext cx="1303337" cy="10144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15348" y="2010793"/>
            <a:ext cx="9115200" cy="818100"/>
          </a:xfrm>
        </p:spPr>
        <p:txBody>
          <a:bodyPr lIns="90000" tIns="46800" rIns="90000" bIns="0" anchor="b" anchorCtr="0">
            <a:normAutofit/>
          </a:bodyPr>
          <a:lstStyle>
            <a:lvl1pPr algn="ctr">
              <a:defRPr sz="4575" u="none" strike="noStrike" kern="1200" cap="none" spc="600" normalizeH="0" baseline="0">
                <a:solidFill>
                  <a:schemeClr val="accent1"/>
                </a:solidFill>
                <a:uFillTx/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pPr fontAlgn="auto"/>
            <a:r>
              <a:rPr lang="zh-CN" altLang="en-US" sz="4575" strike="noStrike" noProof="1"/>
              <a:t>单击此处编辑标题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3162348" y="3239097"/>
            <a:ext cx="5821200" cy="310500"/>
          </a:xfrm>
        </p:spPr>
        <p:txBody>
          <a:bodyPr lIns="90000" tIns="0" rIns="90000" bIns="46800">
            <a:norm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725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auto"/>
            <a:r>
              <a:rPr lang="zh-CN" altLang="en-US" sz="1725" strike="noStrike" noProof="1"/>
              <a:t>单击此处编辑副标题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3" hasCustomPrompt="1"/>
          </p:nvPr>
        </p:nvSpPr>
        <p:spPr>
          <a:xfrm>
            <a:off x="3162348" y="3993761"/>
            <a:ext cx="2655571" cy="264795"/>
          </a:xfrm>
        </p:spPr>
        <p:txBody>
          <a:bodyPr/>
          <a:lstStyle>
            <a:lvl1pPr marL="0" indent="0" algn="r" eaLnBrk="1" fontAlgn="auto" latinLnBrk="0" hangingPunct="1">
              <a:lnSpc>
                <a:spcPct val="100000"/>
              </a:lnSpc>
              <a:buNone/>
              <a:defRPr sz="1350"/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 fontAlgn="auto"/>
            <a:r>
              <a:rPr lang="zh-CN" altLang="en-US" sz="1350" strike="noStrike" noProof="1"/>
              <a:t>编辑文本</a:t>
            </a:r>
            <a:endParaRPr lang="zh-CN" altLang="en-US" strike="noStrike" noProof="1"/>
          </a:p>
        </p:txBody>
      </p:sp>
      <p:sp>
        <p:nvSpPr>
          <p:cNvPr id="22" name="文本占位符 21"/>
          <p:cNvSpPr>
            <a:spLocks noGrp="1"/>
          </p:cNvSpPr>
          <p:nvPr>
            <p:ph type="body" sz="quarter" idx="14" hasCustomPrompt="1"/>
          </p:nvPr>
        </p:nvSpPr>
        <p:spPr>
          <a:xfrm>
            <a:off x="6377353" y="3993761"/>
            <a:ext cx="2606040" cy="264795"/>
          </a:xfrm>
        </p:spPr>
        <p:txBody>
          <a:bodyPr/>
          <a:lstStyle>
            <a:lvl1pPr marL="0" indent="0" eaLnBrk="1" fontAlgn="auto" latinLnBrk="0" hangingPunct="1">
              <a:lnSpc>
                <a:spcPct val="100000"/>
              </a:lnSpc>
              <a:buNone/>
              <a:defRPr sz="1350"/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 fontAlgn="auto"/>
            <a:r>
              <a:rPr lang="zh-CN" altLang="en-US" sz="1350" strike="noStrike" noProof="1"/>
              <a:t>编辑文本</a:t>
            </a:r>
            <a:endParaRPr lang="zh-CN" altLang="en-US" strike="noStrike" noProof="1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18"/>
            </p:custDataLst>
          </p:nvPr>
        </p:nvSpPr>
        <p:spPr>
          <a:xfrm>
            <a:off x="879475" y="6389688"/>
            <a:ext cx="2700338" cy="238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base"/>
            <a:fld id="{760FBDFE-C587-4B4C-A407-44438C67B59E}" type="datetimeFigureOut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19"/>
            </p:custDataLst>
          </p:nvPr>
        </p:nvSpPr>
        <p:spPr>
          <a:xfrm>
            <a:off x="4116388" y="6389688"/>
            <a:ext cx="3959225" cy="238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base"/>
            <a:endParaRPr lang="zh-CN" altLang="en-US" strike="noStrike" noProof="1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20"/>
            </p:custDataLst>
          </p:nvPr>
        </p:nvSpPr>
        <p:spPr>
          <a:xfrm>
            <a:off x="8610600" y="6389688"/>
            <a:ext cx="2700338" cy="238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base"/>
            <a:fld id="{49AE70B2-8BF9-45C0-BB95-33D1B9D3A854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  <p:transition>
    <p:wheel spokes="8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9" name="组合 9"/>
          <p:cNvGrpSpPr/>
          <p:nvPr userDrawn="1"/>
        </p:nvGrpSpPr>
        <p:grpSpPr>
          <a:xfrm>
            <a:off x="-74612" y="5203825"/>
            <a:ext cx="1465262" cy="1673225"/>
            <a:chOff x="-99" y="4272"/>
            <a:chExt cx="5723" cy="6540"/>
          </a:xfrm>
        </p:grpSpPr>
        <p:pic>
          <p:nvPicPr>
            <p:cNvPr id="4100" name="图片 10"/>
            <p:cNvPicPr>
              <a:picLocks noChangeAspect="1"/>
            </p:cNvPicPr>
            <p:nvPr userDrawn="1">
              <p:custDataLst>
                <p:tags r:id="rId2"/>
              </p:custDataLst>
            </p:nvPr>
          </p:nvPicPr>
          <p:blipFill>
            <a:blip r:embed="rId3"/>
            <a:stretch>
              <a:fillRect/>
            </a:stretch>
          </p:blipFill>
          <p:spPr>
            <a:xfrm>
              <a:off x="-99" y="4272"/>
              <a:ext cx="3720" cy="6541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1" name="图片 11"/>
            <p:cNvPicPr>
              <a:picLocks noChangeAspect="1"/>
            </p:cNvPicPr>
            <p:nvPr userDrawn="1">
              <p:custDataLst>
                <p:tags r:id="rId4"/>
              </p:custDataLst>
            </p:nvPr>
          </p:nvPicPr>
          <p:blipFill>
            <a:blip r:embed="rId5"/>
            <a:stretch>
              <a:fillRect/>
            </a:stretch>
          </p:blipFill>
          <p:spPr>
            <a:xfrm>
              <a:off x="1280" y="7730"/>
              <a:ext cx="4344" cy="3060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881" y="498479"/>
            <a:ext cx="10852237" cy="331473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 fontAlgn="auto"/>
            <a:r>
              <a:rPr strike="noStrike" noProof="1">
                <a:sym typeface="+mn-ea"/>
              </a:rPr>
              <a:t>单击此处编辑母版标题样式</a:t>
            </a:r>
            <a:endParaRPr strike="noStrike" noProof="1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881" y="1626121"/>
            <a:ext cx="10852237" cy="4041680"/>
          </a:xfrm>
        </p:spPr>
        <p:txBody>
          <a:bodyPr vert="horz" lIns="101600" tIns="0" rIns="82550" bIns="0" rtlCol="0">
            <a:norm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 fontAlgn="auto"/>
            <a:r>
              <a:rPr strike="noStrike" noProof="1">
                <a:sym typeface="+mn-ea"/>
              </a:rPr>
              <a:t>单击此处编辑母版文本样式</a:t>
            </a:r>
            <a:endParaRPr strike="noStrike" noProof="1">
              <a:sym typeface="+mn-ea"/>
            </a:endParaRPr>
          </a:p>
          <a:p>
            <a:pPr lvl="1" fontAlgn="auto"/>
            <a:r>
              <a:rPr strike="noStrike" noProof="1">
                <a:sym typeface="+mn-ea"/>
              </a:rPr>
              <a:t>第二级</a:t>
            </a:r>
            <a:endParaRPr strike="noStrike" noProof="1">
              <a:sym typeface="+mn-ea"/>
            </a:endParaRPr>
          </a:p>
          <a:p>
            <a:pPr lvl="2" fontAlgn="auto"/>
            <a:r>
              <a:rPr strike="noStrike" noProof="1">
                <a:sym typeface="+mn-ea"/>
              </a:rPr>
              <a:t>第三级</a:t>
            </a:r>
            <a:endParaRPr strike="noStrike" noProof="1">
              <a:sym typeface="+mn-ea"/>
            </a:endParaRPr>
          </a:p>
          <a:p>
            <a:pPr lvl="3" fontAlgn="auto"/>
            <a:r>
              <a:rPr strike="noStrike" noProof="1">
                <a:sym typeface="+mn-ea"/>
              </a:rPr>
              <a:t>第四级</a:t>
            </a:r>
            <a:endParaRPr strike="noStrike" noProof="1">
              <a:sym typeface="+mn-ea"/>
            </a:endParaRPr>
          </a:p>
          <a:p>
            <a:pPr lvl="4" fontAlgn="auto"/>
            <a:r>
              <a:rPr strike="noStrike" noProof="1">
                <a:sym typeface="+mn-ea"/>
              </a:rPr>
              <a:t>第五级</a:t>
            </a:r>
            <a:endParaRPr strike="noStrike" noProof="1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879475" y="6389688"/>
            <a:ext cx="2700338" cy="238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base"/>
            <a:fld id="{760FBDFE-C587-4B4C-A407-44438C67B59E}" type="datetimeFigureOut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116388" y="6389688"/>
            <a:ext cx="3959225" cy="238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base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610600" y="6389688"/>
            <a:ext cx="2700338" cy="238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base"/>
            <a:fld id="{49AE70B2-8BF9-45C0-BB95-33D1B9D3A854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  <p:transition>
    <p:wheel spokes="8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3" name="图片 6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t="-2"/>
          <a:stretch>
            <a:fillRect/>
          </a:stretch>
        </p:blipFill>
        <p:spPr>
          <a:xfrm rot="204530">
            <a:off x="3903663" y="922338"/>
            <a:ext cx="4384675" cy="29940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2584473" y="5220904"/>
            <a:ext cx="7221600" cy="450900"/>
          </a:xfrm>
        </p:spPr>
        <p:txBody>
          <a:bodyPr lIns="90000" tIns="46800" rIns="90000" bIns="0" anchor="b" anchorCtr="0">
            <a:normAutofit/>
          </a:bodyPr>
          <a:lstStyle>
            <a:lvl1pPr algn="ctr">
              <a:defRPr sz="2400" u="none" strike="noStrike" kern="1200" cap="none" spc="300" normalizeH="0" baseline="0">
                <a:solidFill>
                  <a:schemeClr val="accent1"/>
                </a:solidFill>
                <a:uFillTx/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pPr fontAlgn="auto"/>
            <a:r>
              <a:rPr lang="zh-CN" altLang="en-US" strike="noStrike" noProof="1"/>
              <a:t>单击此处编辑标题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2794611" y="5975742"/>
            <a:ext cx="6801323" cy="251100"/>
          </a:xfrm>
        </p:spPr>
        <p:txBody>
          <a:bodyPr lIns="90000" tIns="0" rIns="90000" bIns="46800" anchor="t">
            <a:normAutofit/>
          </a:bodyPr>
          <a:lstStyle>
            <a:lvl1pPr marL="0" indent="0" algn="ctr" eaLnBrk="1" fontAlgn="auto" latinLnBrk="0" hangingPunct="1">
              <a:lnSpc>
                <a:spcPct val="120000"/>
              </a:lnSpc>
              <a:buNone/>
              <a:defRPr kumimoji="0" lang="zh-CN" altLang="en-US" sz="1125" b="0" i="0" u="none" strike="noStrike" kern="1200" cap="none" spc="15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auto"/>
            <a:r>
              <a:rPr lang="zh-CN" altLang="en-US" sz="1125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879475" y="6389688"/>
            <a:ext cx="2700338" cy="238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base"/>
            <a:fld id="{760FBDFE-C587-4B4C-A407-44438C67B59E}" type="datetimeFigureOut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388" y="6389688"/>
            <a:ext cx="3959225" cy="238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base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610600" y="6389688"/>
            <a:ext cx="2700338" cy="238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base"/>
            <a:fld id="{49AE70B2-8BF9-45C0-BB95-33D1B9D3A854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  <p:transition>
    <p:wheel spokes="8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47" name="组合 10"/>
          <p:cNvGrpSpPr/>
          <p:nvPr userDrawn="1"/>
        </p:nvGrpSpPr>
        <p:grpSpPr>
          <a:xfrm>
            <a:off x="-74612" y="5203825"/>
            <a:ext cx="1465262" cy="1673225"/>
            <a:chOff x="-99" y="4272"/>
            <a:chExt cx="5723" cy="6540"/>
          </a:xfrm>
        </p:grpSpPr>
        <p:pic>
          <p:nvPicPr>
            <p:cNvPr id="6148" name="图片 11"/>
            <p:cNvPicPr>
              <a:picLocks noChangeAspect="1"/>
            </p:cNvPicPr>
            <p:nvPr userDrawn="1">
              <p:custDataLst>
                <p:tags r:id="rId2"/>
              </p:custDataLst>
            </p:nvPr>
          </p:nvPicPr>
          <p:blipFill>
            <a:blip r:embed="rId3"/>
            <a:stretch>
              <a:fillRect/>
            </a:stretch>
          </p:blipFill>
          <p:spPr>
            <a:xfrm>
              <a:off x="-99" y="4272"/>
              <a:ext cx="3720" cy="6541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6149" name="图片 13"/>
            <p:cNvPicPr>
              <a:picLocks noChangeAspect="1"/>
            </p:cNvPicPr>
            <p:nvPr userDrawn="1">
              <p:custDataLst>
                <p:tags r:id="rId4"/>
              </p:custDataLst>
            </p:nvPr>
          </p:nvPicPr>
          <p:blipFill>
            <a:blip r:embed="rId5"/>
            <a:stretch>
              <a:fillRect/>
            </a:stretch>
          </p:blipFill>
          <p:spPr>
            <a:xfrm>
              <a:off x="1280" y="7730"/>
              <a:ext cx="4344" cy="3060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881" y="498479"/>
            <a:ext cx="10852237" cy="331473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 fontAlgn="auto"/>
            <a:r>
              <a:rPr strike="noStrike" noProof="1">
                <a:sym typeface="+mn-ea"/>
              </a:rPr>
              <a:t>单击此处编辑母版标题样式</a:t>
            </a:r>
            <a:endParaRPr strike="noStrike" noProof="1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69929" y="1626121"/>
            <a:ext cx="5283243" cy="4041680"/>
          </a:xfrm>
        </p:spPr>
        <p:txBody>
          <a:bodyPr vert="horz" lIns="101600" tIns="0" rIns="82550" bIns="0" rtlCol="0">
            <a:norm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 fontAlgn="auto"/>
            <a:r>
              <a:rPr strike="noStrike" noProof="1">
                <a:sym typeface="+mn-ea"/>
              </a:rPr>
              <a:t>单击此处编辑母版文本样式</a:t>
            </a:r>
            <a:endParaRPr strike="noStrike" noProof="1">
              <a:sym typeface="+mn-ea"/>
            </a:endParaRPr>
          </a:p>
          <a:p>
            <a:pPr lvl="1" fontAlgn="auto"/>
            <a:r>
              <a:rPr strike="noStrike" noProof="1">
                <a:sym typeface="+mn-ea"/>
              </a:rPr>
              <a:t>第二级</a:t>
            </a:r>
            <a:endParaRPr strike="noStrike" noProof="1">
              <a:sym typeface="+mn-ea"/>
            </a:endParaRPr>
          </a:p>
          <a:p>
            <a:pPr lvl="2" fontAlgn="auto"/>
            <a:r>
              <a:rPr strike="noStrike" noProof="1">
                <a:sym typeface="+mn-ea"/>
              </a:rPr>
              <a:t>第三级</a:t>
            </a:r>
            <a:endParaRPr strike="noStrike" noProof="1">
              <a:sym typeface="+mn-ea"/>
            </a:endParaRPr>
          </a:p>
          <a:p>
            <a:pPr lvl="3" fontAlgn="auto"/>
            <a:r>
              <a:rPr strike="noStrike" noProof="1">
                <a:sym typeface="+mn-ea"/>
              </a:rPr>
              <a:t>第四级</a:t>
            </a:r>
            <a:endParaRPr strike="noStrike" noProof="1">
              <a:sym typeface="+mn-ea"/>
            </a:endParaRPr>
          </a:p>
          <a:p>
            <a:pPr lvl="4" fontAlgn="auto"/>
            <a:r>
              <a:rPr strike="noStrike" noProof="1">
                <a:sym typeface="+mn-ea"/>
              </a:rPr>
              <a:t>第五级</a:t>
            </a:r>
            <a:endParaRPr strike="noStrike" noProof="1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38877" y="1626121"/>
            <a:ext cx="5283243" cy="4041680"/>
          </a:xfrm>
        </p:spPr>
        <p:txBody>
          <a:bodyPr>
            <a:normAutofit/>
          </a:bodyPr>
          <a:lstStyle>
            <a:lvl1pPr>
              <a:defRPr sz="12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2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2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2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2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879475" y="6389688"/>
            <a:ext cx="2700338" cy="238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base"/>
            <a:fld id="{760FBDFE-C587-4B4C-A407-44438C67B59E}" type="datetimeFigureOut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116388" y="6389688"/>
            <a:ext cx="3959225" cy="238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base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610600" y="6389688"/>
            <a:ext cx="2700338" cy="238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base"/>
            <a:fld id="{49AE70B2-8BF9-45C0-BB95-33D1B9D3A854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  <p:transition>
    <p:wheel spokes="8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71" name="组合 12"/>
          <p:cNvGrpSpPr/>
          <p:nvPr userDrawn="1"/>
        </p:nvGrpSpPr>
        <p:grpSpPr>
          <a:xfrm>
            <a:off x="-74612" y="5203825"/>
            <a:ext cx="1465262" cy="1673225"/>
            <a:chOff x="-99" y="4272"/>
            <a:chExt cx="5723" cy="6540"/>
          </a:xfrm>
        </p:grpSpPr>
        <p:pic>
          <p:nvPicPr>
            <p:cNvPr id="7172" name="图片 13"/>
            <p:cNvPicPr>
              <a:picLocks noChangeAspect="1"/>
            </p:cNvPicPr>
            <p:nvPr userDrawn="1">
              <p:custDataLst>
                <p:tags r:id="rId2"/>
              </p:custDataLst>
            </p:nvPr>
          </p:nvPicPr>
          <p:blipFill>
            <a:blip r:embed="rId3"/>
            <a:stretch>
              <a:fillRect/>
            </a:stretch>
          </p:blipFill>
          <p:spPr>
            <a:xfrm>
              <a:off x="-99" y="4272"/>
              <a:ext cx="3720" cy="6541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7173" name="图片 14"/>
            <p:cNvPicPr>
              <a:picLocks noChangeAspect="1"/>
            </p:cNvPicPr>
            <p:nvPr userDrawn="1">
              <p:custDataLst>
                <p:tags r:id="rId4"/>
              </p:custDataLst>
            </p:nvPr>
          </p:nvPicPr>
          <p:blipFill>
            <a:blip r:embed="rId5"/>
            <a:stretch>
              <a:fillRect/>
            </a:stretch>
          </p:blipFill>
          <p:spPr>
            <a:xfrm>
              <a:off x="1280" y="7730"/>
              <a:ext cx="4344" cy="3060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881" y="498479"/>
            <a:ext cx="10852237" cy="331473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 fontAlgn="auto"/>
            <a:r>
              <a:rPr strike="noStrike" noProof="1">
                <a:sym typeface="+mn-ea"/>
              </a:rPr>
              <a:t>单击此处编辑母版标题样式</a:t>
            </a:r>
            <a:endParaRPr strike="noStrike" noProof="1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69929" y="1000133"/>
            <a:ext cx="5283243" cy="285752"/>
          </a:xfrm>
        </p:spPr>
        <p:txBody>
          <a:bodyPr lIns="101600" tIns="38100" rIns="76200" bIns="38100" anchor="t" anchorCtr="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ct val="0"/>
              </a:spcAft>
              <a:buNone/>
              <a:defRPr sz="1500" b="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auto"/>
            <a:r>
              <a:rPr lang="zh-CN" altLang="en-US" strike="noStrike" noProof="1"/>
              <a:t>单击此处编辑文本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69925" y="2023369"/>
            <a:ext cx="5283200" cy="3701064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 fontAlgn="auto"/>
            <a:r>
              <a:rPr strike="noStrike" noProof="1">
                <a:sym typeface="+mn-ea"/>
              </a:rPr>
              <a:t>单击此处编辑母版文本样式</a:t>
            </a:r>
            <a:endParaRPr strike="noStrike" noProof="1">
              <a:sym typeface="+mn-ea"/>
            </a:endParaRPr>
          </a:p>
          <a:p>
            <a:pPr lvl="1" fontAlgn="auto"/>
            <a:r>
              <a:rPr strike="noStrike" noProof="1">
                <a:sym typeface="+mn-ea"/>
              </a:rPr>
              <a:t>第二级</a:t>
            </a:r>
            <a:endParaRPr strike="noStrike" noProof="1">
              <a:sym typeface="+mn-ea"/>
            </a:endParaRPr>
          </a:p>
          <a:p>
            <a:pPr lvl="2" fontAlgn="auto"/>
            <a:r>
              <a:rPr strike="noStrike" noProof="1">
                <a:sym typeface="+mn-ea"/>
              </a:rPr>
              <a:t>第三级</a:t>
            </a:r>
            <a:endParaRPr strike="noStrike" noProof="1">
              <a:sym typeface="+mn-ea"/>
            </a:endParaRPr>
          </a:p>
          <a:p>
            <a:pPr lvl="3" fontAlgn="auto"/>
            <a:r>
              <a:rPr strike="noStrike" noProof="1">
                <a:sym typeface="+mn-ea"/>
              </a:rPr>
              <a:t>第四级</a:t>
            </a:r>
            <a:endParaRPr strike="noStrike" noProof="1">
              <a:sym typeface="+mn-ea"/>
            </a:endParaRPr>
          </a:p>
          <a:p>
            <a:pPr lvl="4" fontAlgn="auto"/>
            <a:r>
              <a:rPr strike="noStrike" noProof="1">
                <a:sym typeface="+mn-ea"/>
              </a:rPr>
              <a:t>第五级</a:t>
            </a:r>
            <a:endParaRPr strike="noStrike" noProof="1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235749" y="1000133"/>
            <a:ext cx="5283243" cy="285752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kumimoji="0" lang="zh-CN" altLang="en-US" sz="1500" b="0" i="0" u="none" strike="noStrike" kern="1200" cap="none" spc="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auto"/>
            <a:r>
              <a:rPr strike="noStrike" noProof="1">
                <a:sym typeface="+mn-ea"/>
              </a:rPr>
              <a:t>单击此处编辑文本</a:t>
            </a:r>
            <a:endParaRPr strike="noStrike" noProof="1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35749" y="2023369"/>
            <a:ext cx="5283243" cy="3701064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 fontAlgn="auto"/>
            <a:r>
              <a:rPr strike="noStrike" noProof="1">
                <a:sym typeface="+mn-ea"/>
              </a:rPr>
              <a:t>单击此处编辑母版文本样式</a:t>
            </a:r>
            <a:endParaRPr strike="noStrike" noProof="1">
              <a:sym typeface="+mn-ea"/>
            </a:endParaRPr>
          </a:p>
          <a:p>
            <a:pPr lvl="1" fontAlgn="auto"/>
            <a:r>
              <a:rPr strike="noStrike" noProof="1">
                <a:sym typeface="+mn-ea"/>
              </a:rPr>
              <a:t>第二级</a:t>
            </a:r>
            <a:endParaRPr strike="noStrike" noProof="1">
              <a:sym typeface="+mn-ea"/>
            </a:endParaRPr>
          </a:p>
          <a:p>
            <a:pPr lvl="2" fontAlgn="auto"/>
            <a:r>
              <a:rPr strike="noStrike" noProof="1">
                <a:sym typeface="+mn-ea"/>
              </a:rPr>
              <a:t>第三级</a:t>
            </a:r>
            <a:endParaRPr strike="noStrike" noProof="1">
              <a:sym typeface="+mn-ea"/>
            </a:endParaRPr>
          </a:p>
          <a:p>
            <a:pPr lvl="3" fontAlgn="auto"/>
            <a:r>
              <a:rPr strike="noStrike" noProof="1">
                <a:sym typeface="+mn-ea"/>
              </a:rPr>
              <a:t>第四级</a:t>
            </a:r>
            <a:endParaRPr strike="noStrike" noProof="1">
              <a:sym typeface="+mn-ea"/>
            </a:endParaRPr>
          </a:p>
          <a:p>
            <a:pPr lvl="4" fontAlgn="auto"/>
            <a:r>
              <a:rPr strike="noStrike" noProof="1">
                <a:sym typeface="+mn-ea"/>
              </a:rPr>
              <a:t>第五级</a:t>
            </a:r>
            <a:endParaRPr strike="noStrike" noProof="1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879475" y="6389688"/>
            <a:ext cx="2700338" cy="238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base"/>
            <a:fld id="{760FBDFE-C587-4B4C-A407-44438C67B59E}" type="datetimeFigureOut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116388" y="6389688"/>
            <a:ext cx="3959225" cy="238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base"/>
            <a:endParaRPr lang="zh-CN" altLang="en-US" strike="noStrike" noProof="1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610600" y="6389688"/>
            <a:ext cx="2700338" cy="238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base"/>
            <a:fld id="{49AE70B2-8BF9-45C0-BB95-33D1B9D3A854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  <p:transition>
    <p:wheel spokes="8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95" name="组合 5"/>
          <p:cNvGrpSpPr/>
          <p:nvPr userDrawn="1"/>
        </p:nvGrpSpPr>
        <p:grpSpPr>
          <a:xfrm>
            <a:off x="46038" y="0"/>
            <a:ext cx="12145962" cy="6858000"/>
            <a:chOff x="45584" y="0"/>
            <a:chExt cx="12146416" cy="6858001"/>
          </a:xfrm>
        </p:grpSpPr>
        <p:grpSp>
          <p:nvGrpSpPr>
            <p:cNvPr id="8196" name="组合 8"/>
            <p:cNvGrpSpPr/>
            <p:nvPr userDrawn="1"/>
          </p:nvGrpSpPr>
          <p:grpSpPr>
            <a:xfrm>
              <a:off x="45584" y="4391343"/>
              <a:ext cx="893743" cy="2466658"/>
              <a:chOff x="-2041" y="4391343"/>
              <a:chExt cx="893743" cy="2466658"/>
            </a:xfrm>
          </p:grpSpPr>
          <p:pic>
            <p:nvPicPr>
              <p:cNvPr id="8197" name="图片 9"/>
              <p:cNvPicPr>
                <a:picLocks noChangeAspect="1"/>
              </p:cNvPicPr>
              <p:nvPr>
                <p:custDataLst>
                  <p:tags r:id="rId2"/>
                </p:custDataLst>
              </p:nvPr>
            </p:nvPicPr>
            <p:blipFill>
              <a:blip r:embed="rId3"/>
              <a:stretch>
                <a:fillRect/>
              </a:stretch>
            </p:blipFill>
            <p:spPr>
              <a:xfrm>
                <a:off x="0" y="5917327"/>
                <a:ext cx="891702" cy="940674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pic>
            <p:nvPicPr>
              <p:cNvPr id="8198" name="图片 10"/>
              <p:cNvPicPr>
                <a:picLocks noChangeAspect="1"/>
              </p:cNvPicPr>
              <p:nvPr>
                <p:custDataLst>
                  <p:tags r:id="rId4"/>
                </p:custDataLst>
              </p:nvPr>
            </p:nvPicPr>
            <p:blipFill>
              <a:blip r:embed="rId5"/>
              <a:stretch>
                <a:fillRect/>
              </a:stretch>
            </p:blipFill>
            <p:spPr>
              <a:xfrm rot="1953062" flipH="1">
                <a:off x="-2041" y="4391343"/>
                <a:ext cx="757605" cy="2455724"/>
              </a:xfrm>
              <a:prstGeom prst="rect">
                <a:avLst/>
              </a:prstGeom>
              <a:noFill/>
              <a:ln w="9525">
                <a:noFill/>
              </a:ln>
            </p:spPr>
          </p:pic>
        </p:grpSp>
        <p:pic>
          <p:nvPicPr>
            <p:cNvPr id="8199" name="图片 11"/>
            <p:cNvPicPr>
              <a:picLocks noChangeAspect="1"/>
            </p:cNvPicPr>
            <p:nvPr userDrawn="1">
              <p:custDataLst>
                <p:tags r:id="rId6"/>
              </p:custDataLst>
            </p:nvPr>
          </p:nvPicPr>
          <p:blipFill>
            <a:blip r:embed="rId7"/>
            <a:stretch>
              <a:fillRect/>
            </a:stretch>
          </p:blipFill>
          <p:spPr>
            <a:xfrm flipH="1" flipV="1">
              <a:off x="11261476" y="0"/>
              <a:ext cx="930524" cy="1238250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881" y="498476"/>
            <a:ext cx="10852237" cy="331473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 fontAlgn="auto"/>
            <a:r>
              <a:rPr strike="noStrike" noProof="1">
                <a:sym typeface="+mn-ea"/>
              </a:rPr>
              <a:t>单击此处编辑母版标题样式</a:t>
            </a:r>
            <a:endParaRPr strike="noStrike" noProof="1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>
          <a:xfrm>
            <a:off x="879475" y="6389688"/>
            <a:ext cx="2700338" cy="238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base"/>
            <a:fld id="{760FBDFE-C587-4B4C-A407-44438C67B59E}" type="datetimeFigureOut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>
          <a:xfrm>
            <a:off x="4116388" y="6389688"/>
            <a:ext cx="3959225" cy="238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base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>
          <a:xfrm>
            <a:off x="8610600" y="6389688"/>
            <a:ext cx="2700338" cy="238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base"/>
            <a:fld id="{49AE70B2-8BF9-45C0-BB95-33D1B9D3A854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  <p:transition>
    <p:wheel spokes="8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879475" y="6389688"/>
            <a:ext cx="2700338" cy="238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base"/>
            <a:fld id="{760FBDFE-C587-4B4C-A407-44438C67B59E}" type="datetimeFigureOut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388" y="6389688"/>
            <a:ext cx="3959225" cy="238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base"/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610600" y="6389688"/>
            <a:ext cx="2700338" cy="238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base"/>
            <a:fld id="{49AE70B2-8BF9-45C0-BB95-33D1B9D3A854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  <p:transition>
    <p:wheel spokes="8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43" name="组合 12"/>
          <p:cNvGrpSpPr/>
          <p:nvPr userDrawn="1"/>
        </p:nvGrpSpPr>
        <p:grpSpPr>
          <a:xfrm>
            <a:off x="-63500" y="5473700"/>
            <a:ext cx="1217613" cy="1392238"/>
            <a:chOff x="-99" y="4272"/>
            <a:chExt cx="5723" cy="6540"/>
          </a:xfrm>
        </p:grpSpPr>
        <p:pic>
          <p:nvPicPr>
            <p:cNvPr id="10244" name="图片 7"/>
            <p:cNvPicPr>
              <a:picLocks noChangeAspect="1"/>
            </p:cNvPicPr>
            <p:nvPr userDrawn="1">
              <p:custDataLst>
                <p:tags r:id="rId2"/>
              </p:custDataLst>
            </p:nvPr>
          </p:nvPicPr>
          <p:blipFill>
            <a:blip r:embed="rId3"/>
            <a:stretch>
              <a:fillRect/>
            </a:stretch>
          </p:blipFill>
          <p:spPr>
            <a:xfrm>
              <a:off x="-99" y="4272"/>
              <a:ext cx="3720" cy="6541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0245" name="图片 8"/>
            <p:cNvPicPr>
              <a:picLocks noChangeAspect="1"/>
            </p:cNvPicPr>
            <p:nvPr userDrawn="1">
              <p:custDataLst>
                <p:tags r:id="rId4"/>
              </p:custDataLst>
            </p:nvPr>
          </p:nvPicPr>
          <p:blipFill>
            <a:blip r:embed="rId5"/>
            <a:stretch>
              <a:fillRect/>
            </a:stretch>
          </p:blipFill>
          <p:spPr>
            <a:xfrm>
              <a:off x="1280" y="7730"/>
              <a:ext cx="4344" cy="3060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929" y="498479"/>
            <a:ext cx="10852237" cy="331473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 fontAlgn="auto"/>
            <a:r>
              <a:rPr strike="noStrike" noProof="1">
                <a:sym typeface="+mn-ea"/>
              </a:rPr>
              <a:t>单击此处编辑母版标题样式</a:t>
            </a:r>
            <a:endParaRPr strike="noStrike" noProof="1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669929" y="1626121"/>
            <a:ext cx="5283243" cy="4041680"/>
          </a:xfrm>
        </p:spPr>
        <p:txBody>
          <a:bodyPr vert="horz" lIns="101600" tIns="0" rIns="82550" bIns="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200" b="0" i="0" u="none" strike="noStrike" kern="1200" cap="none" spc="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 fontAlgn="auto"/>
            <a:endParaRPr strike="noStrike" noProof="1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38925" y="1626121"/>
            <a:ext cx="5283243" cy="4041680"/>
          </a:xfrm>
        </p:spPr>
        <p:txBody>
          <a:bodyPr vert="horz" lIns="101600" tIns="0" rIns="82550" bIns="0" rtlCol="0">
            <a:norm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pPr lvl="0" fontAlgn="auto"/>
            <a:r>
              <a:rPr strike="noStrike" noProof="1">
                <a:sym typeface="+mn-ea"/>
              </a:rPr>
              <a:t>单击此处编辑母版文本样式</a:t>
            </a:r>
            <a:endParaRPr strike="noStrike" noProof="1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879475" y="6389688"/>
            <a:ext cx="2700338" cy="238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base"/>
            <a:fld id="{9EFD9D74-47D9-4702-A33C-335B63B48DBF}" type="datetimeFigureOut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116388" y="6389688"/>
            <a:ext cx="3959225" cy="238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base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610600" y="6389688"/>
            <a:ext cx="2700338" cy="238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base"/>
            <a:fld id="{FABC47A4-756D-490B-A52F-7D9E2C9FC05F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  <p:transition>
    <p:wheel spokes="8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67" name="组合 10"/>
          <p:cNvGrpSpPr/>
          <p:nvPr userDrawn="1"/>
        </p:nvGrpSpPr>
        <p:grpSpPr>
          <a:xfrm>
            <a:off x="292100" y="304800"/>
            <a:ext cx="11901488" cy="6589713"/>
            <a:chOff x="292800" y="304200"/>
            <a:chExt cx="11900700" cy="6590545"/>
          </a:xfrm>
        </p:grpSpPr>
        <p:sp>
          <p:nvSpPr>
            <p:cNvPr id="12" name="矩形 11"/>
            <p:cNvSpPr/>
            <p:nvPr userDrawn="1">
              <p:custDataLst>
                <p:tags r:id="rId2"/>
              </p:custDataLst>
            </p:nvPr>
          </p:nvSpPr>
          <p:spPr>
            <a:xfrm>
              <a:off x="292800" y="304200"/>
              <a:ext cx="11606400" cy="624960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/>
              <a:endParaRPr lang="zh-CN" altLang="en-US" sz="100" strike="noStrike" noProof="1"/>
            </a:p>
          </p:txBody>
        </p:sp>
        <p:grpSp>
          <p:nvGrpSpPr>
            <p:cNvPr id="11269" name="组合 12"/>
            <p:cNvGrpSpPr/>
            <p:nvPr userDrawn="1"/>
          </p:nvGrpSpPr>
          <p:grpSpPr>
            <a:xfrm>
              <a:off x="11126700" y="4668778"/>
              <a:ext cx="1066800" cy="2225967"/>
              <a:chOff x="11126700" y="4668778"/>
              <a:chExt cx="1066800" cy="2225967"/>
            </a:xfrm>
          </p:grpSpPr>
          <p:pic>
            <p:nvPicPr>
              <p:cNvPr id="11270" name="图片 13"/>
              <p:cNvPicPr>
                <a:picLocks noChangeAspect="1"/>
              </p:cNvPicPr>
              <p:nvPr>
                <p:custDataLst>
                  <p:tags r:id="rId3"/>
                </p:custDataLst>
              </p:nvPr>
            </p:nvPicPr>
            <p:blipFill>
              <a:blip r:embed="rId4"/>
              <a:stretch>
                <a:fillRect/>
              </a:stretch>
            </p:blipFill>
            <p:spPr>
              <a:xfrm flipH="1">
                <a:off x="11126700" y="5739503"/>
                <a:ext cx="1066800" cy="1125388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pic>
            <p:nvPicPr>
              <p:cNvPr id="11271" name="图片 14"/>
              <p:cNvPicPr>
                <a:picLocks noChangeAspect="1"/>
              </p:cNvPicPr>
              <p:nvPr>
                <p:custDataLst>
                  <p:tags r:id="rId5"/>
                </p:custDataLst>
              </p:nvPr>
            </p:nvPicPr>
            <p:blipFill>
              <a:blip r:embed="rId6"/>
              <a:stretch>
                <a:fillRect/>
              </a:stretch>
            </p:blipFill>
            <p:spPr>
              <a:xfrm rot="-1953062">
                <a:off x="11486962" y="4668778"/>
                <a:ext cx="606573" cy="2225967"/>
              </a:xfrm>
              <a:prstGeom prst="rect">
                <a:avLst/>
              </a:prstGeom>
              <a:noFill/>
              <a:ln w="9525">
                <a:noFill/>
              </a:ln>
            </p:spPr>
          </p:pic>
        </p:grpSp>
      </p:grpSp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10571135" y="1626121"/>
            <a:ext cx="950984" cy="4041680"/>
          </a:xfrm>
        </p:spPr>
        <p:txBody>
          <a:bodyPr vert="eaVert" lIns="101600" tIns="38100" rIns="76200" bIns="381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ct val="0"/>
              </a:spcAft>
              <a:buNone/>
              <a:defRPr kumimoji="0" lang="zh-CN" altLang="en-US" sz="1800" b="1" i="0" u="none" strike="noStrike" kern="1200" cap="none" spc="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 fontAlgn="auto"/>
            <a:r>
              <a:rPr strike="noStrike" noProof="1">
                <a:sym typeface="+mn-ea"/>
              </a:rPr>
              <a:t>单击此处编辑母版标题样式</a:t>
            </a:r>
            <a:endParaRPr strike="noStrike" noProof="1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69925" y="1626113"/>
            <a:ext cx="9828101" cy="4041680"/>
          </a:xfrm>
        </p:spPr>
        <p:txBody>
          <a:bodyPr vert="eaVert">
            <a:normAutofit/>
          </a:bodyPr>
          <a:lstStyle>
            <a:lvl1pPr indent="0" eaLnBrk="1" fontAlgn="auto" latinLnBrk="0" hangingPunct="1"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indent="0" eaLnBrk="1" fontAlgn="auto" latinLnBrk="0" hangingPunct="1"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2pPr>
            <a:lvl3pPr indent="0" eaLnBrk="1" fontAlgn="auto" latinLnBrk="0" hangingPunct="1"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3pPr>
            <a:lvl4pPr indent="0" eaLnBrk="1" fontAlgn="auto" latinLnBrk="0" hangingPunct="1"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4pPr>
            <a:lvl5pPr indent="0" eaLnBrk="1" fontAlgn="auto" latinLnBrk="0" hangingPunct="1"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879475" y="6389688"/>
            <a:ext cx="2700338" cy="238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base"/>
            <a:fld id="{760FBDFE-C587-4B4C-A407-44438C67B59E}" type="datetimeFigureOut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4116388" y="6389688"/>
            <a:ext cx="3959225" cy="238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base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610600" y="6389688"/>
            <a:ext cx="2700338" cy="238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base"/>
            <a:fld id="{49AE70B2-8BF9-45C0-BB95-33D1B9D3A854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  <p:transition>
    <p:wheel spokes="8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91" name="组合 8"/>
          <p:cNvGrpSpPr/>
          <p:nvPr userDrawn="1"/>
        </p:nvGrpSpPr>
        <p:grpSpPr>
          <a:xfrm>
            <a:off x="292100" y="304800"/>
            <a:ext cx="11901488" cy="6589713"/>
            <a:chOff x="292800" y="304200"/>
            <a:chExt cx="11900700" cy="6590545"/>
          </a:xfrm>
        </p:grpSpPr>
        <p:sp>
          <p:nvSpPr>
            <p:cNvPr id="10" name="矩形 9"/>
            <p:cNvSpPr/>
            <p:nvPr userDrawn="1">
              <p:custDataLst>
                <p:tags r:id="rId2"/>
              </p:custDataLst>
            </p:nvPr>
          </p:nvSpPr>
          <p:spPr>
            <a:xfrm>
              <a:off x="292800" y="304200"/>
              <a:ext cx="11606400" cy="624960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/>
              <a:endParaRPr lang="zh-CN" altLang="en-US" sz="100" strike="noStrike" noProof="1"/>
            </a:p>
          </p:txBody>
        </p:sp>
        <p:grpSp>
          <p:nvGrpSpPr>
            <p:cNvPr id="12293" name="组合 10"/>
            <p:cNvGrpSpPr/>
            <p:nvPr userDrawn="1"/>
          </p:nvGrpSpPr>
          <p:grpSpPr>
            <a:xfrm>
              <a:off x="11126700" y="4668778"/>
              <a:ext cx="1066800" cy="2225967"/>
              <a:chOff x="11126700" y="4668778"/>
              <a:chExt cx="1066800" cy="2225967"/>
            </a:xfrm>
          </p:grpSpPr>
          <p:pic>
            <p:nvPicPr>
              <p:cNvPr id="12294" name="图片 11"/>
              <p:cNvPicPr>
                <a:picLocks noChangeAspect="1"/>
              </p:cNvPicPr>
              <p:nvPr>
                <p:custDataLst>
                  <p:tags r:id="rId3"/>
                </p:custDataLst>
              </p:nvPr>
            </p:nvPicPr>
            <p:blipFill>
              <a:blip r:embed="rId4"/>
              <a:stretch>
                <a:fillRect/>
              </a:stretch>
            </p:blipFill>
            <p:spPr>
              <a:xfrm flipH="1">
                <a:off x="11126700" y="5739503"/>
                <a:ext cx="1066800" cy="1125388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pic>
            <p:nvPicPr>
              <p:cNvPr id="12295" name="图片 12"/>
              <p:cNvPicPr>
                <a:picLocks noChangeAspect="1"/>
              </p:cNvPicPr>
              <p:nvPr>
                <p:custDataLst>
                  <p:tags r:id="rId5"/>
                </p:custDataLst>
              </p:nvPr>
            </p:nvPicPr>
            <p:blipFill>
              <a:blip r:embed="rId6"/>
              <a:stretch>
                <a:fillRect/>
              </a:stretch>
            </p:blipFill>
            <p:spPr>
              <a:xfrm rot="-1953062">
                <a:off x="11486962" y="4668778"/>
                <a:ext cx="606573" cy="2225967"/>
              </a:xfrm>
              <a:prstGeom prst="rect">
                <a:avLst/>
              </a:prstGeom>
              <a:noFill/>
              <a:ln w="9525">
                <a:noFill/>
              </a:ln>
            </p:spPr>
          </p:pic>
        </p:grpSp>
      </p:grp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669929" y="1626121"/>
            <a:ext cx="10852237" cy="4041680"/>
          </a:xfrm>
        </p:spPr>
        <p:txBody>
          <a:bodyPr/>
          <a:lstStyle>
            <a:lvl1pPr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</a:defRPr>
            </a:lvl1pPr>
            <a:lvl2pPr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</a:defRPr>
            </a:lvl2pPr>
            <a:lvl3pPr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</a:defRPr>
            </a:lvl3pPr>
            <a:lvl4pPr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</a:defRPr>
            </a:lvl4pPr>
            <a:lvl5pPr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</a:defRPr>
            </a:lvl5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879475" y="6389688"/>
            <a:ext cx="2700338" cy="238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base"/>
            <a:fld id="{760FBDFE-C587-4B4C-A407-44438C67B59E}" type="datetimeFigureOut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4116388" y="6389688"/>
            <a:ext cx="3959225" cy="238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base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610600" y="6389688"/>
            <a:ext cx="2700338" cy="238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base"/>
            <a:fld id="{49AE70B2-8BF9-45C0-BB95-33D1B9D3A854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  <p:transition>
    <p:wheel spokes="8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5" name="图片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 rot="-9578991">
            <a:off x="9598025" y="325438"/>
            <a:ext cx="2432050" cy="23844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3316" name="图片 6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-931862" y="2711450"/>
            <a:ext cx="3667125" cy="41544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3317" name="图片 7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1249363" y="4908550"/>
            <a:ext cx="2757487" cy="19415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3318" name="图片 8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 flipH="1">
            <a:off x="9121775" y="5133975"/>
            <a:ext cx="2112963" cy="17303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3319" name="图片 9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 flipH="1">
            <a:off x="7015163" y="4976813"/>
            <a:ext cx="2217737" cy="18891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3320" name="图片 10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3457575" y="4330700"/>
            <a:ext cx="1484313" cy="25273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3321" name="图片 11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/>
          <a:stretch>
            <a:fillRect/>
          </a:stretch>
        </p:blipFill>
        <p:spPr>
          <a:xfrm>
            <a:off x="10958513" y="4443413"/>
            <a:ext cx="1038225" cy="24145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3322" name="图片 12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/>
          <a:stretch>
            <a:fillRect/>
          </a:stretch>
        </p:blipFill>
        <p:spPr>
          <a:xfrm rot="-581047">
            <a:off x="5494338" y="5702300"/>
            <a:ext cx="1303337" cy="10144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4007060" y="2088519"/>
            <a:ext cx="4046400" cy="877500"/>
          </a:xfrm>
        </p:spPr>
        <p:txBody>
          <a:bodyPr vert="horz" lIns="90000" tIns="46800" rIns="90000" bIns="46800" rtlCol="0" anchor="b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4725" b="1" i="0" u="none" strike="noStrike" kern="1200" cap="none" spc="600" normalizeH="0" baseline="0" noProof="1">
                <a:solidFill>
                  <a:schemeClr val="accent1"/>
                </a:solidFill>
                <a:uFillTx/>
                <a:latin typeface="Arial" panose="020B0604020202020204" pitchFamily="34" charset="0"/>
                <a:ea typeface="汉仪旗黑-85S" panose="00020600040101010101" pitchFamily="18" charset="-122"/>
                <a:cs typeface="+mj-cs"/>
                <a:sym typeface="+mn-ea"/>
              </a:defRPr>
            </a:lvl1pPr>
          </a:lstStyle>
          <a:p>
            <a:pPr lvl="0" fontAlgn="auto"/>
            <a:r>
              <a:rPr sz="4725" strike="noStrike" noProof="1">
                <a:sym typeface="+mn-ea"/>
              </a:rPr>
              <a:t>编辑标题</a:t>
            </a:r>
            <a:endParaRPr strike="noStrike" noProof="1">
              <a:sym typeface="+mn-ea"/>
            </a:endParaRPr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13" hasCustomPrompt="1"/>
          </p:nvPr>
        </p:nvSpPr>
        <p:spPr>
          <a:xfrm>
            <a:off x="3997319" y="3375334"/>
            <a:ext cx="4046400" cy="327305"/>
          </a:xfrm>
        </p:spPr>
        <p:txBody>
          <a:bodyPr/>
          <a:lstStyle>
            <a:lvl1pPr marL="0" indent="0" algn="dist">
              <a:buNone/>
              <a:defRPr/>
            </a:lvl1pPr>
          </a:lstStyle>
          <a:p>
            <a:pPr lvl="0" fontAlgn="auto"/>
            <a:r>
              <a:rPr lang="zh-CN" altLang="en-US" strike="noStrike" noProof="1"/>
              <a:t>编辑标题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8"/>
            </p:custDataLst>
          </p:nvPr>
        </p:nvSpPr>
        <p:spPr>
          <a:xfrm>
            <a:off x="879475" y="6389688"/>
            <a:ext cx="2700338" cy="238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base"/>
            <a:fld id="{760FBDFE-C587-4B4C-A407-44438C67B59E}" type="datetimeFigureOut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9"/>
            </p:custDataLst>
          </p:nvPr>
        </p:nvSpPr>
        <p:spPr>
          <a:xfrm>
            <a:off x="4116388" y="6389688"/>
            <a:ext cx="3959225" cy="238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base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0"/>
            </p:custDataLst>
          </p:nvPr>
        </p:nvSpPr>
        <p:spPr>
          <a:xfrm>
            <a:off x="8610600" y="6389688"/>
            <a:ext cx="2700338" cy="238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base"/>
            <a:fld id="{49AE70B2-8BF9-45C0-BB95-33D1B9D3A854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  <p:transition>
    <p:wheel spokes="8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9" name="图片 5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 rot="-4964683" flipH="1">
            <a:off x="11171238" y="-44450"/>
            <a:ext cx="1035050" cy="661988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14340" name="组合 6"/>
          <p:cNvGrpSpPr/>
          <p:nvPr userDrawn="1"/>
        </p:nvGrpSpPr>
        <p:grpSpPr>
          <a:xfrm>
            <a:off x="0" y="4886325"/>
            <a:ext cx="712788" cy="1971675"/>
            <a:chOff x="0" y="4391345"/>
            <a:chExt cx="891702" cy="2466656"/>
          </a:xfrm>
        </p:grpSpPr>
        <p:pic>
          <p:nvPicPr>
            <p:cNvPr id="14341" name="图片 7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5"/>
            <a:stretch>
              <a:fillRect/>
            </a:stretch>
          </p:blipFill>
          <p:spPr>
            <a:xfrm>
              <a:off x="0" y="5917327"/>
              <a:ext cx="891702" cy="940674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4342" name="图片 8"/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7"/>
            <a:stretch>
              <a:fillRect/>
            </a:stretch>
          </p:blipFill>
          <p:spPr>
            <a:xfrm rot="1953062" flipH="1">
              <a:off x="67048" y="4391345"/>
              <a:ext cx="757605" cy="2455724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881" y="498476"/>
            <a:ext cx="10852237" cy="331473"/>
          </a:xfrm>
        </p:spPr>
        <p:txBody>
          <a:bodyPr/>
          <a:lstStyle>
            <a:lvl1pPr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>
          <a:xfrm>
            <a:off x="879475" y="6389688"/>
            <a:ext cx="2700338" cy="238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base"/>
            <a:fld id="{760FBDFE-C587-4B4C-A407-44438C67B59E}" type="datetimeFigureOut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>
          <a:xfrm>
            <a:off x="4116388" y="6389688"/>
            <a:ext cx="3959225" cy="238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base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>
          <a:xfrm>
            <a:off x="8610600" y="6389688"/>
            <a:ext cx="2700338" cy="238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base"/>
            <a:fld id="{49AE70B2-8BF9-45C0-BB95-33D1B9D3A854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  <p:transition>
    <p:wheel spokes="8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292100" y="304800"/>
            <a:ext cx="11607800" cy="62484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z="100" strike="noStrike" noProof="1"/>
          </a:p>
        </p:txBody>
      </p:sp>
      <p:grpSp>
        <p:nvGrpSpPr>
          <p:cNvPr id="15364" name="组合 5"/>
          <p:cNvGrpSpPr/>
          <p:nvPr userDrawn="1"/>
        </p:nvGrpSpPr>
        <p:grpSpPr>
          <a:xfrm>
            <a:off x="11126788" y="4668838"/>
            <a:ext cx="1066800" cy="2225675"/>
            <a:chOff x="11126700" y="4668778"/>
            <a:chExt cx="1066800" cy="2225967"/>
          </a:xfrm>
        </p:grpSpPr>
        <p:pic>
          <p:nvPicPr>
            <p:cNvPr id="15365" name="图片 9"/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4"/>
            <a:stretch>
              <a:fillRect/>
            </a:stretch>
          </p:blipFill>
          <p:spPr>
            <a:xfrm flipH="1">
              <a:off x="11126700" y="5739503"/>
              <a:ext cx="1066800" cy="1125388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5366" name="图片 10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6"/>
            <a:stretch>
              <a:fillRect/>
            </a:stretch>
          </p:blipFill>
          <p:spPr>
            <a:xfrm rot="-1953062">
              <a:off x="11486962" y="4668778"/>
              <a:ext cx="606573" cy="2225967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2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1281600" y="1339650"/>
            <a:ext cx="9626400" cy="542700"/>
          </a:xfrm>
        </p:spPr>
        <p:txBody>
          <a:bodyPr anchor="ctr"/>
          <a:lstStyle>
            <a:lvl1pPr>
              <a:defRPr sz="24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fontAlgn="auto"/>
            <a:r>
              <a:rPr lang="zh-CN" altLang="en-US" strike="noStrike" noProof="1"/>
              <a:t>单击此处编辑标题</a:t>
            </a:r>
            <a:endParaRPr lang="zh-CN" altLang="en-US" strike="noStrike" noProof="1"/>
          </a:p>
        </p:txBody>
      </p:sp>
      <p:sp>
        <p:nvSpPr>
          <p:cNvPr id="7" name="内容占位符 6"/>
          <p:cNvSpPr>
            <a:spLocks noGrp="1"/>
          </p:cNvSpPr>
          <p:nvPr userDrawn="1">
            <p:ph sz="quarter" idx="13"/>
          </p:nvPr>
        </p:nvSpPr>
        <p:spPr>
          <a:xfrm>
            <a:off x="1281113" y="2594250"/>
            <a:ext cx="9626600" cy="2583900"/>
          </a:xfrm>
        </p:spPr>
        <p:txBody>
          <a:bodyPr/>
          <a:lstStyle>
            <a:lvl1pPr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 userDrawn="1">
            <p:ph type="dt" sz="half" idx="10"/>
            <p:custDataLst>
              <p:tags r:id="rId7"/>
            </p:custDataLst>
          </p:nvPr>
        </p:nvSpPr>
        <p:spPr>
          <a:xfrm>
            <a:off x="879475" y="6389688"/>
            <a:ext cx="2700338" cy="238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base"/>
            <a:fld id="{760FBDFE-C587-4B4C-A407-44438C67B59E}" type="datetimeFigureOut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 userDrawn="1">
            <p:ph type="ftr" sz="quarter" idx="11"/>
            <p:custDataLst>
              <p:tags r:id="rId8"/>
            </p:custDataLst>
          </p:nvPr>
        </p:nvSpPr>
        <p:spPr>
          <a:xfrm>
            <a:off x="4116388" y="6389688"/>
            <a:ext cx="3959225" cy="238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base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 userDrawn="1">
            <p:ph type="sldNum" sz="quarter" idx="12"/>
            <p:custDataLst>
              <p:tags r:id="rId9"/>
            </p:custDataLst>
          </p:nvPr>
        </p:nvSpPr>
        <p:spPr>
          <a:xfrm>
            <a:off x="8610600" y="6389688"/>
            <a:ext cx="2700338" cy="238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base"/>
            <a:fld id="{49AE70B2-8BF9-45C0-BB95-33D1B9D3A854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  <p:transition>
    <p:wheel spokes="8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7" name="图片 9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 rot="-9578991">
            <a:off x="11217275" y="130175"/>
            <a:ext cx="1038225" cy="10175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" name="矩形 7"/>
          <p:cNvSpPr/>
          <p:nvPr userDrawn="1">
            <p:custDataLst>
              <p:tags r:id="rId4"/>
            </p:custDataLst>
          </p:nvPr>
        </p:nvSpPr>
        <p:spPr>
          <a:xfrm>
            <a:off x="0" y="0"/>
            <a:ext cx="4822825" cy="6865938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 fontAlgn="base"/>
            <a:endParaRPr lang="en-US" altLang="zh-CN" sz="100" strike="noStrike" noProof="1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83200" y="880650"/>
            <a:ext cx="3960000" cy="661500"/>
          </a:xfrm>
        </p:spPr>
        <p:txBody>
          <a:bodyPr anchor="ctr"/>
          <a:lstStyle>
            <a:lvl1pPr>
              <a:defRPr sz="27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fontAlgn="auto"/>
            <a:r>
              <a:rPr lang="zh-CN" altLang="en-US" strike="noStrike" noProof="1"/>
              <a:t>单击编辑标题</a:t>
            </a:r>
            <a:endParaRPr lang="zh-CN" altLang="en-US" strike="noStrike" noProof="1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>
          <a:xfrm>
            <a:off x="586800" y="2275650"/>
            <a:ext cx="3956400" cy="3069900"/>
          </a:xfrm>
        </p:spPr>
        <p:txBody>
          <a:bodyPr/>
          <a:lstStyle>
            <a:lvl1pPr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  <a:lvl5pPr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</p:nvPr>
        </p:nvSpPr>
        <p:spPr>
          <a:xfrm>
            <a:off x="5101200" y="1405930"/>
            <a:ext cx="6480000" cy="3815953"/>
          </a:xfrm>
        </p:spPr>
        <p:txBody>
          <a:bodyPr/>
          <a:lstStyle>
            <a:lvl1pPr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  <a:lvl5pPr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879475" y="6389688"/>
            <a:ext cx="2700338" cy="238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base"/>
            <a:fld id="{760FBDFE-C587-4B4C-A407-44438C67B59E}" type="datetimeFigureOut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116388" y="6389688"/>
            <a:ext cx="3959225" cy="238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base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610600" y="6389688"/>
            <a:ext cx="2700338" cy="238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base"/>
            <a:fld id="{49AE70B2-8BF9-45C0-BB95-33D1B9D3A854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  <p:transition>
    <p:wheel spokes="8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1" name="图片 10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 rot="-4964682" flipV="1">
            <a:off x="-44450" y="6262688"/>
            <a:ext cx="1036638" cy="6619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矩形 9"/>
          <p:cNvSpPr/>
          <p:nvPr userDrawn="1">
            <p:custDataLst>
              <p:tags r:id="rId4"/>
            </p:custDataLst>
          </p:nvPr>
        </p:nvSpPr>
        <p:spPr>
          <a:xfrm>
            <a:off x="0" y="0"/>
            <a:ext cx="12192000" cy="2663825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 fontAlgn="base"/>
            <a:endParaRPr lang="en-US" altLang="zh-CN" sz="100" strike="noStrike" noProof="1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12000" y="859500"/>
            <a:ext cx="10976400" cy="469800"/>
          </a:xfrm>
        </p:spPr>
        <p:txBody>
          <a:bodyPr anchor="ctr"/>
          <a:lstStyle>
            <a:lvl1pPr algn="ctr">
              <a:defRPr sz="27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>
          <a:xfrm>
            <a:off x="612000" y="1763100"/>
            <a:ext cx="10975975" cy="621000"/>
          </a:xfrm>
        </p:spPr>
        <p:txBody>
          <a:bodyPr/>
          <a:lstStyle>
            <a:lvl1pPr algn="ctr"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</p:nvPr>
        </p:nvSpPr>
        <p:spPr>
          <a:xfrm>
            <a:off x="612775" y="3236850"/>
            <a:ext cx="10965600" cy="2573100"/>
          </a:xfrm>
        </p:spPr>
        <p:txBody>
          <a:bodyPr/>
          <a:lstStyle>
            <a:lvl1pPr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879475" y="6389688"/>
            <a:ext cx="2700338" cy="238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base"/>
            <a:fld id="{760FBDFE-C587-4B4C-A407-44438C67B59E}" type="datetimeFigureOut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116388" y="6389688"/>
            <a:ext cx="3959225" cy="238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base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610600" y="6389688"/>
            <a:ext cx="2700338" cy="238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base"/>
            <a:fld id="{49AE70B2-8BF9-45C0-BB95-33D1B9D3A854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  <p:transition>
    <p:wheel spokes="8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5" name="图片 9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 rot="-4964682" flipH="1">
            <a:off x="11171238" y="-44450"/>
            <a:ext cx="1035050" cy="6619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" name="矩形 7"/>
          <p:cNvSpPr/>
          <p:nvPr userDrawn="1">
            <p:custDataLst>
              <p:tags r:id="rId4"/>
            </p:custDataLst>
          </p:nvPr>
        </p:nvSpPr>
        <p:spPr>
          <a:xfrm>
            <a:off x="0" y="5029200"/>
            <a:ext cx="12192000" cy="18288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 fontAlgn="base"/>
            <a:endParaRPr lang="en-US" altLang="zh-CN" sz="100" strike="noStrike" noProof="1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4800" y="740250"/>
            <a:ext cx="10976400" cy="423900"/>
          </a:xfrm>
        </p:spPr>
        <p:txBody>
          <a:bodyPr anchor="ctr"/>
          <a:lstStyle>
            <a:lvl1pPr algn="ctr">
              <a:defRPr sz="2400" u="none" strike="noStrike" kern="1200" cap="all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604837" y="2082600"/>
            <a:ext cx="10990800" cy="2408400"/>
          </a:xfrm>
        </p:spPr>
        <p:txBody>
          <a:bodyPr/>
          <a:lstStyle>
            <a:lvl1pPr>
              <a:defRPr u="none" strike="noStrike" kern="1200" cap="all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u="none" strike="noStrike" kern="1200" cap="all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u="none" strike="noStrike" kern="1200" cap="all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u="none" strike="noStrike" kern="1200" cap="all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u="none" strike="noStrike" kern="1200" cap="all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</p:nvPr>
        </p:nvSpPr>
        <p:spPr>
          <a:xfrm>
            <a:off x="594000" y="5306850"/>
            <a:ext cx="11001600" cy="758700"/>
          </a:xfrm>
        </p:spPr>
        <p:txBody>
          <a:bodyPr/>
          <a:lstStyle>
            <a:lvl1pPr>
              <a:defRPr u="none" strike="noStrike" kern="1200" cap="all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879475" y="6389688"/>
            <a:ext cx="2700338" cy="238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base"/>
            <a:fld id="{760FBDFE-C587-4B4C-A407-44438C67B59E}" type="datetimeFigureOut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116388" y="6389688"/>
            <a:ext cx="3959225" cy="238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base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610600" y="6389688"/>
            <a:ext cx="2700338" cy="238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base"/>
            <a:fld id="{49AE70B2-8BF9-45C0-BB95-33D1B9D3A854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  <p:transition>
    <p:wheel spokes="8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 fontAlgn="base"/>
            <a:endParaRPr lang="en-US" altLang="zh-CN" sz="100" strike="noStrike" noProof="1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9600" y="292846"/>
            <a:ext cx="11037600" cy="331473"/>
          </a:xfrm>
        </p:spPr>
        <p:txBody>
          <a:bodyPr/>
          <a:lstStyle>
            <a:lvl1pPr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579600" y="2025000"/>
            <a:ext cx="5342400" cy="2170800"/>
          </a:xfrm>
        </p:spPr>
        <p:txBody>
          <a:bodyPr/>
          <a:lstStyle>
            <a:lvl1pPr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</p:nvPr>
        </p:nvSpPr>
        <p:spPr>
          <a:xfrm>
            <a:off x="6242400" y="2025000"/>
            <a:ext cx="5367600" cy="2170800"/>
          </a:xfrm>
        </p:spPr>
        <p:txBody>
          <a:bodyPr/>
          <a:lstStyle>
            <a:lvl1pPr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</p:nvPr>
        </p:nvSpPr>
        <p:spPr>
          <a:xfrm>
            <a:off x="572400" y="4914450"/>
            <a:ext cx="5342400" cy="585900"/>
          </a:xfrm>
        </p:spPr>
        <p:txBody>
          <a:bodyPr/>
          <a:lstStyle>
            <a:lvl1pPr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</p:nvPr>
        </p:nvSpPr>
        <p:spPr>
          <a:xfrm>
            <a:off x="6253200" y="4910850"/>
            <a:ext cx="5367600" cy="585900"/>
          </a:xfrm>
        </p:spPr>
        <p:txBody>
          <a:bodyPr/>
          <a:lstStyle>
            <a:lvl1pPr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879475" y="6389688"/>
            <a:ext cx="2700338" cy="238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base"/>
            <a:fld id="{760FBDFE-C587-4B4C-A407-44438C67B59E}" type="datetimeFigureOut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388" y="6389688"/>
            <a:ext cx="3959225" cy="238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base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610600" y="6389688"/>
            <a:ext cx="2700338" cy="238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base"/>
            <a:fld id="{49AE70B2-8BF9-45C0-BB95-33D1B9D3A854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  <p:transition>
    <p:wheel spokes="8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1576388"/>
            <a:ext cx="12192000" cy="3705225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 fontAlgn="base"/>
            <a:endParaRPr lang="en-US" altLang="zh-CN" sz="100" strike="noStrike" noProof="1">
              <a:sym typeface="+mn-ea"/>
            </a:endParaRPr>
          </a:p>
        </p:txBody>
      </p:sp>
      <p:grpSp>
        <p:nvGrpSpPr>
          <p:cNvPr id="20484" name="组合 7"/>
          <p:cNvGrpSpPr/>
          <p:nvPr userDrawn="1"/>
        </p:nvGrpSpPr>
        <p:grpSpPr>
          <a:xfrm flipH="1">
            <a:off x="10666413" y="2647950"/>
            <a:ext cx="1525587" cy="4210050"/>
            <a:chOff x="-2041" y="4391343"/>
            <a:chExt cx="893743" cy="2466658"/>
          </a:xfrm>
        </p:grpSpPr>
        <p:pic>
          <p:nvPicPr>
            <p:cNvPr id="20485" name="图片 8"/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4"/>
            <a:stretch>
              <a:fillRect/>
            </a:stretch>
          </p:blipFill>
          <p:spPr>
            <a:xfrm>
              <a:off x="0" y="5917327"/>
              <a:ext cx="891702" cy="940674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20486" name="图片 10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6"/>
            <a:stretch>
              <a:fillRect/>
            </a:stretch>
          </p:blipFill>
          <p:spPr>
            <a:xfrm rot="1953062" flipH="1">
              <a:off x="-2041" y="4391343"/>
              <a:ext cx="757605" cy="2455724"/>
            </a:xfrm>
            <a:prstGeom prst="rect">
              <a:avLst/>
            </a:prstGeom>
            <a:noFill/>
            <a:ln w="9525">
              <a:noFill/>
            </a:ln>
          </p:spPr>
        </p:pic>
      </p:grpSp>
      <p:pic>
        <p:nvPicPr>
          <p:cNvPr id="20487" name="图片 11"/>
          <p:cNvPicPr>
            <a:picLocks noChangeAspect="1"/>
          </p:cNvPicPr>
          <p:nvPr userDrawn="1"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 flipV="1">
            <a:off x="0" y="0"/>
            <a:ext cx="1625600" cy="21621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522800" y="1637550"/>
            <a:ext cx="9144000" cy="1790100"/>
          </a:xfrm>
        </p:spPr>
        <p:txBody>
          <a:bodyPr anchor="b"/>
          <a:lstStyle>
            <a:lvl1pPr algn="ctr">
              <a:defRPr sz="4500" u="none" strike="noStrike" kern="1200" cap="none" spc="0" normalizeH="0" baseline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fontAlgn="auto"/>
            <a:r>
              <a:rPr lang="zh-CN" altLang="en-US" strike="noStrike" noProof="1"/>
              <a:t>单击此处编辑标题</a:t>
            </a:r>
            <a:endParaRPr lang="zh-CN" altLang="en-US" strike="noStrike" noProof="1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>
          <a:xfrm>
            <a:off x="1522413" y="4069800"/>
            <a:ext cx="9144000" cy="1242000"/>
          </a:xfrm>
        </p:spPr>
        <p:txBody>
          <a:bodyPr/>
          <a:lstStyle>
            <a:lvl1pPr algn="ctr">
              <a:defRPr u="none" strike="noStrike" kern="1200" cap="none" spc="0" normalizeH="0" baseline="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>
          <a:xfrm>
            <a:off x="879475" y="6389688"/>
            <a:ext cx="2700338" cy="238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base"/>
            <a:fld id="{760FBDFE-C587-4B4C-A407-44438C67B59E}" type="datetimeFigureOut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>
          <a:xfrm>
            <a:off x="4116388" y="6389688"/>
            <a:ext cx="3959225" cy="238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base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>
          <a:xfrm>
            <a:off x="8610600" y="6389688"/>
            <a:ext cx="2700338" cy="238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base"/>
            <a:fld id="{49AE70B2-8BF9-45C0-BB95-33D1B9D3A854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  <p:transition>
    <p:wheel spokes="8"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7" Type="http://schemas.openxmlformats.org/officeDocument/2006/relationships/theme" Target="../theme/theme1.xml"/><Relationship Id="rId26" Type="http://schemas.openxmlformats.org/officeDocument/2006/relationships/image" Target="file:///D:\qq&#25991;&#20214;\712321467\Image\C2C\Image2\%7b75232B38-A165-1FB7-499C-2E1C792CACB5%7d.png" TargetMode="External"/><Relationship Id="rId25" Type="http://schemas.openxmlformats.org/officeDocument/2006/relationships/image" Target="../media/image27.png"/><Relationship Id="rId24" Type="http://schemas.openxmlformats.org/officeDocument/2006/relationships/tags" Target="../tags/tag111.xml"/><Relationship Id="rId23" Type="http://schemas.openxmlformats.org/officeDocument/2006/relationships/tags" Target="../tags/tag110.xml"/><Relationship Id="rId22" Type="http://schemas.openxmlformats.org/officeDocument/2006/relationships/tags" Target="../tags/tag109.xml"/><Relationship Id="rId21" Type="http://schemas.openxmlformats.org/officeDocument/2006/relationships/tags" Target="../tags/tag108.xml"/><Relationship Id="rId20" Type="http://schemas.openxmlformats.org/officeDocument/2006/relationships/tags" Target="../tags/tag107.xml"/><Relationship Id="rId2" Type="http://schemas.openxmlformats.org/officeDocument/2006/relationships/slideLayout" Target="../slideLayouts/slideLayout2.xml"/><Relationship Id="rId19" Type="http://schemas.openxmlformats.org/officeDocument/2006/relationships/tags" Target="../tags/tag106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标题占位符 1"/>
          <p:cNvSpPr>
            <a:spLocks noGrp="1"/>
          </p:cNvSpPr>
          <p:nvPr>
            <p:ph type="title"/>
            <p:custDataLst>
              <p:tags r:id="rId19"/>
            </p:custDataLst>
          </p:nvPr>
        </p:nvSpPr>
        <p:spPr>
          <a:xfrm>
            <a:off x="669925" y="1189038"/>
            <a:ext cx="10852150" cy="331787"/>
          </a:xfrm>
          <a:prstGeom prst="rect">
            <a:avLst/>
          </a:prstGeom>
          <a:noFill/>
          <a:ln w="9525">
            <a:noFill/>
          </a:ln>
        </p:spPr>
        <p:txBody>
          <a:bodyPr vert="horz" lIns="101600" tIns="38100" rIns="76200" bIns="38100" anchor="t" anchorCtr="0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2051" name="文本占位符 2"/>
          <p:cNvSpPr>
            <a:spLocks noGrp="1"/>
          </p:cNvSpPr>
          <p:nvPr>
            <p:ph type="body" idx="5"/>
            <p:custDataLst>
              <p:tags r:id="rId20"/>
            </p:custDataLst>
          </p:nvPr>
        </p:nvSpPr>
        <p:spPr>
          <a:xfrm>
            <a:off x="669925" y="1571625"/>
            <a:ext cx="10852150" cy="4041775"/>
          </a:xfrm>
          <a:prstGeom prst="rect">
            <a:avLst/>
          </a:prstGeom>
          <a:noFill/>
          <a:ln w="9525">
            <a:noFill/>
          </a:ln>
        </p:spPr>
        <p:txBody>
          <a:bodyPr vert="horz" lIns="101600" tIns="0" rIns="82550" bIns="0" anchor="t" anchorCtr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1"/>
            </p:custDataLst>
          </p:nvPr>
        </p:nvSpPr>
        <p:spPr>
          <a:xfrm>
            <a:off x="879475" y="5619750"/>
            <a:ext cx="2700338" cy="238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base"/>
            <a:fld id="{760FBDFE-C587-4B4C-A407-44438C67B59E}" type="datetimeFigureOut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2"/>
            </p:custDataLst>
          </p:nvPr>
        </p:nvSpPr>
        <p:spPr>
          <a:xfrm>
            <a:off x="4116388" y="5619750"/>
            <a:ext cx="3959225" cy="238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base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3"/>
            </p:custDataLst>
          </p:nvPr>
        </p:nvSpPr>
        <p:spPr>
          <a:xfrm>
            <a:off x="8610600" y="5619750"/>
            <a:ext cx="2700338" cy="238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base"/>
            <a:fld id="{49AE70B2-8BF9-45C0-BB95-33D1B9D3A854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7" name="KSO_TEMPLATE" hidden="1"/>
          <p:cNvSpPr/>
          <p:nvPr>
            <p:custDataLst>
              <p:tags r:id="rId24"/>
            </p:custDataLst>
          </p:nvPr>
        </p:nvSpPr>
        <p:spPr>
          <a:xfrm flipH="1">
            <a:off x="0" y="85725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z="100" strike="noStrike" noProof="1">
              <a:solidFill>
                <a:schemeClr val="lt1"/>
              </a:solidFill>
            </a:endParaRPr>
          </a:p>
        </p:txBody>
      </p:sp>
      <p:pic>
        <p:nvPicPr>
          <p:cNvPr id="2052" name="图片 1073743875" descr="学科网 zxxk.com"/>
          <p:cNvPicPr>
            <a:picLocks noChangeAspect="1"/>
          </p:cNvPicPr>
          <p:nvPr/>
        </p:nvPicPr>
        <p:blipFill>
          <a:blip r:embed="rId25" r:link="rId26"/>
          <a:stretch>
            <a:fillRect/>
          </a:stretch>
        </p:blipFill>
        <p:spPr>
          <a:xfrm>
            <a:off x="838200" y="365125"/>
            <a:ext cx="9525" cy="9525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</p:sldLayoutIdLst>
  <p:transition>
    <p:wheel spokes="8"/>
  </p:transition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1800" b="1" u="none" strike="noStrike" kern="1200" cap="none" spc="2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汉仪旗黑-85S" panose="00020600040101010101" pitchFamily="18" charset="-122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defRPr sz="12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1pPr>
      <a:lvl2pPr marL="514350" indent="-171450" algn="l" defTabSz="685800" rtl="0" eaLnBrk="1" fontAlgn="auto" latinLnBrk="0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207135" algn="l"/>
        </a:tabLst>
        <a:defRPr sz="12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2pPr>
      <a:lvl3pPr marL="857250" indent="-171450" algn="l" defTabSz="685800" rtl="0" eaLnBrk="1" fontAlgn="auto" latinLnBrk="0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defRPr sz="12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3pPr>
      <a:lvl4pPr marL="1200150" indent="-171450" algn="l" defTabSz="685800" rtl="0" eaLnBrk="1" fontAlgn="auto" latinLnBrk="0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defRPr sz="12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4pPr>
      <a:lvl5pPr marL="1543050" indent="-171450" algn="l" defTabSz="685800" rtl="0" eaLnBrk="1" fontAlgn="auto" latinLnBrk="0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defRPr sz="12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114.xml"/><Relationship Id="rId2" Type="http://schemas.openxmlformats.org/officeDocument/2006/relationships/tags" Target="../tags/tag113.xml"/><Relationship Id="rId1" Type="http://schemas.openxmlformats.org/officeDocument/2006/relationships/tags" Target="../tags/tag11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.vml"/><Relationship Id="rId7" Type="http://schemas.openxmlformats.org/officeDocument/2006/relationships/slideLayout" Target="../slideLayouts/slideLayout17.xml"/><Relationship Id="rId6" Type="http://schemas.openxmlformats.org/officeDocument/2006/relationships/tags" Target="../tags/tag116.xml"/><Relationship Id="rId5" Type="http://schemas.openxmlformats.org/officeDocument/2006/relationships/image" Target="../media/image29.wmf"/><Relationship Id="rId4" Type="http://schemas.openxmlformats.org/officeDocument/2006/relationships/oleObject" Target="../embeddings/oleObject2.bin"/><Relationship Id="rId3" Type="http://schemas.openxmlformats.org/officeDocument/2006/relationships/image" Target="../media/image28.wmf"/><Relationship Id="rId2" Type="http://schemas.openxmlformats.org/officeDocument/2006/relationships/oleObject" Target="../embeddings/oleObject1.bin"/><Relationship Id="rId1" Type="http://schemas.openxmlformats.org/officeDocument/2006/relationships/tags" Target="../tags/tag115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7.bin"/><Relationship Id="rId8" Type="http://schemas.openxmlformats.org/officeDocument/2006/relationships/image" Target="../media/image33.wmf"/><Relationship Id="rId7" Type="http://schemas.openxmlformats.org/officeDocument/2006/relationships/oleObject" Target="../embeddings/oleObject6.bin"/><Relationship Id="rId6" Type="http://schemas.openxmlformats.org/officeDocument/2006/relationships/image" Target="../media/image32.w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31.wmf"/><Relationship Id="rId3" Type="http://schemas.openxmlformats.org/officeDocument/2006/relationships/oleObject" Target="../embeddings/oleObject4.bin"/><Relationship Id="rId21" Type="http://schemas.openxmlformats.org/officeDocument/2006/relationships/vmlDrawing" Target="../drawings/vmlDrawing2.vml"/><Relationship Id="rId20" Type="http://schemas.openxmlformats.org/officeDocument/2006/relationships/slideLayout" Target="../slideLayouts/slideLayout17.xml"/><Relationship Id="rId2" Type="http://schemas.openxmlformats.org/officeDocument/2006/relationships/image" Target="../media/image30.wmf"/><Relationship Id="rId19" Type="http://schemas.openxmlformats.org/officeDocument/2006/relationships/tags" Target="../tags/tag117.xml"/><Relationship Id="rId18" Type="http://schemas.openxmlformats.org/officeDocument/2006/relationships/image" Target="../media/image38.wmf"/><Relationship Id="rId17" Type="http://schemas.openxmlformats.org/officeDocument/2006/relationships/oleObject" Target="../embeddings/oleObject11.bin"/><Relationship Id="rId16" Type="http://schemas.openxmlformats.org/officeDocument/2006/relationships/image" Target="../media/image37.wmf"/><Relationship Id="rId15" Type="http://schemas.openxmlformats.org/officeDocument/2006/relationships/oleObject" Target="../embeddings/oleObject10.bin"/><Relationship Id="rId14" Type="http://schemas.openxmlformats.org/officeDocument/2006/relationships/image" Target="../media/image36.wmf"/><Relationship Id="rId13" Type="http://schemas.openxmlformats.org/officeDocument/2006/relationships/oleObject" Target="../embeddings/oleObject9.bin"/><Relationship Id="rId12" Type="http://schemas.openxmlformats.org/officeDocument/2006/relationships/image" Target="../media/image35.wmf"/><Relationship Id="rId11" Type="http://schemas.openxmlformats.org/officeDocument/2006/relationships/oleObject" Target="../embeddings/oleObject8.bin"/><Relationship Id="rId10" Type="http://schemas.openxmlformats.org/officeDocument/2006/relationships/image" Target="../media/image34.wmf"/><Relationship Id="rId1" Type="http://schemas.openxmlformats.org/officeDocument/2006/relationships/oleObject" Target="../embeddings/oleObject3.bin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7.xml"/><Relationship Id="rId8" Type="http://schemas.openxmlformats.org/officeDocument/2006/relationships/tags" Target="../tags/tag118.xml"/><Relationship Id="rId7" Type="http://schemas.openxmlformats.org/officeDocument/2006/relationships/image" Target="../media/image43.emf"/><Relationship Id="rId6" Type="http://schemas.openxmlformats.org/officeDocument/2006/relationships/image" Target="../media/image42.wmf"/><Relationship Id="rId5" Type="http://schemas.openxmlformats.org/officeDocument/2006/relationships/oleObject" Target="../embeddings/oleObject13.bin"/><Relationship Id="rId4" Type="http://schemas.openxmlformats.org/officeDocument/2006/relationships/image" Target="../media/image41.wmf"/><Relationship Id="rId3" Type="http://schemas.openxmlformats.org/officeDocument/2006/relationships/oleObject" Target="../embeddings/oleObject12.bin"/><Relationship Id="rId2" Type="http://schemas.openxmlformats.org/officeDocument/2006/relationships/image" Target="../media/image40.png"/><Relationship Id="rId10" Type="http://schemas.openxmlformats.org/officeDocument/2006/relationships/vmlDrawing" Target="../drawings/vmlDrawing3.vml"/><Relationship Id="rId1" Type="http://schemas.openxmlformats.org/officeDocument/2006/relationships/image" Target="../media/image39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8.bin"/><Relationship Id="rId8" Type="http://schemas.openxmlformats.org/officeDocument/2006/relationships/image" Target="../media/image34.wmf"/><Relationship Id="rId7" Type="http://schemas.openxmlformats.org/officeDocument/2006/relationships/oleObject" Target="../embeddings/oleObject17.bin"/><Relationship Id="rId6" Type="http://schemas.openxmlformats.org/officeDocument/2006/relationships/image" Target="../media/image46.wmf"/><Relationship Id="rId5" Type="http://schemas.openxmlformats.org/officeDocument/2006/relationships/oleObject" Target="../embeddings/oleObject16.bin"/><Relationship Id="rId43" Type="http://schemas.openxmlformats.org/officeDocument/2006/relationships/vmlDrawing" Target="../drawings/vmlDrawing4.vml"/><Relationship Id="rId42" Type="http://schemas.openxmlformats.org/officeDocument/2006/relationships/slideLayout" Target="../slideLayouts/slideLayout17.xml"/><Relationship Id="rId41" Type="http://schemas.openxmlformats.org/officeDocument/2006/relationships/tags" Target="../tags/tag120.xml"/><Relationship Id="rId40" Type="http://schemas.openxmlformats.org/officeDocument/2006/relationships/image" Target="../media/image61.wmf"/><Relationship Id="rId4" Type="http://schemas.openxmlformats.org/officeDocument/2006/relationships/image" Target="../media/image45.wmf"/><Relationship Id="rId39" Type="http://schemas.openxmlformats.org/officeDocument/2006/relationships/oleObject" Target="../embeddings/oleObject33.bin"/><Relationship Id="rId38" Type="http://schemas.openxmlformats.org/officeDocument/2006/relationships/image" Target="../media/image60.wmf"/><Relationship Id="rId37" Type="http://schemas.openxmlformats.org/officeDocument/2006/relationships/oleObject" Target="../embeddings/oleObject32.bin"/><Relationship Id="rId36" Type="http://schemas.openxmlformats.org/officeDocument/2006/relationships/oleObject" Target="../embeddings/oleObject31.bin"/><Relationship Id="rId35" Type="http://schemas.openxmlformats.org/officeDocument/2006/relationships/image" Target="../media/image59.wmf"/><Relationship Id="rId34" Type="http://schemas.openxmlformats.org/officeDocument/2006/relationships/oleObject" Target="../embeddings/oleObject30.bin"/><Relationship Id="rId33" Type="http://schemas.openxmlformats.org/officeDocument/2006/relationships/image" Target="../media/image58.wmf"/><Relationship Id="rId32" Type="http://schemas.openxmlformats.org/officeDocument/2006/relationships/oleObject" Target="../embeddings/oleObject29.bin"/><Relationship Id="rId31" Type="http://schemas.openxmlformats.org/officeDocument/2006/relationships/image" Target="../media/image57.wmf"/><Relationship Id="rId30" Type="http://schemas.openxmlformats.org/officeDocument/2006/relationships/oleObject" Target="../embeddings/oleObject28.bin"/><Relationship Id="rId3" Type="http://schemas.openxmlformats.org/officeDocument/2006/relationships/oleObject" Target="../embeddings/oleObject15.bin"/><Relationship Id="rId29" Type="http://schemas.openxmlformats.org/officeDocument/2006/relationships/image" Target="../media/image56.wmf"/><Relationship Id="rId28" Type="http://schemas.openxmlformats.org/officeDocument/2006/relationships/oleObject" Target="../embeddings/oleObject27.bin"/><Relationship Id="rId27" Type="http://schemas.openxmlformats.org/officeDocument/2006/relationships/image" Target="../media/image55.wmf"/><Relationship Id="rId26" Type="http://schemas.openxmlformats.org/officeDocument/2006/relationships/oleObject" Target="../embeddings/oleObject26.bin"/><Relationship Id="rId25" Type="http://schemas.openxmlformats.org/officeDocument/2006/relationships/image" Target="../media/image54.wmf"/><Relationship Id="rId24" Type="http://schemas.openxmlformats.org/officeDocument/2006/relationships/oleObject" Target="../embeddings/oleObject25.bin"/><Relationship Id="rId23" Type="http://schemas.openxmlformats.org/officeDocument/2006/relationships/image" Target="../media/image53.wmf"/><Relationship Id="rId22" Type="http://schemas.openxmlformats.org/officeDocument/2006/relationships/oleObject" Target="../embeddings/oleObject24.bin"/><Relationship Id="rId21" Type="http://schemas.openxmlformats.org/officeDocument/2006/relationships/image" Target="../media/image52.wmf"/><Relationship Id="rId20" Type="http://schemas.openxmlformats.org/officeDocument/2006/relationships/oleObject" Target="../embeddings/oleObject23.bin"/><Relationship Id="rId2" Type="http://schemas.openxmlformats.org/officeDocument/2006/relationships/image" Target="../media/image44.wmf"/><Relationship Id="rId19" Type="http://schemas.openxmlformats.org/officeDocument/2006/relationships/image" Target="../media/image51.wmf"/><Relationship Id="rId18" Type="http://schemas.openxmlformats.org/officeDocument/2006/relationships/oleObject" Target="../embeddings/oleObject22.bin"/><Relationship Id="rId17" Type="http://schemas.openxmlformats.org/officeDocument/2006/relationships/image" Target="../media/image50.wmf"/><Relationship Id="rId16" Type="http://schemas.openxmlformats.org/officeDocument/2006/relationships/oleObject" Target="../embeddings/oleObject21.bin"/><Relationship Id="rId15" Type="http://schemas.openxmlformats.org/officeDocument/2006/relationships/image" Target="../media/image49.wmf"/><Relationship Id="rId14" Type="http://schemas.openxmlformats.org/officeDocument/2006/relationships/oleObject" Target="../embeddings/oleObject20.bin"/><Relationship Id="rId13" Type="http://schemas.openxmlformats.org/officeDocument/2006/relationships/tags" Target="../tags/tag119.xml"/><Relationship Id="rId12" Type="http://schemas.openxmlformats.org/officeDocument/2006/relationships/image" Target="../media/image48.wmf"/><Relationship Id="rId11" Type="http://schemas.openxmlformats.org/officeDocument/2006/relationships/oleObject" Target="../embeddings/oleObject19.bin"/><Relationship Id="rId10" Type="http://schemas.openxmlformats.org/officeDocument/2006/relationships/image" Target="../media/image47.wmf"/><Relationship Id="rId1" Type="http://schemas.openxmlformats.org/officeDocument/2006/relationships/oleObject" Target="../embeddings/oleObject14.bin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8.bin"/><Relationship Id="rId8" Type="http://schemas.openxmlformats.org/officeDocument/2006/relationships/image" Target="../media/image65.wmf"/><Relationship Id="rId7" Type="http://schemas.openxmlformats.org/officeDocument/2006/relationships/oleObject" Target="../embeddings/oleObject37.bin"/><Relationship Id="rId6" Type="http://schemas.openxmlformats.org/officeDocument/2006/relationships/image" Target="../media/image64.wmf"/><Relationship Id="rId5" Type="http://schemas.openxmlformats.org/officeDocument/2006/relationships/oleObject" Target="../embeddings/oleObject36.bin"/><Relationship Id="rId4" Type="http://schemas.openxmlformats.org/officeDocument/2006/relationships/image" Target="../media/image63.wmf"/><Relationship Id="rId3" Type="http://schemas.openxmlformats.org/officeDocument/2006/relationships/oleObject" Target="../embeddings/oleObject35.bin"/><Relationship Id="rId29" Type="http://schemas.openxmlformats.org/officeDocument/2006/relationships/vmlDrawing" Target="../drawings/vmlDrawing5.vml"/><Relationship Id="rId28" Type="http://schemas.openxmlformats.org/officeDocument/2006/relationships/slideLayout" Target="../slideLayouts/slideLayout17.xml"/><Relationship Id="rId27" Type="http://schemas.openxmlformats.org/officeDocument/2006/relationships/tags" Target="../tags/tag121.xml"/><Relationship Id="rId26" Type="http://schemas.openxmlformats.org/officeDocument/2006/relationships/image" Target="../media/image74.wmf"/><Relationship Id="rId25" Type="http://schemas.openxmlformats.org/officeDocument/2006/relationships/oleObject" Target="../embeddings/oleObject46.bin"/><Relationship Id="rId24" Type="http://schemas.openxmlformats.org/officeDocument/2006/relationships/image" Target="../media/image73.wmf"/><Relationship Id="rId23" Type="http://schemas.openxmlformats.org/officeDocument/2006/relationships/oleObject" Target="../embeddings/oleObject45.bin"/><Relationship Id="rId22" Type="http://schemas.openxmlformats.org/officeDocument/2006/relationships/image" Target="../media/image72.wmf"/><Relationship Id="rId21" Type="http://schemas.openxmlformats.org/officeDocument/2006/relationships/oleObject" Target="../embeddings/oleObject44.bin"/><Relationship Id="rId20" Type="http://schemas.openxmlformats.org/officeDocument/2006/relationships/image" Target="../media/image71.wmf"/><Relationship Id="rId2" Type="http://schemas.openxmlformats.org/officeDocument/2006/relationships/image" Target="../media/image62.wmf"/><Relationship Id="rId19" Type="http://schemas.openxmlformats.org/officeDocument/2006/relationships/oleObject" Target="../embeddings/oleObject43.bin"/><Relationship Id="rId18" Type="http://schemas.openxmlformats.org/officeDocument/2006/relationships/image" Target="../media/image70.wmf"/><Relationship Id="rId17" Type="http://schemas.openxmlformats.org/officeDocument/2006/relationships/oleObject" Target="../embeddings/oleObject42.bin"/><Relationship Id="rId16" Type="http://schemas.openxmlformats.org/officeDocument/2006/relationships/image" Target="../media/image69.wmf"/><Relationship Id="rId15" Type="http://schemas.openxmlformats.org/officeDocument/2006/relationships/oleObject" Target="../embeddings/oleObject41.bin"/><Relationship Id="rId14" Type="http://schemas.openxmlformats.org/officeDocument/2006/relationships/image" Target="../media/image68.wmf"/><Relationship Id="rId13" Type="http://schemas.openxmlformats.org/officeDocument/2006/relationships/oleObject" Target="../embeddings/oleObject40.bin"/><Relationship Id="rId12" Type="http://schemas.openxmlformats.org/officeDocument/2006/relationships/image" Target="../media/image67.wmf"/><Relationship Id="rId11" Type="http://schemas.openxmlformats.org/officeDocument/2006/relationships/oleObject" Target="../embeddings/oleObject39.bin"/><Relationship Id="rId10" Type="http://schemas.openxmlformats.org/officeDocument/2006/relationships/image" Target="../media/image66.wmf"/><Relationship Id="rId1" Type="http://schemas.openxmlformats.org/officeDocument/2006/relationships/oleObject" Target="../embeddings/oleObject34.bin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1.bin"/><Relationship Id="rId8" Type="http://schemas.openxmlformats.org/officeDocument/2006/relationships/image" Target="../media/image78.wmf"/><Relationship Id="rId7" Type="http://schemas.openxmlformats.org/officeDocument/2006/relationships/oleObject" Target="../embeddings/oleObject50.bin"/><Relationship Id="rId6" Type="http://schemas.openxmlformats.org/officeDocument/2006/relationships/image" Target="../media/image77.wmf"/><Relationship Id="rId5" Type="http://schemas.openxmlformats.org/officeDocument/2006/relationships/oleObject" Target="../embeddings/oleObject49.bin"/><Relationship Id="rId4" Type="http://schemas.openxmlformats.org/officeDocument/2006/relationships/image" Target="../media/image76.wmf"/><Relationship Id="rId3" Type="http://schemas.openxmlformats.org/officeDocument/2006/relationships/oleObject" Target="../embeddings/oleObject48.bin"/><Relationship Id="rId29" Type="http://schemas.openxmlformats.org/officeDocument/2006/relationships/vmlDrawing" Target="../drawings/vmlDrawing6.vml"/><Relationship Id="rId28" Type="http://schemas.openxmlformats.org/officeDocument/2006/relationships/slideLayout" Target="../slideLayouts/slideLayout17.xml"/><Relationship Id="rId27" Type="http://schemas.openxmlformats.org/officeDocument/2006/relationships/tags" Target="../tags/tag122.xml"/><Relationship Id="rId26" Type="http://schemas.openxmlformats.org/officeDocument/2006/relationships/image" Target="../media/image87.wmf"/><Relationship Id="rId25" Type="http://schemas.openxmlformats.org/officeDocument/2006/relationships/oleObject" Target="../embeddings/oleObject59.bin"/><Relationship Id="rId24" Type="http://schemas.openxmlformats.org/officeDocument/2006/relationships/image" Target="../media/image86.wmf"/><Relationship Id="rId23" Type="http://schemas.openxmlformats.org/officeDocument/2006/relationships/oleObject" Target="../embeddings/oleObject58.bin"/><Relationship Id="rId22" Type="http://schemas.openxmlformats.org/officeDocument/2006/relationships/image" Target="../media/image85.wmf"/><Relationship Id="rId21" Type="http://schemas.openxmlformats.org/officeDocument/2006/relationships/oleObject" Target="../embeddings/oleObject57.bin"/><Relationship Id="rId20" Type="http://schemas.openxmlformats.org/officeDocument/2006/relationships/image" Target="../media/image84.wmf"/><Relationship Id="rId2" Type="http://schemas.openxmlformats.org/officeDocument/2006/relationships/image" Target="../media/image75.wmf"/><Relationship Id="rId19" Type="http://schemas.openxmlformats.org/officeDocument/2006/relationships/oleObject" Target="../embeddings/oleObject56.bin"/><Relationship Id="rId18" Type="http://schemas.openxmlformats.org/officeDocument/2006/relationships/image" Target="../media/image83.wmf"/><Relationship Id="rId17" Type="http://schemas.openxmlformats.org/officeDocument/2006/relationships/oleObject" Target="../embeddings/oleObject55.bin"/><Relationship Id="rId16" Type="http://schemas.openxmlformats.org/officeDocument/2006/relationships/image" Target="../media/image82.wmf"/><Relationship Id="rId15" Type="http://schemas.openxmlformats.org/officeDocument/2006/relationships/oleObject" Target="../embeddings/oleObject54.bin"/><Relationship Id="rId14" Type="http://schemas.openxmlformats.org/officeDocument/2006/relationships/image" Target="../media/image81.wmf"/><Relationship Id="rId13" Type="http://schemas.openxmlformats.org/officeDocument/2006/relationships/oleObject" Target="../embeddings/oleObject53.bin"/><Relationship Id="rId12" Type="http://schemas.openxmlformats.org/officeDocument/2006/relationships/image" Target="../media/image80.wmf"/><Relationship Id="rId11" Type="http://schemas.openxmlformats.org/officeDocument/2006/relationships/oleObject" Target="../embeddings/oleObject52.bin"/><Relationship Id="rId10" Type="http://schemas.openxmlformats.org/officeDocument/2006/relationships/image" Target="../media/image79.wmf"/><Relationship Id="rId1" Type="http://schemas.openxmlformats.org/officeDocument/2006/relationships/oleObject" Target="../embeddings/oleObject47.bin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63.bin"/><Relationship Id="rId8" Type="http://schemas.openxmlformats.org/officeDocument/2006/relationships/image" Target="../media/image92.wmf"/><Relationship Id="rId7" Type="http://schemas.openxmlformats.org/officeDocument/2006/relationships/oleObject" Target="../embeddings/oleObject62.bin"/><Relationship Id="rId6" Type="http://schemas.openxmlformats.org/officeDocument/2006/relationships/image" Target="../media/image91.wmf"/><Relationship Id="rId5" Type="http://schemas.openxmlformats.org/officeDocument/2006/relationships/oleObject" Target="../embeddings/oleObject61.bin"/><Relationship Id="rId4" Type="http://schemas.openxmlformats.org/officeDocument/2006/relationships/image" Target="../media/image90.wmf"/><Relationship Id="rId3" Type="http://schemas.openxmlformats.org/officeDocument/2006/relationships/oleObject" Target="../embeddings/oleObject60.bin"/><Relationship Id="rId2" Type="http://schemas.openxmlformats.org/officeDocument/2006/relationships/image" Target="../media/image89.png"/><Relationship Id="rId15" Type="http://schemas.openxmlformats.org/officeDocument/2006/relationships/vmlDrawing" Target="../drawings/vmlDrawing7.vml"/><Relationship Id="rId14" Type="http://schemas.openxmlformats.org/officeDocument/2006/relationships/slideLayout" Target="../slideLayouts/slideLayout17.xml"/><Relationship Id="rId13" Type="http://schemas.openxmlformats.org/officeDocument/2006/relationships/tags" Target="../tags/tag123.xml"/><Relationship Id="rId12" Type="http://schemas.openxmlformats.org/officeDocument/2006/relationships/image" Target="../media/image94.wmf"/><Relationship Id="rId11" Type="http://schemas.openxmlformats.org/officeDocument/2006/relationships/oleObject" Target="../embeddings/oleObject64.bin"/><Relationship Id="rId10" Type="http://schemas.openxmlformats.org/officeDocument/2006/relationships/image" Target="../media/image93.wmf"/><Relationship Id="rId1" Type="http://schemas.openxmlformats.org/officeDocument/2006/relationships/image" Target="../media/image8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124.xml"/><Relationship Id="rId1" Type="http://schemas.openxmlformats.org/officeDocument/2006/relationships/image" Target="../media/image9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2145665" y="1258570"/>
            <a:ext cx="9684385" cy="2694940"/>
          </a:xfrm>
        </p:spPr>
        <p:txBody>
          <a:bodyPr vert="horz" lIns="90000" tIns="46800" rIns="90000" bIns="0" anchor="b" anchorCtr="0">
            <a:normAutofit/>
          </a:bodyPr>
          <a:lstStyle/>
          <a:p>
            <a:pPr defTabSz="685800">
              <a:lnSpc>
                <a:spcPct val="110000"/>
              </a:lnSpc>
              <a:buClrTx/>
              <a:buSzTx/>
              <a:buFontTx/>
              <a:buNone/>
            </a:pPr>
            <a:r>
              <a:rPr lang="zh-CN" altLang="en-US" sz="3600" kern="1200" normalizeH="0" baseline="0">
                <a:solidFill>
                  <a:srgbClr val="11461E"/>
                </a:solidFill>
                <a:latin typeface="Times New Roman" panose="02020603050405020304" charset="0"/>
                <a:ea typeface="汉仪旗黑-85S" panose="00020600040101010101" pitchFamily="18" charset="-122"/>
                <a:cs typeface="+mj-cs"/>
              </a:rPr>
              <a:t>第一章</a:t>
            </a:r>
            <a:r>
              <a:rPr lang="en-US" altLang="zh-CN" sz="3600" kern="1200" normalizeH="0" baseline="0">
                <a:solidFill>
                  <a:srgbClr val="11461E"/>
                </a:solidFill>
                <a:latin typeface="Times New Roman" panose="02020603050405020304" charset="0"/>
                <a:ea typeface="汉仪旗黑-85S" panose="00020600040101010101" pitchFamily="18" charset="-122"/>
                <a:cs typeface="+mj-cs"/>
              </a:rPr>
              <a:t> </a:t>
            </a:r>
            <a:r>
              <a:rPr lang="zh-CN" altLang="en-US" sz="3600" kern="1200" normalizeH="0" baseline="0">
                <a:solidFill>
                  <a:srgbClr val="11461E"/>
                </a:solidFill>
                <a:latin typeface="Times New Roman" panose="02020603050405020304" charset="0"/>
                <a:ea typeface="汉仪旗黑-85S" panose="00020600040101010101" pitchFamily="18" charset="-122"/>
                <a:cs typeface="+mj-cs"/>
              </a:rPr>
              <a:t>集合与常用逻辑用语</a:t>
            </a:r>
            <a:br>
              <a:rPr lang="zh-CN" altLang="en-US" sz="3600" kern="1200" normalizeH="0" baseline="0">
                <a:solidFill>
                  <a:srgbClr val="1A692C"/>
                </a:solidFill>
                <a:latin typeface="Times New Roman" panose="02020603050405020304" charset="0"/>
                <a:ea typeface="汉仪旗黑-85S" panose="00020600040101010101" pitchFamily="18" charset="-122"/>
                <a:cs typeface="+mj-cs"/>
              </a:rPr>
            </a:br>
            <a:r>
              <a:rPr lang="en-US" altLang="zh-CN" sz="4000" kern="1200" normalizeH="0" baseline="0">
                <a:latin typeface="Times New Roman" panose="02020603050405020304" charset="0"/>
              </a:rPr>
              <a:t>1.5.2</a:t>
            </a:r>
            <a:r>
              <a:rPr lang="zh-CN" altLang="en-US" sz="4000" kern="1200" normalizeH="0" baseline="0" smtClean="0">
                <a:latin typeface="Times New Roman" panose="02020603050405020304" charset="0"/>
              </a:rPr>
              <a:t>全称量词</a:t>
            </a:r>
            <a:r>
              <a:rPr lang="zh-CN" altLang="en-US" sz="4000">
                <a:latin typeface="Times New Roman" panose="02020603050405020304" charset="0"/>
              </a:rPr>
              <a:t>命题</a:t>
            </a:r>
            <a:r>
              <a:rPr lang="zh-CN" altLang="en-US" sz="4000" kern="1200" normalizeH="0" baseline="0" smtClean="0">
                <a:latin typeface="Times New Roman" panose="02020603050405020304" charset="0"/>
              </a:rPr>
              <a:t>与存在量词命题的</a:t>
            </a:r>
            <a:r>
              <a:rPr lang="zh-CN" altLang="en-US" sz="4000" kern="1200" normalizeH="0" baseline="0">
                <a:latin typeface="Times New Roman" panose="02020603050405020304" charset="0"/>
              </a:rPr>
              <a:t>否定</a:t>
            </a:r>
            <a:endParaRPr lang="en-US" altLang="zh-CN" sz="4000" kern="1200" normalizeH="0" baseline="0">
              <a:latin typeface="Times New Roman" panose="02020603050405020304" charset="0"/>
            </a:endParaRPr>
          </a:p>
        </p:txBody>
      </p:sp>
      <p:sp>
        <p:nvSpPr>
          <p:cNvPr id="5127" name="文本框 99"/>
          <p:cNvSpPr txBox="1"/>
          <p:nvPr>
            <p:custDataLst>
              <p:tags r:id="rId2"/>
            </p:custDataLst>
          </p:nvPr>
        </p:nvSpPr>
        <p:spPr>
          <a:xfrm>
            <a:off x="3287395" y="4221480"/>
            <a:ext cx="5080000" cy="119888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zh-CN" altLang="zh-CN" sz="1800">
                <a:latin typeface="Calibri" panose="020F0502020204030204" charset="0"/>
                <a:ea typeface="宋体" panose="02010600030101010101" pitchFamily="2" charset="-122"/>
              </a:rPr>
              <a:t>成套的课件成套的教案成套的试题成套的微</a:t>
            </a:r>
            <a:r>
              <a:rPr lang="en-US" altLang="zh-CN" sz="1800">
                <a:latin typeface="Calibri" panose="020F0502020204030204" charset="0"/>
                <a:ea typeface="宋体" panose="02010600030101010101" pitchFamily="2" charset="-122"/>
              </a:rPr>
              <a:t>	</a:t>
            </a:r>
            <a:r>
              <a:rPr lang="zh-CN" altLang="zh-CN" sz="1800">
                <a:latin typeface="Calibri" panose="020F0502020204030204" charset="0"/>
                <a:ea typeface="宋体" panose="02010600030101010101" pitchFamily="2" charset="-122"/>
              </a:rPr>
              <a:t>专题尽在高中数学同步资源大全</a:t>
            </a:r>
            <a:r>
              <a:rPr lang="en-US" altLang="zh-CN" sz="1800">
                <a:latin typeface="Calibri" panose="020F0502020204030204" charset="0"/>
                <a:ea typeface="宋体" panose="02010600030101010101" pitchFamily="2" charset="-122"/>
              </a:rPr>
              <a:t>QQ</a:t>
            </a:r>
            <a:r>
              <a:rPr lang="zh-CN" altLang="zh-CN" sz="1800">
                <a:latin typeface="Calibri" panose="020F0502020204030204" charset="0"/>
                <a:ea typeface="宋体" panose="02010600030101010101" pitchFamily="2" charset="-122"/>
              </a:rPr>
              <a:t>群</a:t>
            </a:r>
            <a:r>
              <a:rPr lang="en-US" altLang="zh-CN" sz="1800">
                <a:latin typeface="Calibri" panose="020F0502020204030204" charset="0"/>
                <a:ea typeface="宋体" panose="02010600030101010101" pitchFamily="2" charset="-122"/>
              </a:rPr>
              <a:t>552511468</a:t>
            </a:r>
            <a:r>
              <a:rPr lang="zh-CN" altLang="zh-CN" sz="1800">
                <a:latin typeface="Calibri" panose="020F0502020204030204" charset="0"/>
                <a:ea typeface="宋体" panose="02010600030101010101" pitchFamily="2" charset="-122"/>
              </a:rPr>
              <a:t>也可联系微信</a:t>
            </a:r>
            <a:r>
              <a:rPr lang="en-US" altLang="zh-CN" sz="1800">
                <a:latin typeface="Calibri" panose="020F0502020204030204" charset="0"/>
                <a:ea typeface="宋体" panose="02010600030101010101" pitchFamily="2" charset="-122"/>
              </a:rPr>
              <a:t>fjshuxue</a:t>
            </a:r>
            <a:r>
              <a:rPr lang="zh-CN" altLang="zh-CN" sz="1800">
                <a:latin typeface="Calibri" panose="020F0502020204030204" charset="0"/>
                <a:ea typeface="宋体" panose="02010600030101010101" pitchFamily="2" charset="-122"/>
              </a:rPr>
              <a:t>加入百度或夸克网盘群</a:t>
            </a:r>
            <a:r>
              <a:rPr lang="en-US" altLang="zh-CN" sz="1800">
                <a:latin typeface="Calibri" panose="020F0502020204030204" charset="0"/>
                <a:ea typeface="宋体" panose="02010600030101010101" pitchFamily="2" charset="-122"/>
              </a:rPr>
              <a:t>4000G</a:t>
            </a:r>
            <a:r>
              <a:rPr lang="zh-CN" altLang="zh-CN" sz="1800">
                <a:latin typeface="Calibri" panose="020F0502020204030204" charset="0"/>
                <a:ea typeface="宋体" panose="02010600030101010101" pitchFamily="2" charset="-122"/>
              </a:rPr>
              <a:t>一线老师必备资料一键转存自动更新永不过期  </a:t>
            </a:r>
            <a:endParaRPr lang="zh-CN" altLang="en-US" sz="1800">
              <a:latin typeface="Calibri" panose="020F0502020204030204" charset="0"/>
              <a:ea typeface="宋体" panose="02010600030101010101" pitchFamily="2" charset="-122"/>
            </a:endParaRPr>
          </a:p>
        </p:txBody>
      </p:sp>
    </p:spTree>
    <p:custDataLst>
      <p:tags r:id="rId3"/>
    </p:custDataLst>
  </p:cSld>
  <p:clrMapOvr>
    <a:masterClrMapping/>
  </p:clrMapOvr>
  <p:transition>
    <p:wheel spokes="8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479425" y="116840"/>
            <a:ext cx="11395234" cy="70788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zh-CN" altLang="en-US" sz="4000" b="1" noProof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+mn-cs"/>
              </a:rPr>
              <a:t>新知学习</a:t>
            </a:r>
            <a:r>
              <a:rPr lang="en-US" altLang="zh-CN" sz="4000" b="1" noProof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+mn-cs"/>
              </a:rPr>
              <a:t>——</a:t>
            </a:r>
            <a:r>
              <a:rPr lang="en-US" altLang="zh-CN" sz="3600" b="1" err="1" smtClean="0">
                <a:solidFill>
                  <a:schemeClr val="accent1"/>
                </a:solidFill>
                <a:latin typeface="Times New Roman" panose="02020603050405020304" charset="0"/>
                <a:ea typeface="黑体" panose="02010609060101010101" charset="-122"/>
                <a:sym typeface="+mn-ea"/>
              </a:rPr>
              <a:t>全称量词命题</a:t>
            </a:r>
            <a:r>
              <a:rPr lang="zh-CN" altLang="en-US" sz="3600" b="1">
                <a:solidFill>
                  <a:schemeClr val="accent1"/>
                </a:solidFill>
                <a:latin typeface="Times New Roman" panose="02020603050405020304" charset="0"/>
                <a:ea typeface="黑体" panose="02010609060101010101" charset="-122"/>
              </a:rPr>
              <a:t>与存在量词命题</a:t>
            </a:r>
            <a:r>
              <a:rPr lang="zh-CN" altLang="en-US" sz="3600" b="1" smtClean="0">
                <a:solidFill>
                  <a:schemeClr val="accent1"/>
                </a:solidFill>
                <a:latin typeface="Times New Roman" panose="02020603050405020304" charset="0"/>
                <a:ea typeface="黑体" panose="02010609060101010101" charset="-122"/>
                <a:sym typeface="+mn-ea"/>
              </a:rPr>
              <a:t>的</a:t>
            </a:r>
            <a:r>
              <a:rPr lang="zh-CN" altLang="en-US" sz="3600" b="1">
                <a:solidFill>
                  <a:schemeClr val="accent1"/>
                </a:solidFill>
                <a:latin typeface="Times New Roman" panose="02020603050405020304" charset="0"/>
                <a:ea typeface="黑体" panose="02010609060101010101" charset="-122"/>
                <a:sym typeface="+mn-ea"/>
              </a:rPr>
              <a:t>否定</a:t>
            </a:r>
            <a:endParaRPr lang="zh-CN" altLang="en-US" sz="3600" b="1" noProof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Times New Roman" panose="02020603050405020304" charset="0"/>
              <a:ea typeface="黑体" panose="02010609060101010101" charset="-122"/>
              <a:sym typeface="+mn-ea"/>
            </a:endParaRPr>
          </a:p>
        </p:txBody>
      </p:sp>
      <p:graphicFrame>
        <p:nvGraphicFramePr>
          <p:cNvPr id="28" name="表格 27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983615" y="2277110"/>
          <a:ext cx="10576560" cy="42633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88280"/>
                <a:gridCol w="5288280"/>
              </a:tblGrid>
              <a:tr h="710565"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lang="zh-CN" altLang="en-US" sz="2800">
                          <a:solidFill>
                            <a:srgbClr val="0070C0"/>
                          </a:solidFill>
                          <a:latin typeface="Times New Roman" panose="02020603050405020304" charset="0"/>
                          <a:ea typeface="黑体" panose="02010609060101010101" charset="-122"/>
                        </a:rPr>
                        <a:t>原命题</a:t>
                      </a:r>
                      <a:endParaRPr lang="zh-CN" altLang="en-US" sz="2800">
                        <a:solidFill>
                          <a:srgbClr val="0070C0"/>
                        </a:solidFill>
                        <a:latin typeface="Times New Roman" panose="02020603050405020304" charset="0"/>
                        <a:ea typeface="黑体" panose="02010609060101010101" charset="-122"/>
                      </a:endParaRPr>
                    </a:p>
                  </a:txBody>
                  <a:tcPr vert="horz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lang="zh-CN" altLang="en-US" sz="2800">
                          <a:solidFill>
                            <a:srgbClr val="0070C0"/>
                          </a:solidFill>
                          <a:latin typeface="Times New Roman" panose="02020603050405020304" charset="0"/>
                          <a:ea typeface="黑体" panose="02010609060101010101" charset="-122"/>
                          <a:sym typeface="+mn-ea"/>
                        </a:rPr>
                        <a:t>命题的否定</a:t>
                      </a:r>
                      <a:endParaRPr lang="zh-CN" altLang="en-US" sz="2800">
                        <a:solidFill>
                          <a:srgbClr val="0070C0"/>
                        </a:solidFill>
                        <a:latin typeface="Times New Roman" panose="02020603050405020304" charset="0"/>
                        <a:ea typeface="黑体" panose="02010609060101010101" charset="-122"/>
                        <a:sym typeface="+mn-ea"/>
                      </a:endParaRPr>
                    </a:p>
                  </a:txBody>
                  <a:tcPr vert="horz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</a:tr>
              <a:tr h="710565"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lang="zh-CN" altLang="en-US" sz="2800" b="0">
                          <a:latin typeface="Times New Roman" panose="02020603050405020304" charset="0"/>
                          <a:ea typeface="黑体" panose="02010609060101010101" charset="-122"/>
                          <a:cs typeface="Times New Roman" panose="02020603050405020304" charset="0"/>
                          <a:sym typeface="+mn-ea"/>
                        </a:rPr>
                        <a:t>56</a:t>
                      </a:r>
                      <a:r>
                        <a:rPr lang="zh-CN" altLang="en-US" sz="2800" b="0">
                          <a:solidFill>
                            <a:schemeClr val="accent1"/>
                          </a:solidFill>
                          <a:latin typeface="Times New Roman" panose="02020603050405020304" charset="0"/>
                          <a:ea typeface="黑体" panose="02010609060101010101" charset="-122"/>
                          <a:cs typeface="Times New Roman" panose="02020603050405020304" charset="0"/>
                          <a:sym typeface="+mn-ea"/>
                        </a:rPr>
                        <a:t>是</a:t>
                      </a:r>
                      <a:r>
                        <a:rPr lang="zh-CN" altLang="en-US" sz="2800" b="0">
                          <a:latin typeface="Times New Roman" panose="02020603050405020304" charset="0"/>
                          <a:ea typeface="黑体" panose="02010609060101010101" charset="-122"/>
                          <a:cs typeface="Times New Roman" panose="02020603050405020304" charset="0"/>
                          <a:sym typeface="+mn-ea"/>
                        </a:rPr>
                        <a:t>7的倍数</a:t>
                      </a:r>
                      <a:endParaRPr lang="zh-CN" altLang="en-US" sz="2800" b="0">
                        <a:solidFill>
                          <a:schemeClr val="tx1"/>
                        </a:solidFill>
                      </a:endParaRPr>
                    </a:p>
                  </a:txBody>
                  <a:tcPr vert="horz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lang="zh-CN" altLang="en-US" sz="2800" b="0">
                          <a:latin typeface="Times New Roman" panose="02020603050405020304" charset="0"/>
                          <a:ea typeface="黑体" panose="02010609060101010101" charset="-122"/>
                          <a:cs typeface="Times New Roman" panose="02020603050405020304" charset="0"/>
                          <a:sym typeface="+mn-ea"/>
                        </a:rPr>
                        <a:t>56</a:t>
                      </a:r>
                      <a:r>
                        <a:rPr lang="zh-CN" altLang="en-US" sz="2800" b="0">
                          <a:solidFill>
                            <a:schemeClr val="accent1"/>
                          </a:solidFill>
                          <a:latin typeface="Times New Roman" panose="02020603050405020304" charset="0"/>
                          <a:ea typeface="黑体" panose="02010609060101010101" charset="-122"/>
                          <a:cs typeface="Times New Roman" panose="02020603050405020304" charset="0"/>
                          <a:sym typeface="+mn-ea"/>
                        </a:rPr>
                        <a:t>不是</a:t>
                      </a:r>
                      <a:r>
                        <a:rPr lang="zh-CN" altLang="en-US" sz="2800" b="0">
                          <a:latin typeface="Times New Roman" panose="02020603050405020304" charset="0"/>
                          <a:ea typeface="黑体" panose="02010609060101010101" charset="-122"/>
                          <a:cs typeface="Times New Roman" panose="02020603050405020304" charset="0"/>
                          <a:sym typeface="+mn-ea"/>
                        </a:rPr>
                        <a:t>7的倍数</a:t>
                      </a:r>
                      <a:endParaRPr lang="zh-CN" altLang="en-US" sz="2800" b="0">
                        <a:solidFill>
                          <a:schemeClr val="tx1"/>
                        </a:solidFill>
                      </a:endParaRPr>
                    </a:p>
                  </a:txBody>
                  <a:tcPr vert="horz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</a:tr>
              <a:tr h="710565"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lang="zh-CN" altLang="en-US" sz="2800" b="0">
                          <a:latin typeface="Times New Roman" panose="02020603050405020304" charset="0"/>
                          <a:ea typeface="黑体" panose="02010609060101010101" charset="-122"/>
                          <a:cs typeface="Times New Roman" panose="02020603050405020304" charset="0"/>
                          <a:sym typeface="+mn-ea"/>
                        </a:rPr>
                        <a:t>我段考一数学</a:t>
                      </a:r>
                      <a:r>
                        <a:rPr lang="zh-CN" altLang="en-US" sz="2800" b="0">
                          <a:solidFill>
                            <a:schemeClr val="accent1"/>
                          </a:solidFill>
                          <a:latin typeface="Times New Roman" panose="02020603050405020304" charset="0"/>
                          <a:ea typeface="黑体" panose="02010609060101010101" charset="-122"/>
                          <a:cs typeface="Times New Roman" panose="02020603050405020304" charset="0"/>
                          <a:sym typeface="+mn-ea"/>
                        </a:rPr>
                        <a:t>能</a:t>
                      </a:r>
                      <a:r>
                        <a:rPr lang="zh-CN" altLang="en-US" sz="2800" b="0">
                          <a:latin typeface="Times New Roman" panose="02020603050405020304" charset="0"/>
                          <a:ea typeface="黑体" panose="02010609060101010101" charset="-122"/>
                          <a:cs typeface="Times New Roman" panose="02020603050405020304" charset="0"/>
                          <a:sym typeface="+mn-ea"/>
                        </a:rPr>
                        <a:t>考130分以上</a:t>
                      </a:r>
                      <a:endParaRPr lang="zh-CN" altLang="en-US" sz="2800" b="0">
                        <a:solidFill>
                          <a:schemeClr val="tx1"/>
                        </a:solidFill>
                      </a:endParaRPr>
                    </a:p>
                  </a:txBody>
                  <a:tcPr vert="horz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lang="zh-CN" altLang="en-US" sz="2800" b="0">
                          <a:latin typeface="Times New Roman" panose="02020603050405020304" charset="0"/>
                          <a:ea typeface="黑体" panose="02010609060101010101" charset="-122"/>
                          <a:cs typeface="Times New Roman" panose="02020603050405020304" charset="0"/>
                          <a:sym typeface="+mn-ea"/>
                        </a:rPr>
                        <a:t>我段考一数学</a:t>
                      </a:r>
                      <a:r>
                        <a:rPr lang="zh-CN" altLang="en-US" sz="2800" b="0">
                          <a:solidFill>
                            <a:schemeClr val="accent1"/>
                          </a:solidFill>
                          <a:latin typeface="Times New Roman" panose="02020603050405020304" charset="0"/>
                          <a:ea typeface="黑体" panose="02010609060101010101" charset="-122"/>
                          <a:cs typeface="Times New Roman" panose="02020603050405020304" charset="0"/>
                          <a:sym typeface="+mn-ea"/>
                        </a:rPr>
                        <a:t>不能</a:t>
                      </a:r>
                      <a:r>
                        <a:rPr lang="zh-CN" altLang="en-US" sz="2800" b="0">
                          <a:latin typeface="Times New Roman" panose="02020603050405020304" charset="0"/>
                          <a:ea typeface="黑体" panose="02010609060101010101" charset="-122"/>
                          <a:cs typeface="Times New Roman" panose="02020603050405020304" charset="0"/>
                          <a:sym typeface="+mn-ea"/>
                        </a:rPr>
                        <a:t>考130分以上</a:t>
                      </a:r>
                      <a:endParaRPr lang="zh-CN" altLang="en-US" sz="2800" b="0">
                        <a:solidFill>
                          <a:schemeClr val="tx1"/>
                        </a:solidFill>
                      </a:endParaRPr>
                    </a:p>
                  </a:txBody>
                  <a:tcPr vert="horz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</a:tr>
              <a:tr h="710565">
                <a:tc rowSpan="2"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lang="zh-CN" altLang="en-US" sz="2800" b="0">
                          <a:latin typeface="Times New Roman" panose="02020603050405020304" charset="0"/>
                          <a:ea typeface="黑体" panose="02010609060101010101" charset="-122"/>
                          <a:cs typeface="Times New Roman" panose="02020603050405020304" charset="0"/>
                        </a:rPr>
                        <a:t>所有的</a:t>
                      </a:r>
                      <a:r>
                        <a:rPr lang="zh-CN" altLang="en-US" sz="2800">
                          <a:latin typeface="Times New Roman" panose="02020603050405020304" charset="0"/>
                          <a:ea typeface="黑体" panose="02010609060101010101" charset="-122"/>
                          <a:cs typeface="Times New Roman" panose="02020603050405020304" charset="0"/>
                          <a:sym typeface="+mn-ea"/>
                        </a:rPr>
                        <a:t>平行四边形</a:t>
                      </a:r>
                      <a:r>
                        <a:rPr lang="zh-CN" altLang="en-US" sz="2800" b="0">
                          <a:solidFill>
                            <a:srgbClr val="FF0000"/>
                          </a:solidFill>
                          <a:latin typeface="Times New Roman" panose="02020603050405020304" charset="0"/>
                          <a:ea typeface="黑体" panose="02010609060101010101" charset="-122"/>
                          <a:cs typeface="Times New Roman" panose="02020603050405020304" charset="0"/>
                        </a:rPr>
                        <a:t>都是</a:t>
                      </a:r>
                      <a:r>
                        <a:rPr lang="zh-CN" altLang="en-US" sz="2800">
                          <a:latin typeface="Times New Roman" panose="02020603050405020304" charset="0"/>
                          <a:ea typeface="黑体" panose="02010609060101010101" charset="-122"/>
                          <a:cs typeface="Times New Roman" panose="02020603050405020304" charset="0"/>
                          <a:sym typeface="+mn-ea"/>
                        </a:rPr>
                        <a:t>矩形</a:t>
                      </a:r>
                      <a:endParaRPr lang="zh-CN" altLang="en-US" sz="2800" b="0">
                        <a:latin typeface="Times New Roman" panose="02020603050405020304" charset="0"/>
                        <a:ea typeface="黑体" panose="02010609060101010101" charset="-122"/>
                        <a:cs typeface="Times New Roman" panose="02020603050405020304" charset="0"/>
                      </a:endParaRPr>
                    </a:p>
                  </a:txBody>
                  <a:tcPr vert="horz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endParaRPr lang="zh-CN" altLang="en-US" sz="2800" b="0">
                        <a:solidFill>
                          <a:schemeClr val="tx1"/>
                        </a:solidFill>
                      </a:endParaRPr>
                    </a:p>
                  </a:txBody>
                  <a:tcPr vert="horz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</a:tr>
              <a:tr h="710565">
                <a:tc vMerge="1"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endParaRPr lang="zh-CN" altLang="en-US" sz="2800">
                        <a:solidFill>
                          <a:schemeClr val="tx1"/>
                        </a:solidFill>
                      </a:endParaRPr>
                    </a:p>
                  </a:txBody>
                  <a:tcPr vert="horz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</a:tr>
              <a:tr h="710565"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endParaRPr lang="zh-CN" altLang="en-US" sz="2800" b="0">
                        <a:latin typeface="Times New Roman" panose="02020603050405020304" charset="0"/>
                        <a:ea typeface="黑体" panose="02010609060101010101" charset="-122"/>
                        <a:cs typeface="Times New Roman" panose="02020603050405020304" charset="0"/>
                      </a:endParaRPr>
                    </a:p>
                  </a:txBody>
                  <a:tcPr vert="horz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endParaRPr lang="zh-CN" altLang="en-US" sz="2800">
                        <a:solidFill>
                          <a:schemeClr val="tx1"/>
                        </a:solidFill>
                      </a:endParaRPr>
                    </a:p>
                  </a:txBody>
                  <a:tcPr vert="horz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7653" name="标题 1"/>
          <p:cNvSpPr>
            <a:spLocks noGrp="1"/>
          </p:cNvSpPr>
          <p:nvPr/>
        </p:nvSpPr>
        <p:spPr>
          <a:xfrm>
            <a:off x="911225" y="1052830"/>
            <a:ext cx="10532745" cy="558165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ctr" anchorCtr="0"/>
          <a:lstStyle/>
          <a:p>
            <a:r>
              <a:rPr lang="zh-CN" altLang="en-US" sz="3200" b="1">
                <a:latin typeface="Times New Roman" panose="02020603050405020304" charset="0"/>
                <a:ea typeface="黑体" panose="02010609060101010101" charset="-122"/>
              </a:rPr>
              <a:t>对一个命题进行否定，得到的新命题称为</a:t>
            </a:r>
            <a:r>
              <a:rPr lang="zh-CN" altLang="en-US" sz="3200" b="1">
                <a:solidFill>
                  <a:srgbClr val="FF0000"/>
                </a:solidFill>
                <a:latin typeface="Times New Roman" panose="02020603050405020304" charset="0"/>
                <a:ea typeface="黑体" panose="02010609060101010101" charset="-122"/>
              </a:rPr>
              <a:t>原命题的否定</a:t>
            </a:r>
            <a:r>
              <a:rPr lang="en-US" altLang="zh-CN" sz="3200" b="1">
                <a:latin typeface="Times New Roman" panose="02020603050405020304" charset="0"/>
                <a:ea typeface="黑体" panose="02010609060101010101" charset="-122"/>
              </a:rPr>
              <a:t>.</a:t>
            </a:r>
            <a:endParaRPr lang="en-US" altLang="zh-CN" sz="3200" b="1">
              <a:latin typeface="Times New Roman" panose="02020603050405020304" charset="0"/>
              <a:ea typeface="黑体" panose="02010609060101010101" charset="-122"/>
            </a:endParaRPr>
          </a:p>
        </p:txBody>
      </p:sp>
      <p:graphicFrame>
        <p:nvGraphicFramePr>
          <p:cNvPr id="29" name="对象 28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2207354" y="5949502"/>
          <a:ext cx="2937510" cy="5422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8" name="" r:id="rId2" imgW="1104900" imgH="203200" progId="Equation.KSEE3">
                  <p:embed/>
                </p:oleObj>
              </mc:Choice>
              <mc:Fallback>
                <p:oleObj name="" r:id="rId2" imgW="1104900" imgH="2032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207354" y="5949502"/>
                        <a:ext cx="2937510" cy="54229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文本框 33"/>
          <p:cNvSpPr txBox="1"/>
          <p:nvPr/>
        </p:nvSpPr>
        <p:spPr>
          <a:xfrm>
            <a:off x="6456045" y="4509135"/>
            <a:ext cx="4805680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ctr" defTabSz="685800"/>
            <a:r>
              <a:rPr lang="zh-CN" altLang="en-US" sz="2800">
                <a:solidFill>
                  <a:schemeClr val="dk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所有的平行四边形</a:t>
            </a:r>
            <a:r>
              <a:rPr lang="zh-CN" altLang="en-US" sz="2800">
                <a:solidFill>
                  <a:srgbClr val="FF0000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都不是</a:t>
            </a:r>
            <a:r>
              <a:rPr lang="zh-CN" altLang="en-US" sz="2800">
                <a:solidFill>
                  <a:schemeClr val="dk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矩形</a:t>
            </a:r>
            <a:endParaRPr lang="zh-CN" altLang="en-US" sz="2800">
              <a:solidFill>
                <a:schemeClr val="dk1"/>
              </a:solidFill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6311900" y="4509135"/>
            <a:ext cx="5161280" cy="521970"/>
          </a:xfrm>
          <a:prstGeom prst="rect">
            <a:avLst/>
          </a:prstGeom>
          <a:solidFill>
            <a:schemeClr val="bg1"/>
          </a:solidFill>
        </p:spPr>
        <p:txBody>
          <a:bodyPr wrap="none" rtlCol="0" anchor="t">
            <a:spAutoFit/>
          </a:bodyPr>
          <a:lstStyle/>
          <a:p>
            <a:pPr algn="ctr" defTabSz="685800"/>
            <a:r>
              <a:rPr lang="zh-CN" altLang="en-US" sz="2800">
                <a:solidFill>
                  <a:srgbClr val="FF0000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并非</a:t>
            </a:r>
            <a:r>
              <a:rPr lang="zh-CN" altLang="en-US" sz="2800">
                <a:solidFill>
                  <a:schemeClr val="dk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所有的平行四边形</a:t>
            </a:r>
            <a:r>
              <a:rPr lang="zh-CN" altLang="en-US" sz="280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都是</a:t>
            </a:r>
            <a:r>
              <a:rPr lang="zh-CN" altLang="en-US" sz="2800">
                <a:solidFill>
                  <a:schemeClr val="dk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矩形</a:t>
            </a:r>
            <a:endParaRPr lang="zh-CN" altLang="en-US" sz="2800">
              <a:solidFill>
                <a:schemeClr val="dk1"/>
              </a:solidFill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6917055" y="5229225"/>
            <a:ext cx="4094480" cy="521970"/>
          </a:xfrm>
          <a:prstGeom prst="rect">
            <a:avLst/>
          </a:prstGeom>
          <a:solidFill>
            <a:schemeClr val="bg1"/>
          </a:solidFill>
        </p:spPr>
        <p:txBody>
          <a:bodyPr wrap="none" rtlCol="0" anchor="t">
            <a:spAutoFit/>
          </a:bodyPr>
          <a:lstStyle/>
          <a:p>
            <a:pPr algn="ctr" defTabSz="685800"/>
            <a:r>
              <a:rPr lang="zh-CN" altLang="en-US" sz="2800">
                <a:solidFill>
                  <a:srgbClr val="FF0000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有的</a:t>
            </a:r>
            <a:r>
              <a:rPr lang="zh-CN" altLang="en-US" sz="2800">
                <a:solidFill>
                  <a:schemeClr val="dk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平行四边形</a:t>
            </a:r>
            <a:r>
              <a:rPr lang="zh-CN" altLang="en-US" sz="2800">
                <a:solidFill>
                  <a:srgbClr val="FF0000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不是</a:t>
            </a:r>
            <a:r>
              <a:rPr lang="zh-CN" altLang="en-US" sz="2800">
                <a:solidFill>
                  <a:schemeClr val="dk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矩形</a:t>
            </a:r>
            <a:endParaRPr lang="zh-CN" altLang="en-US" sz="2800">
              <a:solidFill>
                <a:schemeClr val="dk1"/>
              </a:solidFill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</a:endParaRPr>
          </a:p>
        </p:txBody>
      </p:sp>
      <p:graphicFrame>
        <p:nvGraphicFramePr>
          <p:cNvPr id="37" name="对象 36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7680419" y="5948867"/>
          <a:ext cx="2870200" cy="5422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9" name="" r:id="rId4" imgW="1079500" imgH="203200" progId="Equation.KSEE3">
                  <p:embed/>
                </p:oleObj>
              </mc:Choice>
              <mc:Fallback>
                <p:oleObj name="" r:id="rId4" imgW="1079500" imgH="2032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680419" y="5948867"/>
                        <a:ext cx="2870200" cy="54229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文本框 38"/>
          <p:cNvSpPr txBox="1"/>
          <p:nvPr/>
        </p:nvSpPr>
        <p:spPr>
          <a:xfrm>
            <a:off x="11582400" y="3068638"/>
            <a:ext cx="592138" cy="58356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zh-CN" altLang="en-US" sz="3200" b="1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</a:rPr>
              <a:t>假</a:t>
            </a:r>
            <a:endParaRPr lang="zh-CN" altLang="en-US" sz="3200" b="1">
              <a:solidFill>
                <a:srgbClr val="FF0000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335280" y="3068638"/>
            <a:ext cx="591185" cy="58356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3200" b="1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</a:rPr>
              <a:t>真</a:t>
            </a:r>
            <a:endParaRPr lang="zh-CN" altLang="en-US" sz="3200" b="1">
              <a:solidFill>
                <a:srgbClr val="FF0000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318770" y="3716338"/>
            <a:ext cx="592138" cy="58356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zh-CN" altLang="en-US" sz="3200" b="1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</a:rPr>
              <a:t>假</a:t>
            </a:r>
            <a:endParaRPr lang="zh-CN" altLang="en-US" sz="3200" b="1">
              <a:solidFill>
                <a:srgbClr val="FF0000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11587480" y="3788728"/>
            <a:ext cx="591185" cy="58356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3200" b="1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</a:rPr>
              <a:t>真</a:t>
            </a:r>
            <a:endParaRPr lang="zh-CN" altLang="en-US" sz="3200" b="1">
              <a:solidFill>
                <a:srgbClr val="FF0000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336550" y="4796473"/>
            <a:ext cx="592138" cy="58356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zh-CN" altLang="en-US" sz="3200" b="1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</a:rPr>
              <a:t>假</a:t>
            </a:r>
            <a:endParaRPr lang="zh-CN" altLang="en-US" sz="3200" b="1">
              <a:solidFill>
                <a:srgbClr val="FF0000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11605260" y="4868863"/>
            <a:ext cx="591185" cy="58356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3200" b="1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</a:rPr>
              <a:t>真</a:t>
            </a:r>
            <a:endParaRPr lang="zh-CN" altLang="en-US" sz="3200" b="1">
              <a:solidFill>
                <a:srgbClr val="FF0000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11578590" y="5897563"/>
            <a:ext cx="592138" cy="58356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zh-CN" altLang="en-US" sz="3200" b="1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</a:rPr>
              <a:t>假</a:t>
            </a:r>
            <a:endParaRPr lang="zh-CN" altLang="en-US" sz="3200" b="1">
              <a:solidFill>
                <a:srgbClr val="FF0000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331470" y="5897563"/>
            <a:ext cx="591185" cy="58356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3200" b="1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</a:rPr>
              <a:t>真</a:t>
            </a:r>
            <a:endParaRPr lang="zh-CN" altLang="en-US" sz="3200" b="1">
              <a:solidFill>
                <a:srgbClr val="FF0000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47" name="标题 1"/>
          <p:cNvSpPr>
            <a:spLocks noGrp="1"/>
          </p:cNvSpPr>
          <p:nvPr/>
        </p:nvSpPr>
        <p:spPr>
          <a:xfrm>
            <a:off x="940435" y="1610995"/>
            <a:ext cx="10532745" cy="558165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ctr" anchorCtr="0"/>
          <a:lstStyle/>
          <a:p>
            <a:r>
              <a:rPr lang="zh-CN" altLang="en-US" sz="3200" b="1">
                <a:latin typeface="Times New Roman" panose="02020603050405020304" charset="0"/>
                <a:ea typeface="黑体" panose="02010609060101010101" charset="-122"/>
              </a:rPr>
              <a:t>一个命题和它的否定只能</a:t>
            </a:r>
            <a:r>
              <a:rPr lang="zh-CN" altLang="en-US" sz="3200" b="1">
                <a:solidFill>
                  <a:srgbClr val="FF0000"/>
                </a:solidFill>
                <a:latin typeface="Times New Roman" panose="02020603050405020304" charset="0"/>
                <a:ea typeface="黑体" panose="02010609060101010101" charset="-122"/>
              </a:rPr>
              <a:t>一真一假</a:t>
            </a:r>
            <a:r>
              <a:rPr lang="zh-CN" altLang="en-US" sz="3200" b="1">
                <a:latin typeface="Times New Roman" panose="02020603050405020304" charset="0"/>
                <a:ea typeface="黑体" panose="02010609060101010101" charset="-122"/>
              </a:rPr>
              <a:t>，不能同真同假</a:t>
            </a:r>
            <a:r>
              <a:rPr lang="en-US" altLang="zh-CN" sz="3200" b="1">
                <a:latin typeface="Times New Roman" panose="02020603050405020304" charset="0"/>
                <a:ea typeface="黑体" panose="02010609060101010101" charset="-122"/>
              </a:rPr>
              <a:t>.</a:t>
            </a:r>
            <a:endParaRPr lang="en-US" altLang="zh-CN" sz="3200" b="1">
              <a:latin typeface="Times New Roman" panose="02020603050405020304" charset="0"/>
              <a:ea typeface="黑体" panose="02010609060101010101" charset="-122"/>
            </a:endParaRPr>
          </a:p>
        </p:txBody>
      </p:sp>
      <p:sp>
        <p:nvSpPr>
          <p:cNvPr id="48" name="圆角矩形 47"/>
          <p:cNvSpPr/>
          <p:nvPr/>
        </p:nvSpPr>
        <p:spPr>
          <a:xfrm>
            <a:off x="1487170" y="4836795"/>
            <a:ext cx="1088390" cy="504190"/>
          </a:xfrm>
          <a:prstGeom prst="roundRect">
            <a:avLst/>
          </a:prstGeom>
          <a:noFill/>
          <a:ln w="28575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圆角矩形 48"/>
          <p:cNvSpPr/>
          <p:nvPr/>
        </p:nvSpPr>
        <p:spPr>
          <a:xfrm>
            <a:off x="6960235" y="5238115"/>
            <a:ext cx="768985" cy="504190"/>
          </a:xfrm>
          <a:prstGeom prst="roundRect">
            <a:avLst/>
          </a:prstGeom>
          <a:noFill/>
          <a:ln w="28575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圆角矩形 49"/>
          <p:cNvSpPr/>
          <p:nvPr/>
        </p:nvSpPr>
        <p:spPr>
          <a:xfrm>
            <a:off x="4295775" y="4869180"/>
            <a:ext cx="1469390" cy="504190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圆角矩形 50"/>
          <p:cNvSpPr/>
          <p:nvPr/>
        </p:nvSpPr>
        <p:spPr>
          <a:xfrm>
            <a:off x="9479915" y="5229225"/>
            <a:ext cx="1449705" cy="504190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圆角矩形 51"/>
          <p:cNvSpPr/>
          <p:nvPr/>
        </p:nvSpPr>
        <p:spPr>
          <a:xfrm>
            <a:off x="2207260" y="5897880"/>
            <a:ext cx="361950" cy="504190"/>
          </a:xfrm>
          <a:prstGeom prst="roundRect">
            <a:avLst/>
          </a:prstGeom>
          <a:noFill/>
          <a:ln w="28575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圆角矩形 52"/>
          <p:cNvSpPr/>
          <p:nvPr/>
        </p:nvSpPr>
        <p:spPr>
          <a:xfrm>
            <a:off x="3526790" y="5927090"/>
            <a:ext cx="1602740" cy="504190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圆角矩形 53"/>
          <p:cNvSpPr/>
          <p:nvPr/>
        </p:nvSpPr>
        <p:spPr>
          <a:xfrm>
            <a:off x="7728585" y="5927090"/>
            <a:ext cx="241300" cy="504190"/>
          </a:xfrm>
          <a:prstGeom prst="roundRect">
            <a:avLst/>
          </a:prstGeom>
          <a:noFill/>
          <a:ln w="28575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圆角矩形 54"/>
          <p:cNvSpPr/>
          <p:nvPr/>
        </p:nvSpPr>
        <p:spPr>
          <a:xfrm>
            <a:off x="8947150" y="5923915"/>
            <a:ext cx="1568450" cy="504190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6"/>
    </p:custDataLst>
  </p:cSld>
  <p:clrMapOvr>
    <a:masterClrMapping/>
  </p:clrMapOvr>
  <p:transition>
    <p:wheel spokes="8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5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1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7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35" grpId="0"/>
      <p:bldP spid="36" grpId="0"/>
      <p:bldP spid="39" grpId="0"/>
      <p:bldP spid="40" grpId="0"/>
      <p:bldP spid="41" grpId="0"/>
      <p:bldP spid="42" grpId="0"/>
      <p:bldP spid="43" grpId="0"/>
      <p:bldP spid="44" grpId="0"/>
      <p:bldP spid="45" grpId="0"/>
      <p:bldP spid="46" grpId="0"/>
      <p:bldP spid="47" grpId="0"/>
      <p:bldP spid="48" grpId="0"/>
      <p:bldP spid="49" grpId="0"/>
      <p:bldP spid="50" grpId="0"/>
      <p:bldP spid="51" grpId="0"/>
      <p:bldP spid="52" grpId="0"/>
      <p:bldP spid="53" grpId="0"/>
      <p:bldP spid="54" grpId="0"/>
      <p:bldP spid="5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479425" y="116840"/>
            <a:ext cx="10722610" cy="70788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zh-CN" altLang="en-US" sz="4000" b="1" noProof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+mn-cs"/>
              </a:rPr>
              <a:t>新知学习</a:t>
            </a:r>
            <a:r>
              <a:rPr lang="en-US" altLang="zh-CN" sz="4000" b="1" noProof="1" smtClean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+mn-cs"/>
              </a:rPr>
              <a:t>——</a:t>
            </a:r>
            <a:r>
              <a:rPr lang="en-US" altLang="zh-CN" sz="3600" b="1" err="1">
                <a:solidFill>
                  <a:schemeClr val="accent1"/>
                </a:solidFill>
                <a:latin typeface="Times New Roman" panose="02020603050405020304" charset="0"/>
                <a:ea typeface="黑体" panose="02010609060101010101" charset="-122"/>
                <a:sym typeface="+mn-ea"/>
              </a:rPr>
              <a:t>全称量词命题</a:t>
            </a:r>
            <a:r>
              <a:rPr lang="zh-CN" altLang="en-US" sz="3600" b="1">
                <a:solidFill>
                  <a:schemeClr val="accent1"/>
                </a:solidFill>
                <a:latin typeface="Times New Roman" panose="02020603050405020304" charset="0"/>
                <a:ea typeface="黑体" panose="02010609060101010101" charset="-122"/>
              </a:rPr>
              <a:t>与存在量词命题</a:t>
            </a:r>
            <a:r>
              <a:rPr lang="zh-CN" altLang="en-US" sz="3600" b="1">
                <a:solidFill>
                  <a:schemeClr val="accent1"/>
                </a:solidFill>
                <a:latin typeface="Times New Roman" panose="02020603050405020304" charset="0"/>
                <a:ea typeface="黑体" panose="02010609060101010101" charset="-122"/>
                <a:sym typeface="+mn-ea"/>
              </a:rPr>
              <a:t>的否定</a:t>
            </a:r>
            <a:endParaRPr lang="zh-CN" altLang="en-US" sz="3600" b="1" noProof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Times New Roman" panose="02020603050405020304" charset="0"/>
              <a:ea typeface="黑体" panose="02010609060101010101" charset="-122"/>
              <a:sym typeface="+mn-ea"/>
            </a:endParaRPr>
          </a:p>
        </p:txBody>
      </p:sp>
      <p:sp>
        <p:nvSpPr>
          <p:cNvPr id="27653" name="标题 1"/>
          <p:cNvSpPr>
            <a:spLocks noGrp="1"/>
          </p:cNvSpPr>
          <p:nvPr/>
        </p:nvSpPr>
        <p:spPr>
          <a:xfrm>
            <a:off x="829310" y="1052195"/>
            <a:ext cx="10532745" cy="558165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ctr" anchorCtr="0"/>
          <a:lstStyle/>
          <a:p>
            <a:pPr marL="457200" indent="-457200">
              <a:buFont typeface="Wingdings" panose="05000000000000000000" charset="0"/>
              <a:buChar char="u"/>
            </a:pPr>
            <a:r>
              <a:rPr lang="zh-CN" altLang="en-US" sz="3000" b="1">
                <a:latin typeface="Times New Roman" panose="02020603050405020304" charset="0"/>
                <a:ea typeface="黑体" panose="02010609060101010101" charset="-122"/>
              </a:rPr>
              <a:t>对一个命题进行否定，得到的新命题称为</a:t>
            </a:r>
            <a:r>
              <a:rPr lang="zh-CN" altLang="en-US" sz="3000" b="1">
                <a:solidFill>
                  <a:srgbClr val="FF0000"/>
                </a:solidFill>
                <a:latin typeface="Times New Roman" panose="02020603050405020304" charset="0"/>
                <a:ea typeface="黑体" panose="02010609060101010101" charset="-122"/>
              </a:rPr>
              <a:t>原命题的否定</a:t>
            </a:r>
            <a:r>
              <a:rPr lang="en-US" altLang="zh-CN" sz="3000" b="1">
                <a:latin typeface="Times New Roman" panose="02020603050405020304" charset="0"/>
                <a:ea typeface="黑体" panose="02010609060101010101" charset="-122"/>
              </a:rPr>
              <a:t>.</a:t>
            </a:r>
            <a:endParaRPr lang="en-US" altLang="zh-CN" sz="3000" b="1">
              <a:latin typeface="Times New Roman" panose="02020603050405020304" charset="0"/>
              <a:ea typeface="黑体" panose="02010609060101010101" charset="-122"/>
            </a:endParaRPr>
          </a:p>
        </p:txBody>
      </p:sp>
      <p:sp>
        <p:nvSpPr>
          <p:cNvPr id="47" name="标题 1"/>
          <p:cNvSpPr>
            <a:spLocks noGrp="1"/>
          </p:cNvSpPr>
          <p:nvPr/>
        </p:nvSpPr>
        <p:spPr>
          <a:xfrm>
            <a:off x="858520" y="1610360"/>
            <a:ext cx="10532745" cy="558165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ctr" anchorCtr="0"/>
          <a:lstStyle/>
          <a:p>
            <a:pPr marL="457200" indent="-457200">
              <a:buFont typeface="Wingdings" panose="05000000000000000000" charset="0"/>
              <a:buChar char="u"/>
            </a:pPr>
            <a:r>
              <a:rPr lang="zh-CN" altLang="en-US" sz="3000" b="1">
                <a:latin typeface="Times New Roman" panose="02020603050405020304" charset="0"/>
                <a:ea typeface="黑体" panose="02010609060101010101" charset="-122"/>
              </a:rPr>
              <a:t>一个命题和它的否定只能</a:t>
            </a:r>
            <a:r>
              <a:rPr lang="zh-CN" altLang="en-US" sz="3000" b="1">
                <a:solidFill>
                  <a:srgbClr val="FF0000"/>
                </a:solidFill>
                <a:latin typeface="Times New Roman" panose="02020603050405020304" charset="0"/>
                <a:ea typeface="黑体" panose="02010609060101010101" charset="-122"/>
              </a:rPr>
              <a:t>一真一假</a:t>
            </a:r>
            <a:r>
              <a:rPr lang="zh-CN" altLang="en-US" sz="3000" b="1">
                <a:latin typeface="Times New Roman" panose="02020603050405020304" charset="0"/>
                <a:ea typeface="黑体" panose="02010609060101010101" charset="-122"/>
              </a:rPr>
              <a:t>，不能同真同假</a:t>
            </a:r>
            <a:r>
              <a:rPr lang="en-US" altLang="zh-CN" sz="3000" b="1">
                <a:latin typeface="Times New Roman" panose="02020603050405020304" charset="0"/>
                <a:ea typeface="黑体" panose="02010609060101010101" charset="-122"/>
              </a:rPr>
              <a:t>.</a:t>
            </a:r>
            <a:endParaRPr lang="en-US" altLang="zh-CN" sz="3000" b="1">
              <a:latin typeface="Times New Roman" panose="02020603050405020304" charset="0"/>
              <a:ea typeface="黑体" panose="02010609060101010101" charset="-122"/>
            </a:endParaRPr>
          </a:p>
        </p:txBody>
      </p:sp>
      <p:sp>
        <p:nvSpPr>
          <p:cNvPr id="28676" name="标题 1"/>
          <p:cNvSpPr>
            <a:spLocks noGrp="1"/>
          </p:cNvSpPr>
          <p:nvPr/>
        </p:nvSpPr>
        <p:spPr>
          <a:xfrm>
            <a:off x="858520" y="2244090"/>
            <a:ext cx="9377680" cy="669925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ctr" anchorCtr="0"/>
          <a:lstStyle/>
          <a:p>
            <a:r>
              <a:rPr lang="en-US" altLang="zh-CN" sz="3000" b="1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</a:rPr>
              <a:t>3.</a:t>
            </a:r>
            <a:r>
              <a:rPr lang="zh-CN" altLang="en-US" sz="3000" b="1" smtClean="0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</a:rPr>
              <a:t>全</a:t>
            </a:r>
            <a:r>
              <a:rPr lang="zh-CN" altLang="en-US" sz="3000" b="1" smtClean="0">
                <a:latin typeface="Times New Roman" panose="02020603050405020304" charset="0"/>
                <a:ea typeface="黑体" panose="02010609060101010101" charset="-122"/>
              </a:rPr>
              <a:t>称（</a:t>
            </a:r>
            <a:r>
              <a:rPr lang="zh-CN" altLang="en-US" sz="3000" b="1">
                <a:latin typeface="Times New Roman" panose="02020603050405020304" charset="0"/>
                <a:ea typeface="黑体" panose="02010609060101010101" charset="-122"/>
              </a:rPr>
              <a:t>存在</a:t>
            </a:r>
            <a:r>
              <a:rPr lang="zh-CN" altLang="en-US" sz="3000" b="1" smtClean="0">
                <a:latin typeface="Times New Roman" panose="02020603050405020304" charset="0"/>
                <a:ea typeface="黑体" panose="02010609060101010101" charset="-122"/>
              </a:rPr>
              <a:t>）量词</a:t>
            </a:r>
            <a:r>
              <a:rPr lang="zh-CN" altLang="en-US" sz="3000" b="1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</a:rPr>
              <a:t>命题的否定</a:t>
            </a:r>
            <a:r>
              <a:rPr lang="zh-CN" altLang="en-US" sz="3000" b="1" smtClean="0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</a:rPr>
              <a:t>是存在</a:t>
            </a:r>
            <a:r>
              <a:rPr lang="en-US" altLang="zh-CN" sz="3000" b="1" smtClean="0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</a:rPr>
              <a:t>(</a:t>
            </a:r>
            <a:r>
              <a:rPr lang="zh-CN" altLang="en-US" sz="3000" b="1">
                <a:latin typeface="Times New Roman" panose="02020603050405020304" charset="0"/>
                <a:ea typeface="黑体" panose="02010609060101010101" charset="-122"/>
              </a:rPr>
              <a:t>全称</a:t>
            </a:r>
            <a:r>
              <a:rPr lang="en-US" altLang="zh-CN" sz="3000" b="1" smtClean="0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</a:rPr>
              <a:t>)</a:t>
            </a:r>
            <a:r>
              <a:rPr lang="zh-CN" altLang="en-US" sz="3000" b="1" smtClean="0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</a:rPr>
              <a:t> 量词</a:t>
            </a:r>
            <a:r>
              <a:rPr lang="zh-CN" altLang="en-US" sz="3000" b="1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</a:rPr>
              <a:t>命题</a:t>
            </a:r>
            <a:r>
              <a:rPr lang="en-US" altLang="zh-CN" sz="3000" b="1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</a:rPr>
              <a:t>.</a:t>
            </a:r>
            <a:endParaRPr lang="en-US" altLang="zh-CN" sz="3000" b="1">
              <a:solidFill>
                <a:schemeClr val="tx1"/>
              </a:solidFill>
              <a:latin typeface="Times New Roman" panose="02020603050405020304" charset="0"/>
              <a:ea typeface="黑体" panose="02010609060101010101" charset="-122"/>
            </a:endParaRPr>
          </a:p>
        </p:txBody>
      </p:sp>
      <p:graphicFrame>
        <p:nvGraphicFramePr>
          <p:cNvPr id="28677" name="对象 51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1991519" y="3651250"/>
          <a:ext cx="2550241" cy="57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0" name="" r:id="rId1" imgW="901700" imgH="203200" progId="Equation.KSEE3">
                  <p:embed/>
                </p:oleObj>
              </mc:Choice>
              <mc:Fallback>
                <p:oleObj name="" r:id="rId1" imgW="901700" imgH="2032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991519" y="3651250"/>
                        <a:ext cx="2550241" cy="576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78" name="对象 2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839471" y="4248627"/>
          <a:ext cx="3882131" cy="61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1" name="" r:id="rId3" imgW="1371600" imgH="215900" progId="Equation.KSEE3">
                  <p:embed/>
                </p:oleObj>
              </mc:Choice>
              <mc:Fallback>
                <p:oleObj name="" r:id="rId3" imgW="1371600" imgH="2159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39471" y="4248627"/>
                        <a:ext cx="3882131" cy="612000"/>
                      </a:xfrm>
                      <a:prstGeom prst="rect">
                        <a:avLst/>
                      </a:prstGeom>
                      <a:solidFill>
                        <a:srgbClr val="FBE5D6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79" name="对象 4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6672104" y="3672523"/>
          <a:ext cx="4031615" cy="6121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2" name="" r:id="rId5" imgW="1422400" imgH="215900" progId="Equation.KSEE3">
                  <p:embed/>
                </p:oleObj>
              </mc:Choice>
              <mc:Fallback>
                <p:oleObj name="" r:id="rId5" imgW="1422400" imgH="2159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672104" y="3672523"/>
                        <a:ext cx="4031615" cy="61214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80" name="对象 6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5663248" y="4335145"/>
          <a:ext cx="5110480" cy="6121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3" name="" r:id="rId7" imgW="1803400" imgH="215900" progId="Equation.KSEE3">
                  <p:embed/>
                </p:oleObj>
              </mc:Choice>
              <mc:Fallback>
                <p:oleObj name="" r:id="rId7" imgW="1803400" imgH="2159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663248" y="4335145"/>
                        <a:ext cx="5110480" cy="61214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2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1225739" y="2924582"/>
          <a:ext cx="5446307" cy="57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4" name="" r:id="rId9" imgW="2044700" imgH="215900" progId="Equation.KSEE3">
                  <p:embed/>
                </p:oleObj>
              </mc:Choice>
              <mc:Fallback>
                <p:oleObj name="" r:id="rId9" imgW="2044700" imgH="2159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225739" y="2924582"/>
                        <a:ext cx="5446307" cy="576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51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2009022" y="5062696"/>
          <a:ext cx="2515235" cy="5759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5" name="" r:id="rId11" imgW="889000" imgH="203200" progId="Equation.KSEE3">
                  <p:embed/>
                </p:oleObj>
              </mc:Choice>
              <mc:Fallback>
                <p:oleObj name="" r:id="rId11" imgW="889000" imgH="2032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009022" y="5062696"/>
                        <a:ext cx="2515235" cy="57594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2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839659" y="5656352"/>
          <a:ext cx="3918585" cy="6121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6" name="" r:id="rId13" imgW="1384300" imgH="215900" progId="Equation.KSEE3">
                  <p:embed/>
                </p:oleObj>
              </mc:Choice>
              <mc:Fallback>
                <p:oleObj name="" r:id="rId13" imgW="1384300" imgH="2159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839659" y="5656352"/>
                        <a:ext cx="3918585" cy="612140"/>
                      </a:xfrm>
                      <a:prstGeom prst="rect">
                        <a:avLst/>
                      </a:prstGeom>
                      <a:solidFill>
                        <a:srgbClr val="FBE5D6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标题 1"/>
          <p:cNvSpPr>
            <a:spLocks noGrp="1"/>
          </p:cNvSpPr>
          <p:nvPr/>
        </p:nvSpPr>
        <p:spPr>
          <a:xfrm>
            <a:off x="6688455" y="2877820"/>
            <a:ext cx="3997960" cy="669925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ctr" anchorCtr="0"/>
          <a:lstStyle/>
          <a:p>
            <a:r>
              <a:rPr lang="zh-CN" altLang="en-US" sz="3000" b="1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</a:rPr>
              <a:t>②否定</a:t>
            </a:r>
            <a:r>
              <a:rPr lang="zh-CN" altLang="en-US" sz="3000" b="1">
                <a:solidFill>
                  <a:srgbClr val="FF0000"/>
                </a:solidFill>
                <a:latin typeface="Times New Roman" panose="02020603050405020304" charset="0"/>
                <a:ea typeface="黑体" panose="02010609060101010101" charset="-122"/>
              </a:rPr>
              <a:t>量词</a:t>
            </a:r>
            <a:r>
              <a:rPr lang="zh-CN" altLang="en-US" sz="3000" b="1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</a:rPr>
              <a:t>和</a:t>
            </a:r>
            <a:r>
              <a:rPr lang="zh-CN" altLang="en-US" sz="3000" b="1">
                <a:solidFill>
                  <a:srgbClr val="FF0000"/>
                </a:solidFill>
                <a:latin typeface="Times New Roman" panose="02020603050405020304" charset="0"/>
                <a:ea typeface="黑体" panose="02010609060101010101" charset="-122"/>
              </a:rPr>
              <a:t>结论</a:t>
            </a:r>
            <a:r>
              <a:rPr lang="en-US" altLang="zh-CN" sz="3000" b="1" i="1">
                <a:solidFill>
                  <a:srgbClr val="FF0000"/>
                </a:solidFill>
                <a:latin typeface="Times New Roman" panose="02020603050405020304" charset="0"/>
                <a:ea typeface="黑体" panose="02010609060101010101" charset="-122"/>
              </a:rPr>
              <a:t>p</a:t>
            </a:r>
            <a:r>
              <a:rPr lang="en-US" altLang="zh-CN" sz="3000" b="1">
                <a:solidFill>
                  <a:srgbClr val="FF0000"/>
                </a:solidFill>
                <a:latin typeface="Times New Roman" panose="02020603050405020304" charset="0"/>
                <a:ea typeface="黑体" panose="02010609060101010101" charset="-122"/>
              </a:rPr>
              <a:t>(</a:t>
            </a:r>
            <a:r>
              <a:rPr lang="en-US" altLang="zh-CN" sz="3000" b="1" i="1">
                <a:solidFill>
                  <a:srgbClr val="FF0000"/>
                </a:solidFill>
                <a:latin typeface="Times New Roman" panose="02020603050405020304" charset="0"/>
                <a:ea typeface="黑体" panose="02010609060101010101" charset="-122"/>
              </a:rPr>
              <a:t>x</a:t>
            </a:r>
            <a:r>
              <a:rPr lang="en-US" altLang="zh-CN" sz="3000" b="1">
                <a:solidFill>
                  <a:srgbClr val="FF0000"/>
                </a:solidFill>
                <a:latin typeface="Times New Roman" panose="02020603050405020304" charset="0"/>
                <a:ea typeface="黑体" panose="02010609060101010101" charset="-122"/>
              </a:rPr>
              <a:t>)</a:t>
            </a:r>
            <a:r>
              <a:rPr lang="en-US" altLang="zh-CN" sz="3000" b="1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</a:rPr>
              <a:t>.</a:t>
            </a:r>
            <a:endParaRPr lang="en-US" altLang="zh-CN" sz="3000" b="1">
              <a:solidFill>
                <a:schemeClr val="tx1"/>
              </a:solidFill>
              <a:latin typeface="Times New Roman" panose="02020603050405020304" charset="0"/>
              <a:ea typeface="黑体" panose="02010609060101010101" charset="-122"/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7031990" y="4920139"/>
            <a:ext cx="958215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7031990" y="4279265"/>
            <a:ext cx="958215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0731" name="对象 44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5663407" y="5644198"/>
          <a:ext cx="4359275" cy="6121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7" name="" r:id="rId15" imgW="1536700" imgH="215900" progId="Equation.KSEE3">
                  <p:embed/>
                </p:oleObj>
              </mc:Choice>
              <mc:Fallback>
                <p:oleObj name="" r:id="rId15" imgW="1536700" imgH="2159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5663407" y="5644198"/>
                        <a:ext cx="4359275" cy="61214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32" name="对象 11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6688456" y="5043646"/>
          <a:ext cx="3171190" cy="6140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8" name="" r:id="rId17" imgW="1117600" imgH="215900" progId="Equation.KSEE3">
                  <p:embed/>
                </p:oleObj>
              </mc:Choice>
              <mc:Fallback>
                <p:oleObj name="" r:id="rId17" imgW="1117600" imgH="2159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6688456" y="5043646"/>
                        <a:ext cx="3171190" cy="61404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9"/>
    </p:custDataLst>
  </p:cSld>
  <p:clrMapOvr>
    <a:masterClrMapping/>
  </p:clrMapOvr>
  <p:transition>
    <p:wheel spokes="8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86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86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86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86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86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86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307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307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6" grpId="0"/>
      <p:bldP spid="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/>
        </p:nvPicPr>
        <p:blipFill>
          <a:blip r:embed="rId1">
            <a:lum bright="-12000" contrast="24000"/>
          </a:blip>
          <a:stretch>
            <a:fillRect/>
          </a:stretch>
        </p:blipFill>
        <p:spPr>
          <a:xfrm>
            <a:off x="407670" y="980440"/>
            <a:ext cx="7187433" cy="230400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479425" y="116840"/>
            <a:ext cx="9852025" cy="70675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zh-CN" altLang="en-US" sz="4000" b="1" noProof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+mn-cs"/>
              </a:rPr>
              <a:t>新知演练</a:t>
            </a:r>
            <a:r>
              <a:rPr lang="en-US" altLang="zh-CN" sz="4000" b="1" noProof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+mn-cs"/>
              </a:rPr>
              <a:t>——</a:t>
            </a:r>
            <a:r>
              <a:rPr lang="zh-CN" altLang="en-US" sz="4000" b="1" noProof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+mn-cs"/>
              </a:rPr>
              <a:t>命题的真假判断</a:t>
            </a:r>
            <a:r>
              <a:rPr lang="en-US" altLang="zh-CN" sz="4000" b="1" noProof="1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+mn-cs"/>
              </a:rPr>
              <a:t>(P29)</a:t>
            </a:r>
            <a:endParaRPr lang="en-US" altLang="zh-CN" sz="4000" b="1" noProof="1">
              <a:solidFill>
                <a:srgbClr val="C0000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2">
            <a:lum bright="-12000" contrast="36000"/>
          </a:blip>
          <a:stretch>
            <a:fillRect/>
          </a:stretch>
        </p:blipFill>
        <p:spPr>
          <a:xfrm>
            <a:off x="407670" y="3789045"/>
            <a:ext cx="6251497" cy="2412000"/>
          </a:xfrm>
          <a:prstGeom prst="rect">
            <a:avLst/>
          </a:prstGeom>
        </p:spPr>
      </p:pic>
      <p:sp>
        <p:nvSpPr>
          <p:cNvPr id="15" name="标题 1"/>
          <p:cNvSpPr>
            <a:spLocks noGrp="1"/>
          </p:cNvSpPr>
          <p:nvPr/>
        </p:nvSpPr>
        <p:spPr>
          <a:xfrm>
            <a:off x="6456045" y="1612265"/>
            <a:ext cx="5495925" cy="520065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ctr" anchorCtr="0"/>
          <a:lstStyle/>
          <a:p>
            <a:pPr>
              <a:lnSpc>
                <a:spcPct val="100000"/>
              </a:lnSpc>
            </a:pPr>
            <a:r>
              <a:rPr lang="zh-CN" altLang="en-US" sz="2800" b="1">
                <a:solidFill>
                  <a:srgbClr val="FF0000"/>
                </a:solidFill>
                <a:latin typeface="Times New Roman" panose="02020603050405020304" charset="0"/>
                <a:ea typeface="黑体" panose="02010609060101010101" charset="-122"/>
              </a:rPr>
              <a:t>存在</a:t>
            </a:r>
            <a:r>
              <a:rPr lang="zh-CN" altLang="en-US" sz="2800" b="1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</a:rPr>
              <a:t>能被</a:t>
            </a:r>
            <a:r>
              <a:rPr lang="en-US" altLang="zh-CN" sz="2800" b="1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</a:rPr>
              <a:t>3</a:t>
            </a:r>
            <a:r>
              <a:rPr lang="zh-CN" altLang="en-US" sz="2800" b="1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</a:rPr>
              <a:t>乘除的整数</a:t>
            </a:r>
            <a:r>
              <a:rPr lang="zh-CN" altLang="en-US" sz="2800" b="1">
                <a:solidFill>
                  <a:srgbClr val="FF0000"/>
                </a:solidFill>
                <a:latin typeface="Times New Roman" panose="02020603050405020304" charset="0"/>
                <a:ea typeface="黑体" panose="02010609060101010101" charset="-122"/>
              </a:rPr>
              <a:t>不是</a:t>
            </a:r>
            <a:r>
              <a:rPr lang="zh-CN" altLang="en-US" sz="2800" b="1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</a:rPr>
              <a:t>奇数</a:t>
            </a:r>
            <a:r>
              <a:rPr lang="en-US" altLang="zh-CN" sz="2800" b="1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</a:rPr>
              <a:t>.</a:t>
            </a:r>
            <a:endParaRPr lang="en-US" altLang="zh-CN" sz="2800" b="1">
              <a:solidFill>
                <a:schemeClr val="tx1"/>
              </a:solidFill>
              <a:latin typeface="Times New Roman" panose="02020603050405020304" charset="0"/>
              <a:ea typeface="黑体" panose="02010609060101010101" charset="-122"/>
            </a:endParaRPr>
          </a:p>
        </p:txBody>
      </p:sp>
      <p:sp>
        <p:nvSpPr>
          <p:cNvPr id="16" name="标题 1"/>
          <p:cNvSpPr>
            <a:spLocks noGrp="1"/>
          </p:cNvSpPr>
          <p:nvPr/>
        </p:nvSpPr>
        <p:spPr>
          <a:xfrm>
            <a:off x="7595870" y="2132330"/>
            <a:ext cx="3778885" cy="932815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ctr" anchorCtr="0"/>
          <a:lstStyle/>
          <a:p>
            <a:pPr>
              <a:lnSpc>
                <a:spcPct val="90000"/>
              </a:lnSpc>
            </a:pPr>
            <a:r>
              <a:rPr lang="zh-CN" altLang="en-US" sz="2800" b="1">
                <a:solidFill>
                  <a:srgbClr val="FF0000"/>
                </a:solidFill>
                <a:latin typeface="Times New Roman" panose="02020603050405020304" charset="0"/>
                <a:ea typeface="黑体" panose="02010609060101010101" charset="-122"/>
              </a:rPr>
              <a:t>存在</a:t>
            </a:r>
            <a:r>
              <a:rPr lang="zh-CN" altLang="en-US" sz="2800" b="1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</a:rPr>
              <a:t>一个四边形的四个顶点</a:t>
            </a:r>
            <a:r>
              <a:rPr lang="zh-CN" altLang="en-US" sz="2800" b="1">
                <a:solidFill>
                  <a:srgbClr val="FF0000"/>
                </a:solidFill>
                <a:latin typeface="Times New Roman" panose="02020603050405020304" charset="0"/>
                <a:ea typeface="黑体" panose="02010609060101010101" charset="-122"/>
              </a:rPr>
              <a:t>不在</a:t>
            </a:r>
            <a:r>
              <a:rPr lang="zh-CN" altLang="en-US" sz="2800" b="1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</a:rPr>
              <a:t>同一个圆上</a:t>
            </a:r>
            <a:r>
              <a:rPr lang="en-US" altLang="zh-CN" sz="2800" b="1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</a:rPr>
              <a:t>.</a:t>
            </a:r>
            <a:endParaRPr lang="en-US" altLang="zh-CN" sz="2800" b="1">
              <a:solidFill>
                <a:schemeClr val="tx1"/>
              </a:solidFill>
              <a:latin typeface="Times New Roman" panose="02020603050405020304" charset="0"/>
              <a:ea typeface="黑体" panose="02010609060101010101" charset="-122"/>
            </a:endParaRPr>
          </a:p>
        </p:txBody>
      </p:sp>
      <p:sp>
        <p:nvSpPr>
          <p:cNvPr id="21" name="标题 1"/>
          <p:cNvSpPr>
            <a:spLocks noGrp="1"/>
          </p:cNvSpPr>
          <p:nvPr/>
        </p:nvSpPr>
        <p:spPr>
          <a:xfrm>
            <a:off x="6442710" y="3212465"/>
            <a:ext cx="5615305" cy="531495"/>
          </a:xfrm>
          <a:prstGeom prst="rect">
            <a:avLst/>
          </a:prstGeom>
          <a:solidFill>
            <a:srgbClr val="FFFF00"/>
          </a:solidFill>
          <a:ln w="9525">
            <a:noFill/>
          </a:ln>
        </p:spPr>
        <p:txBody>
          <a:bodyPr lIns="91440" tIns="45720" rIns="91440" bIns="45720" anchor="ctr" anchorCtr="0"/>
          <a:lstStyle/>
          <a:p>
            <a:pPr>
              <a:lnSpc>
                <a:spcPct val="100000"/>
              </a:lnSpc>
            </a:pPr>
            <a:r>
              <a:rPr lang="zh-CN" altLang="en-US" sz="2800" b="1">
                <a:solidFill>
                  <a:srgbClr val="FF0000"/>
                </a:solidFill>
                <a:latin typeface="Times New Roman" panose="02020603050405020304" charset="0"/>
                <a:ea typeface="黑体" panose="02010609060101010101" charset="-122"/>
              </a:rPr>
              <a:t>对角互补</a:t>
            </a:r>
            <a:r>
              <a:rPr lang="zh-CN" altLang="en-US" sz="2800" b="1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</a:rPr>
              <a:t>的四边形的四个顶点共圆</a:t>
            </a:r>
            <a:r>
              <a:rPr lang="en-US" altLang="zh-CN" sz="2800" b="1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</a:rPr>
              <a:t>.</a:t>
            </a:r>
            <a:endParaRPr lang="en-US" altLang="zh-CN" sz="2800" b="1">
              <a:solidFill>
                <a:schemeClr val="tx1"/>
              </a:solidFill>
              <a:latin typeface="Times New Roman" panose="02020603050405020304" charset="0"/>
              <a:ea typeface="黑体" panose="02010609060101010101" charset="-122"/>
            </a:endParaRPr>
          </a:p>
        </p:txBody>
      </p:sp>
      <p:graphicFrame>
        <p:nvGraphicFramePr>
          <p:cNvPr id="28680" name="对象 6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1127761" y="3284220"/>
          <a:ext cx="4508776" cy="54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9" name="" r:id="rId3" imgW="1803400" imgH="215900" progId="Equation.KSEE3">
                  <p:embed/>
                </p:oleObj>
              </mc:Choice>
              <mc:Fallback>
                <p:oleObj name="" r:id="rId3" imgW="1803400" imgH="2159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27761" y="3284220"/>
                        <a:ext cx="4508776" cy="540000"/>
                      </a:xfrm>
                      <a:prstGeom prst="rect">
                        <a:avLst/>
                      </a:prstGeom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6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4440174" y="4509163"/>
          <a:ext cx="2911475" cy="5086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0" name="" r:id="rId5" imgW="1091565" imgH="190500" progId="Equation.KSEE3">
                  <p:embed/>
                </p:oleObj>
              </mc:Choice>
              <mc:Fallback>
                <p:oleObj name="" r:id="rId5" imgW="1091565" imgH="1905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440174" y="4509163"/>
                        <a:ext cx="2911475" cy="508635"/>
                      </a:xfrm>
                      <a:prstGeom prst="rect">
                        <a:avLst/>
                      </a:prstGeom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标题 1"/>
          <p:cNvSpPr>
            <a:spLocks noGrp="1"/>
          </p:cNvSpPr>
          <p:nvPr/>
        </p:nvSpPr>
        <p:spPr>
          <a:xfrm>
            <a:off x="5304155" y="5058410"/>
            <a:ext cx="3553460" cy="915035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ctr" anchorCtr="0"/>
          <a:lstStyle/>
          <a:p>
            <a:pPr>
              <a:lnSpc>
                <a:spcPct val="90000"/>
              </a:lnSpc>
            </a:pPr>
            <a:r>
              <a:rPr lang="zh-CN" altLang="en-US" sz="2800" b="1">
                <a:solidFill>
                  <a:srgbClr val="FF0000"/>
                </a:solidFill>
                <a:latin typeface="Times New Roman" panose="02020603050405020304" charset="0"/>
                <a:ea typeface="黑体" panose="02010609060101010101" charset="-122"/>
              </a:rPr>
              <a:t>所有的</a:t>
            </a:r>
            <a:r>
              <a:rPr lang="zh-CN" altLang="en-US" sz="2800" b="1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</a:rPr>
              <a:t>三角形</a:t>
            </a:r>
            <a:r>
              <a:rPr lang="zh-CN" altLang="en-US" sz="2800" b="1">
                <a:solidFill>
                  <a:srgbClr val="FF0000"/>
                </a:solidFill>
                <a:latin typeface="Times New Roman" panose="02020603050405020304" charset="0"/>
                <a:ea typeface="黑体" panose="02010609060101010101" charset="-122"/>
              </a:rPr>
              <a:t>都不是</a:t>
            </a:r>
            <a:r>
              <a:rPr lang="zh-CN" altLang="en-US" sz="2800" b="1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</a:rPr>
              <a:t>等边三角形</a:t>
            </a:r>
            <a:endParaRPr lang="zh-CN" altLang="en-US" sz="2800" b="1">
              <a:solidFill>
                <a:schemeClr val="tx1"/>
              </a:solidFill>
              <a:latin typeface="Times New Roman" panose="02020603050405020304" charset="0"/>
              <a:ea typeface="黑体" panose="02010609060101010101" charset="-122"/>
            </a:endParaRPr>
          </a:p>
        </p:txBody>
      </p:sp>
      <p:sp>
        <p:nvSpPr>
          <p:cNvPr id="25" name="标题 1"/>
          <p:cNvSpPr>
            <a:spLocks noGrp="1"/>
          </p:cNvSpPr>
          <p:nvPr/>
        </p:nvSpPr>
        <p:spPr>
          <a:xfrm>
            <a:off x="983615" y="6092825"/>
            <a:ext cx="6323330" cy="556895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ctr" anchorCtr="0"/>
          <a:lstStyle/>
          <a:p>
            <a:pPr>
              <a:lnSpc>
                <a:spcPct val="100000"/>
              </a:lnSpc>
            </a:pPr>
            <a:r>
              <a:rPr lang="zh-CN" altLang="en-US" sz="3000" b="1">
                <a:solidFill>
                  <a:srgbClr val="FF0000"/>
                </a:solidFill>
                <a:latin typeface="Times New Roman" panose="02020603050405020304" charset="0"/>
                <a:ea typeface="黑体" panose="02010609060101010101" charset="-122"/>
              </a:rPr>
              <a:t>所有的</a:t>
            </a:r>
            <a:r>
              <a:rPr lang="zh-CN" altLang="en-US" sz="3000" b="1">
                <a:latin typeface="Times New Roman" panose="02020603050405020304" charset="0"/>
                <a:ea typeface="黑体" panose="02010609060101010101" charset="-122"/>
              </a:rPr>
              <a:t>偶数</a:t>
            </a:r>
            <a:r>
              <a:rPr lang="zh-CN" altLang="en-US" sz="3000" b="1">
                <a:solidFill>
                  <a:srgbClr val="FF0000"/>
                </a:solidFill>
                <a:latin typeface="Times New Roman" panose="02020603050405020304" charset="0"/>
                <a:ea typeface="黑体" panose="02010609060101010101" charset="-122"/>
              </a:rPr>
              <a:t>都不是</a:t>
            </a:r>
            <a:r>
              <a:rPr lang="zh-CN" altLang="en-US" sz="3000" b="1">
                <a:latin typeface="Times New Roman" panose="02020603050405020304" charset="0"/>
                <a:ea typeface="黑体" panose="02010609060101010101" charset="-122"/>
              </a:rPr>
              <a:t>素数</a:t>
            </a:r>
            <a:endParaRPr lang="zh-CN" altLang="en-US" sz="3000" b="1">
              <a:solidFill>
                <a:schemeClr val="tx1"/>
              </a:solidFill>
              <a:latin typeface="Times New Roman" panose="02020603050405020304" charset="0"/>
              <a:ea typeface="黑体" panose="02010609060101010101" charset="-122"/>
            </a:endParaRPr>
          </a:p>
        </p:txBody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80550" y="3823970"/>
            <a:ext cx="2636520" cy="263271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</p:pic>
      <p:sp>
        <p:nvSpPr>
          <p:cNvPr id="2" name="圆角矩形 1"/>
          <p:cNvSpPr/>
          <p:nvPr/>
        </p:nvSpPr>
        <p:spPr>
          <a:xfrm>
            <a:off x="1127760" y="1628775"/>
            <a:ext cx="806450" cy="519430"/>
          </a:xfrm>
          <a:prstGeom prst="roundRect">
            <a:avLst/>
          </a:prstGeom>
          <a:noFill/>
          <a:ln w="28575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圆角矩形 2"/>
          <p:cNvSpPr/>
          <p:nvPr/>
        </p:nvSpPr>
        <p:spPr>
          <a:xfrm>
            <a:off x="4728210" y="1634490"/>
            <a:ext cx="768985" cy="519430"/>
          </a:xfrm>
          <a:prstGeom prst="roundRect">
            <a:avLst/>
          </a:prstGeom>
          <a:noFill/>
          <a:ln w="28575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圆角矩形 3"/>
          <p:cNvSpPr/>
          <p:nvPr/>
        </p:nvSpPr>
        <p:spPr>
          <a:xfrm>
            <a:off x="1199515" y="2231390"/>
            <a:ext cx="1098550" cy="519430"/>
          </a:xfrm>
          <a:prstGeom prst="roundRect">
            <a:avLst/>
          </a:prstGeom>
          <a:noFill/>
          <a:ln w="28575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圆角矩形 4"/>
          <p:cNvSpPr/>
          <p:nvPr/>
        </p:nvSpPr>
        <p:spPr>
          <a:xfrm>
            <a:off x="5088255" y="2231390"/>
            <a:ext cx="408940" cy="519430"/>
          </a:xfrm>
          <a:prstGeom prst="roundRect">
            <a:avLst/>
          </a:prstGeom>
          <a:noFill/>
          <a:ln w="28575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11352530" y="2276475"/>
            <a:ext cx="720090" cy="720090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b="1">
                <a:latin typeface="黑体" panose="02010609060101010101" charset="-122"/>
                <a:ea typeface="黑体" panose="02010609060101010101" charset="-122"/>
              </a:rPr>
              <a:t>真</a:t>
            </a:r>
            <a:endParaRPr lang="zh-CN" altLang="en-US" sz="3200" b="1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7" name="椭圆 6"/>
          <p:cNvSpPr/>
          <p:nvPr/>
        </p:nvSpPr>
        <p:spPr>
          <a:xfrm>
            <a:off x="6960235" y="2148205"/>
            <a:ext cx="720090" cy="720090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b="1">
                <a:latin typeface="黑体" panose="02010609060101010101" charset="-122"/>
                <a:ea typeface="黑体" panose="02010609060101010101" charset="-122"/>
              </a:rPr>
              <a:t>假</a:t>
            </a:r>
            <a:endParaRPr lang="zh-CN" altLang="en-US" sz="3200" b="1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1127760" y="2779395"/>
            <a:ext cx="1188085" cy="497840"/>
          </a:xfrm>
          <a:prstGeom prst="roundRect">
            <a:avLst/>
          </a:prstGeom>
          <a:noFill/>
          <a:ln w="28575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圆角矩形 8"/>
          <p:cNvSpPr/>
          <p:nvPr/>
        </p:nvSpPr>
        <p:spPr>
          <a:xfrm>
            <a:off x="5664200" y="2786380"/>
            <a:ext cx="1148080" cy="497840"/>
          </a:xfrm>
          <a:prstGeom prst="roundRect">
            <a:avLst/>
          </a:prstGeom>
          <a:noFill/>
          <a:ln w="28575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圆角矩形 9"/>
          <p:cNvSpPr/>
          <p:nvPr/>
        </p:nvSpPr>
        <p:spPr>
          <a:xfrm>
            <a:off x="1155065" y="4436745"/>
            <a:ext cx="385445" cy="497840"/>
          </a:xfrm>
          <a:prstGeom prst="roundRect">
            <a:avLst/>
          </a:prstGeom>
          <a:noFill/>
          <a:ln w="28575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圆角矩形 10"/>
          <p:cNvSpPr/>
          <p:nvPr/>
        </p:nvSpPr>
        <p:spPr>
          <a:xfrm>
            <a:off x="3575685" y="4433570"/>
            <a:ext cx="388620" cy="497840"/>
          </a:xfrm>
          <a:prstGeom prst="roundRect">
            <a:avLst/>
          </a:prstGeom>
          <a:noFill/>
          <a:ln w="28575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圆角矩形 16"/>
          <p:cNvSpPr/>
          <p:nvPr/>
        </p:nvSpPr>
        <p:spPr>
          <a:xfrm>
            <a:off x="1199515" y="5017770"/>
            <a:ext cx="702945" cy="497840"/>
          </a:xfrm>
          <a:prstGeom prst="roundRect">
            <a:avLst/>
          </a:prstGeom>
          <a:noFill/>
          <a:ln w="28575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圆角矩形 17"/>
          <p:cNvSpPr/>
          <p:nvPr/>
        </p:nvSpPr>
        <p:spPr>
          <a:xfrm>
            <a:off x="3030220" y="5017770"/>
            <a:ext cx="403860" cy="497840"/>
          </a:xfrm>
          <a:prstGeom prst="roundRect">
            <a:avLst/>
          </a:prstGeom>
          <a:noFill/>
          <a:ln w="28575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圆角矩形 26"/>
          <p:cNvSpPr/>
          <p:nvPr/>
        </p:nvSpPr>
        <p:spPr>
          <a:xfrm>
            <a:off x="1199515" y="5581015"/>
            <a:ext cx="1099185" cy="497840"/>
          </a:xfrm>
          <a:prstGeom prst="roundRect">
            <a:avLst/>
          </a:prstGeom>
          <a:noFill/>
          <a:ln w="28575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圆角矩形 27"/>
          <p:cNvSpPr/>
          <p:nvPr/>
        </p:nvSpPr>
        <p:spPr>
          <a:xfrm>
            <a:off x="2999740" y="5580380"/>
            <a:ext cx="403860" cy="497840"/>
          </a:xfrm>
          <a:prstGeom prst="roundRect">
            <a:avLst/>
          </a:prstGeom>
          <a:noFill/>
          <a:ln w="28575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8"/>
    </p:custDataLst>
  </p:cSld>
  <p:clrMapOvr>
    <a:masterClrMapping/>
  </p:clrMapOvr>
  <p:transition>
    <p:wheel spokes="8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286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286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21" grpId="0"/>
      <p:bldP spid="24" grpId="0"/>
      <p:bldP spid="25" grpId="0"/>
      <p:bldP spid="2" grpId="0"/>
      <p:bldP spid="3" grpId="0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7" grpId="0"/>
      <p:bldP spid="18" grpId="0"/>
      <p:bldP spid="27" grpId="0"/>
      <p:bldP spid="2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对象 4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6309625" y="4231986"/>
          <a:ext cx="3557905" cy="44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1" name="" r:id="rId1" imgW="1333500" imgH="165100" progId="Equation.KSEE3">
                  <p:embed/>
                </p:oleObj>
              </mc:Choice>
              <mc:Fallback>
                <p:oleObj name="" r:id="rId1" imgW="1333500" imgH="1651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309625" y="4231986"/>
                        <a:ext cx="3557905" cy="441325"/>
                      </a:xfrm>
                      <a:prstGeom prst="rect">
                        <a:avLst/>
                      </a:prstGeom>
                      <a:solidFill>
                        <a:srgbClr val="FFC1C1">
                          <a:alpha val="58000"/>
                        </a:srgbClr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文本框 10"/>
          <p:cNvSpPr txBox="1"/>
          <p:nvPr/>
        </p:nvSpPr>
        <p:spPr>
          <a:xfrm>
            <a:off x="479425" y="116840"/>
            <a:ext cx="10722610" cy="70788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zh-CN" altLang="en-US" sz="4000" b="1" noProof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+mn-cs"/>
              </a:rPr>
              <a:t>新知学习</a:t>
            </a:r>
            <a:r>
              <a:rPr lang="en-US" altLang="zh-CN" sz="4000" b="1" noProof="1" smtClean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+mn-cs"/>
              </a:rPr>
              <a:t>——</a:t>
            </a:r>
            <a:r>
              <a:rPr lang="en-US" altLang="zh-CN" sz="3200" b="1" err="1">
                <a:solidFill>
                  <a:schemeClr val="accent1"/>
                </a:solidFill>
                <a:latin typeface="Times New Roman" panose="02020603050405020304" charset="0"/>
                <a:ea typeface="黑体" panose="02010609060101010101" charset="-122"/>
                <a:sym typeface="+mn-ea"/>
              </a:rPr>
              <a:t>全称量词命题</a:t>
            </a:r>
            <a:r>
              <a:rPr lang="zh-CN" altLang="en-US" sz="3200" b="1">
                <a:solidFill>
                  <a:schemeClr val="accent1"/>
                </a:solidFill>
                <a:latin typeface="Times New Roman" panose="02020603050405020304" charset="0"/>
                <a:ea typeface="黑体" panose="02010609060101010101" charset="-122"/>
              </a:rPr>
              <a:t>与存在量词命题</a:t>
            </a:r>
            <a:r>
              <a:rPr lang="zh-CN" altLang="en-US" sz="3200" b="1">
                <a:solidFill>
                  <a:schemeClr val="accent1"/>
                </a:solidFill>
                <a:latin typeface="Times New Roman" panose="02020603050405020304" charset="0"/>
                <a:ea typeface="黑体" panose="02010609060101010101" charset="-122"/>
                <a:sym typeface="+mn-ea"/>
              </a:rPr>
              <a:t>的否定</a:t>
            </a:r>
            <a:endParaRPr lang="zh-CN" altLang="en-US" sz="3200" b="1" noProof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Times New Roman" panose="02020603050405020304" charset="0"/>
              <a:ea typeface="黑体" panose="02010609060101010101" charset="-122"/>
              <a:sym typeface="+mn-ea"/>
            </a:endParaRPr>
          </a:p>
        </p:txBody>
      </p:sp>
      <p:graphicFrame>
        <p:nvGraphicFramePr>
          <p:cNvPr id="28679" name="对象 4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767980" y="4119591"/>
          <a:ext cx="3761105" cy="6102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2" name="" r:id="rId3" imgW="1409700" imgH="228600" progId="Equation.KSEE3">
                  <p:embed/>
                </p:oleObj>
              </mc:Choice>
              <mc:Fallback>
                <p:oleObj name="" r:id="rId3" imgW="1409700" imgH="2286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67980" y="4119591"/>
                        <a:ext cx="3761105" cy="61023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80" name="对象 6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7101523" y="4009390"/>
          <a:ext cx="2592070" cy="6121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3" name="" r:id="rId5" imgW="914400" imgH="215900" progId="Equation.KSEE3">
                  <p:embed/>
                </p:oleObj>
              </mc:Choice>
              <mc:Fallback>
                <p:oleObj name="" r:id="rId5" imgW="914400" imgH="2159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101523" y="4009390"/>
                        <a:ext cx="2592070" cy="61214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2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442149" y="3458085"/>
          <a:ext cx="5105913" cy="54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4" name="" r:id="rId7" imgW="2044700" imgH="215900" progId="Equation.KSEE3">
                  <p:embed/>
                </p:oleObj>
              </mc:Choice>
              <mc:Fallback>
                <p:oleObj name="" r:id="rId7" imgW="2044700" imgH="2159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42149" y="3458085"/>
                        <a:ext cx="5105913" cy="540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标题 1"/>
          <p:cNvSpPr>
            <a:spLocks noGrp="1"/>
          </p:cNvSpPr>
          <p:nvPr/>
        </p:nvSpPr>
        <p:spPr>
          <a:xfrm>
            <a:off x="5547995" y="3466465"/>
            <a:ext cx="3997960" cy="523240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ctr" anchorCtr="0"/>
          <a:lstStyle/>
          <a:p>
            <a:r>
              <a:rPr lang="zh-CN" altLang="en-US" sz="3000" b="1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</a:rPr>
              <a:t>②否定</a:t>
            </a:r>
            <a:r>
              <a:rPr lang="zh-CN" altLang="en-US" sz="3000" b="1">
                <a:solidFill>
                  <a:srgbClr val="FF0000"/>
                </a:solidFill>
                <a:latin typeface="Times New Roman" panose="02020603050405020304" charset="0"/>
                <a:ea typeface="黑体" panose="02010609060101010101" charset="-122"/>
              </a:rPr>
              <a:t>量词</a:t>
            </a:r>
            <a:r>
              <a:rPr lang="zh-CN" altLang="en-US" sz="3000" b="1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</a:rPr>
              <a:t>和</a:t>
            </a:r>
            <a:r>
              <a:rPr lang="zh-CN" altLang="en-US" sz="3000" b="1">
                <a:solidFill>
                  <a:srgbClr val="FF0000"/>
                </a:solidFill>
                <a:latin typeface="Times New Roman" panose="02020603050405020304" charset="0"/>
                <a:ea typeface="黑体" panose="02010609060101010101" charset="-122"/>
              </a:rPr>
              <a:t>结论</a:t>
            </a:r>
            <a:r>
              <a:rPr lang="en-US" altLang="zh-CN" sz="3000" b="1" i="1">
                <a:solidFill>
                  <a:srgbClr val="FF0000"/>
                </a:solidFill>
                <a:latin typeface="Times New Roman" panose="02020603050405020304" charset="0"/>
                <a:ea typeface="黑体" panose="02010609060101010101" charset="-122"/>
              </a:rPr>
              <a:t>p</a:t>
            </a:r>
            <a:r>
              <a:rPr lang="en-US" altLang="zh-CN" sz="3000" b="1">
                <a:solidFill>
                  <a:srgbClr val="FF0000"/>
                </a:solidFill>
                <a:latin typeface="Times New Roman" panose="02020603050405020304" charset="0"/>
                <a:ea typeface="黑体" panose="02010609060101010101" charset="-122"/>
              </a:rPr>
              <a:t>(</a:t>
            </a:r>
            <a:r>
              <a:rPr lang="en-US" altLang="zh-CN" sz="3000" b="1" i="1">
                <a:solidFill>
                  <a:srgbClr val="FF0000"/>
                </a:solidFill>
                <a:latin typeface="Times New Roman" panose="02020603050405020304" charset="0"/>
                <a:ea typeface="黑体" panose="02010609060101010101" charset="-122"/>
              </a:rPr>
              <a:t>x</a:t>
            </a:r>
            <a:r>
              <a:rPr lang="en-US" altLang="zh-CN" sz="3000" b="1">
                <a:solidFill>
                  <a:srgbClr val="FF0000"/>
                </a:solidFill>
                <a:latin typeface="Times New Roman" panose="02020603050405020304" charset="0"/>
                <a:ea typeface="黑体" panose="02010609060101010101" charset="-122"/>
              </a:rPr>
              <a:t>)</a:t>
            </a:r>
            <a:r>
              <a:rPr lang="en-US" altLang="zh-CN" sz="3000" b="1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</a:rPr>
              <a:t>.</a:t>
            </a:r>
            <a:endParaRPr lang="en-US" altLang="zh-CN" sz="3000" b="1">
              <a:solidFill>
                <a:schemeClr val="tx1"/>
              </a:solidFill>
              <a:latin typeface="Times New Roman" panose="02020603050405020304" charset="0"/>
              <a:ea typeface="黑体" panose="02010609060101010101" charset="-122"/>
            </a:endParaRPr>
          </a:p>
        </p:txBody>
      </p:sp>
      <p:graphicFrame>
        <p:nvGraphicFramePr>
          <p:cNvPr id="30731" name="对象 44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6287612" y="4839018"/>
          <a:ext cx="5224145" cy="4686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5" name="" r:id="rId9" imgW="1841500" imgH="165100" progId="Equation.KSEE3">
                  <p:embed/>
                </p:oleObj>
              </mc:Choice>
              <mc:Fallback>
                <p:oleObj name="" r:id="rId9" imgW="1841500" imgH="1651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287612" y="4839018"/>
                        <a:ext cx="5224145" cy="468630"/>
                      </a:xfrm>
                      <a:prstGeom prst="rect">
                        <a:avLst/>
                      </a:prstGeom>
                      <a:solidFill>
                        <a:srgbClr val="FFC1C1">
                          <a:alpha val="58000"/>
                        </a:srgbClr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32" name="对象 11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696040" y="4745542"/>
          <a:ext cx="5471795" cy="5759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6" name="" r:id="rId11" imgW="2057400" imgH="215900" progId="Equation.KSEE3">
                  <p:embed/>
                </p:oleObj>
              </mc:Choice>
              <mc:Fallback>
                <p:oleObj name="" r:id="rId11" imgW="2057400" imgH="2159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696040" y="4745542"/>
                        <a:ext cx="5471795" cy="57594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表格 11"/>
          <p:cNvGraphicFramePr>
            <a:graphicFrameLocks noGrp="1"/>
          </p:cNvGraphicFramePr>
          <p:nvPr>
            <p:custDataLst>
              <p:tags r:id="rId13"/>
            </p:custDataLst>
          </p:nvPr>
        </p:nvGraphicFramePr>
        <p:xfrm>
          <a:off x="441960" y="1370648"/>
          <a:ext cx="11366500" cy="19653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4180"/>
                <a:gridCol w="3065145"/>
                <a:gridCol w="1096645"/>
                <a:gridCol w="2740025"/>
                <a:gridCol w="2770505"/>
              </a:tblGrid>
              <a:tr h="492760"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lang="zh-CN" altLang="en-US" sz="2800"/>
                        <a:t>量词</a:t>
                      </a:r>
                      <a:endParaRPr lang="zh-CN" altLang="en-US" sz="2800"/>
                    </a:p>
                  </a:txBody>
                  <a:tcPr vert="horz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lang="zh-CN" altLang="en-US" sz="2800"/>
                        <a:t>常见用词</a:t>
                      </a:r>
                      <a:endParaRPr lang="zh-CN" altLang="en-US" sz="2800"/>
                    </a:p>
                  </a:txBody>
                  <a:tcPr vert="horz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lang="zh-CN" altLang="en-US" sz="2800"/>
                        <a:t>符号</a:t>
                      </a:r>
                      <a:endParaRPr lang="zh-CN" altLang="en-US" sz="2800"/>
                    </a:p>
                  </a:txBody>
                  <a:tcPr vert="horz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lang="zh-CN" altLang="en-US" sz="2800"/>
                        <a:t>命题</a:t>
                      </a:r>
                      <a:endParaRPr lang="zh-CN" altLang="en-US" sz="2800"/>
                    </a:p>
                  </a:txBody>
                  <a:tcPr vert="horz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lang="zh-CN" altLang="en-US" sz="2800"/>
                        <a:t>命题的否定</a:t>
                      </a:r>
                      <a:endParaRPr lang="zh-CN" altLang="en-US" sz="2800"/>
                    </a:p>
                  </a:txBody>
                  <a:tcPr vert="horz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711200"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lang="zh-CN" altLang="en-US" sz="2800" b="1">
                          <a:latin typeface="Times New Roman" panose="02020603050405020304" charset="0"/>
                          <a:ea typeface="黑体" panose="02010609060101010101" charset="-122"/>
                        </a:rPr>
                        <a:t>全称量词</a:t>
                      </a:r>
                      <a:endParaRPr lang="zh-CN" altLang="en-US" sz="2800" b="1">
                        <a:latin typeface="Times New Roman" panose="02020603050405020304" charset="0"/>
                        <a:ea typeface="黑体" panose="02010609060101010101" charset="-122"/>
                      </a:endParaRPr>
                    </a:p>
                  </a:txBody>
                  <a:tcPr vert="horz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lang="zh-CN" altLang="en-US" sz="2800">
                          <a:latin typeface="Times New Roman" panose="02020603050405020304" charset="0"/>
                          <a:ea typeface="黑体" panose="02010609060101010101" charset="-122"/>
                        </a:rPr>
                        <a:t>任意、所有</a:t>
                      </a:r>
                      <a:r>
                        <a:rPr lang="en-US" altLang="zh-CN" sz="2800">
                          <a:latin typeface="Times New Roman" panose="02020603050405020304" charset="0"/>
                          <a:ea typeface="黑体" panose="02010609060101010101" charset="-122"/>
                        </a:rPr>
                        <a:t>…</a:t>
                      </a:r>
                      <a:endParaRPr lang="en-US" altLang="zh-CN" sz="2800">
                        <a:latin typeface="Times New Roman" panose="02020603050405020304" charset="0"/>
                        <a:ea typeface="黑体" panose="02010609060101010101" charset="-122"/>
                      </a:endParaRPr>
                    </a:p>
                  </a:txBody>
                  <a:tcPr vert="horz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endParaRPr lang="zh-CN" altLang="en-US" sz="2800"/>
                    </a:p>
                  </a:txBody>
                  <a:tcPr vert="horz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endParaRPr lang="zh-CN" altLang="en-US" sz="2800"/>
                    </a:p>
                  </a:txBody>
                  <a:tcPr vert="horz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endParaRPr lang="zh-CN" altLang="en-US" sz="2800"/>
                    </a:p>
                  </a:txBody>
                  <a:tcPr vert="horz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C1C1">
                        <a:alpha val="58000"/>
                      </a:srgbClr>
                    </a:solidFill>
                  </a:tcPr>
                </a:tc>
              </a:tr>
              <a:tr h="735965"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lang="zh-CN" altLang="en-US" sz="2800" b="1" smtClean="0">
                          <a:latin typeface="Times New Roman" panose="02020603050405020304" charset="0"/>
                          <a:ea typeface="黑体" panose="02010609060101010101" charset="-122"/>
                        </a:rPr>
                        <a:t>存在量词</a:t>
                      </a:r>
                      <a:endParaRPr lang="zh-CN" altLang="en-US" sz="2800" b="1">
                        <a:latin typeface="Times New Roman" panose="02020603050405020304" charset="0"/>
                        <a:ea typeface="黑体" panose="02010609060101010101" charset="-122"/>
                      </a:endParaRPr>
                    </a:p>
                  </a:txBody>
                  <a:tcPr vert="horz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lang="zh-CN" altLang="en-US" sz="2800">
                          <a:latin typeface="Times New Roman" panose="02020603050405020304" charset="0"/>
                          <a:ea typeface="黑体" panose="02010609060101010101" charset="-122"/>
                        </a:rPr>
                        <a:t>存在、至少有一个</a:t>
                      </a:r>
                      <a:endParaRPr lang="zh-CN" altLang="en-US" sz="2800">
                        <a:latin typeface="Times New Roman" panose="02020603050405020304" charset="0"/>
                        <a:ea typeface="黑体" panose="02010609060101010101" charset="-122"/>
                      </a:endParaRPr>
                    </a:p>
                  </a:txBody>
                  <a:tcPr vert="horz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endParaRPr lang="zh-CN" altLang="en-US" sz="2800"/>
                    </a:p>
                  </a:txBody>
                  <a:tcPr vert="horz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endParaRPr lang="zh-CN" altLang="en-US" sz="2800"/>
                    </a:p>
                  </a:txBody>
                  <a:tcPr vert="horz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endParaRPr lang="zh-CN" altLang="en-US" sz="2800"/>
                    </a:p>
                  </a:txBody>
                  <a:tcPr vert="horz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C1C1">
                        <a:alpha val="58000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771" name="对象 2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5447983" y="1918335"/>
          <a:ext cx="597468" cy="64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7" name="" r:id="rId14" imgW="152400" imgH="165100" progId="Equation.KSEE3">
                  <p:embed/>
                </p:oleObj>
              </mc:Choice>
              <mc:Fallback>
                <p:oleObj name="" r:id="rId14" imgW="152400" imgH="1651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5447983" y="1918335"/>
                        <a:ext cx="597468" cy="648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72" name="对象 3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5490845" y="2638743"/>
          <a:ext cx="511522" cy="61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8" name="" r:id="rId16" imgW="127000" imgH="152400" progId="Equation.KSEE3">
                  <p:embed/>
                </p:oleObj>
              </mc:Choice>
              <mc:Fallback>
                <p:oleObj name="" r:id="rId16" imgW="127000" imgH="1524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5490845" y="2638743"/>
                        <a:ext cx="511522" cy="612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73" name="对象 51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6456045" y="1971993"/>
          <a:ext cx="2439793" cy="57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9" name="" r:id="rId18" imgW="862965" imgH="203200" progId="Equation.KSEE3">
                  <p:embed/>
                </p:oleObj>
              </mc:Choice>
              <mc:Fallback>
                <p:oleObj name="" r:id="rId18" imgW="862965" imgH="2032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6456045" y="1971993"/>
                        <a:ext cx="2439793" cy="576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74" name="对象 4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9120505" y="1969453"/>
          <a:ext cx="2619827" cy="57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0" name="" r:id="rId20" imgW="927100" imgH="203200" progId="Equation.KSEE3">
                  <p:embed/>
                </p:oleObj>
              </mc:Choice>
              <mc:Fallback>
                <p:oleObj name="" r:id="rId20" imgW="927100" imgH="2032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9120505" y="1969453"/>
                        <a:ext cx="2619827" cy="576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75" name="对象 6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6456045" y="2708275"/>
          <a:ext cx="2369392" cy="57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1" name="" r:id="rId22" imgW="838200" imgH="203200" progId="Equation.KSEE3">
                  <p:embed/>
                </p:oleObj>
              </mc:Choice>
              <mc:Fallback>
                <p:oleObj name="" r:id="rId22" imgW="838200" imgH="2032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6456045" y="2708275"/>
                        <a:ext cx="2369392" cy="576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76" name="对象 8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9120505" y="2710180"/>
          <a:ext cx="2693471" cy="57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2" name="" r:id="rId24" imgW="952500" imgH="203200" progId="Equation.KSEE3">
                  <p:embed/>
                </p:oleObj>
              </mc:Choice>
              <mc:Fallback>
                <p:oleObj name="" r:id="rId24" imgW="952500" imgH="2032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9120505" y="2710180"/>
                        <a:ext cx="2693471" cy="576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81" name="文本框 48"/>
          <p:cNvSpPr txBox="1"/>
          <p:nvPr/>
        </p:nvSpPr>
        <p:spPr>
          <a:xfrm>
            <a:off x="8256270" y="838200"/>
            <a:ext cx="1612900" cy="52197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2800" b="1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</a:rPr>
              <a:t>一真一假</a:t>
            </a:r>
            <a:endParaRPr lang="zh-CN" altLang="en-US" sz="2800" b="1">
              <a:solidFill>
                <a:srgbClr val="FF0000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graphicFrame>
        <p:nvGraphicFramePr>
          <p:cNvPr id="18" name="对象 11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7186693" y="4766814"/>
          <a:ext cx="4119880" cy="5422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3" name="" r:id="rId26" imgW="1548765" imgH="203200" progId="Equation.KSEE3">
                  <p:embed/>
                </p:oleObj>
              </mc:Choice>
              <mc:Fallback>
                <p:oleObj name="" r:id="rId26" imgW="1548765" imgH="2032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7186693" y="4766814"/>
                        <a:ext cx="4119880" cy="54229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圆角矩形 19"/>
          <p:cNvSpPr/>
          <p:nvPr/>
        </p:nvSpPr>
        <p:spPr>
          <a:xfrm>
            <a:off x="767715" y="4119245"/>
            <a:ext cx="1151890" cy="576580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圆角矩形 20"/>
          <p:cNvSpPr/>
          <p:nvPr/>
        </p:nvSpPr>
        <p:spPr>
          <a:xfrm>
            <a:off x="6309360" y="4180840"/>
            <a:ext cx="647700" cy="512445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标题 1"/>
          <p:cNvSpPr>
            <a:spLocks noGrp="1"/>
          </p:cNvSpPr>
          <p:nvPr/>
        </p:nvSpPr>
        <p:spPr>
          <a:xfrm>
            <a:off x="10535920" y="278130"/>
            <a:ext cx="1332230" cy="52324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>
            <a:noFill/>
          </a:ln>
        </p:spPr>
        <p:txBody>
          <a:bodyPr lIns="91440" tIns="45720" rIns="91440" bIns="45720" anchor="ctr" anchorCtr="0"/>
          <a:lstStyle/>
          <a:p>
            <a:pPr algn="ctr"/>
            <a:r>
              <a:rPr lang="zh-CN" altLang="en-US" sz="3000" b="1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</a:rPr>
              <a:t>素数</a:t>
            </a:r>
            <a:endParaRPr lang="zh-CN" altLang="en-US" sz="3000" b="1">
              <a:solidFill>
                <a:schemeClr val="tx1"/>
              </a:solidFill>
              <a:latin typeface="Times New Roman" panose="02020603050405020304" charset="0"/>
              <a:ea typeface="黑体" panose="02010609060101010101" charset="-122"/>
            </a:endParaRPr>
          </a:p>
        </p:txBody>
      </p:sp>
      <p:graphicFrame>
        <p:nvGraphicFramePr>
          <p:cNvPr id="4" name="对象 11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696040" y="5308152"/>
          <a:ext cx="4897755" cy="6102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4" name="" r:id="rId28" imgW="1841500" imgH="228600" progId="Equation.KSEE3">
                  <p:embed/>
                </p:oleObj>
              </mc:Choice>
              <mc:Fallback>
                <p:oleObj name="" r:id="rId28" imgW="1841500" imgH="2286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696040" y="5308152"/>
                        <a:ext cx="4897755" cy="61023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44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6309519" y="5424806"/>
          <a:ext cx="5224780" cy="4692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5" name="" r:id="rId30" imgW="1841500" imgH="165100" progId="Equation.KSEE3">
                  <p:embed/>
                </p:oleObj>
              </mc:Choice>
              <mc:Fallback>
                <p:oleObj name="" r:id="rId30" imgW="1841500" imgH="1651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6309519" y="5424806"/>
                        <a:ext cx="5224780" cy="469265"/>
                      </a:xfrm>
                      <a:prstGeom prst="rect">
                        <a:avLst/>
                      </a:prstGeom>
                      <a:solidFill>
                        <a:srgbClr val="FFC1C1">
                          <a:alpha val="58000"/>
                        </a:srgbClr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11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7153038" y="5269735"/>
          <a:ext cx="4358640" cy="5765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6" name="" r:id="rId32" imgW="1638300" imgH="215900" progId="Equation.KSEE3">
                  <p:embed/>
                </p:oleObj>
              </mc:Choice>
              <mc:Fallback>
                <p:oleObj name="" r:id="rId32" imgW="1638300" imgH="2159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33"/>
                      <a:stretch>
                        <a:fillRect/>
                      </a:stretch>
                    </p:blipFill>
                    <p:spPr>
                      <a:xfrm>
                        <a:off x="7153038" y="5269735"/>
                        <a:ext cx="4358640" cy="57658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1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696040" y="5990142"/>
          <a:ext cx="5506085" cy="6102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7" name="" r:id="rId34" imgW="2070100" imgH="228600" progId="Equation.KSEE3">
                  <p:embed/>
                </p:oleObj>
              </mc:Choice>
              <mc:Fallback>
                <p:oleObj name="" r:id="rId34" imgW="2070100" imgH="2286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35"/>
                      <a:stretch>
                        <a:fillRect/>
                      </a:stretch>
                    </p:blipFill>
                    <p:spPr>
                      <a:xfrm>
                        <a:off x="696040" y="5990142"/>
                        <a:ext cx="5506085" cy="61023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对象 44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6312694" y="6081396"/>
          <a:ext cx="5224780" cy="4692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8" name="" r:id="rId36" imgW="1841500" imgH="165100" progId="Equation.KSEE3">
                  <p:embed/>
                </p:oleObj>
              </mc:Choice>
              <mc:Fallback>
                <p:oleObj name="" r:id="rId36" imgW="1841500" imgH="1651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6312694" y="6081396"/>
                        <a:ext cx="5224780" cy="469265"/>
                      </a:xfrm>
                      <a:prstGeom prst="rect">
                        <a:avLst/>
                      </a:prstGeom>
                      <a:solidFill>
                        <a:srgbClr val="FFC1C1">
                          <a:alpha val="58000"/>
                        </a:srgbClr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对象 11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7153038" y="5918387"/>
          <a:ext cx="4932680" cy="6102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9" name="" r:id="rId37" imgW="1854200" imgH="228600" progId="Equation.KSEE3">
                  <p:embed/>
                </p:oleObj>
              </mc:Choice>
              <mc:Fallback>
                <p:oleObj name="" r:id="rId37" imgW="1854200" imgH="2286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38"/>
                      <a:stretch>
                        <a:fillRect/>
                      </a:stretch>
                    </p:blipFill>
                    <p:spPr>
                      <a:xfrm>
                        <a:off x="7153038" y="5918387"/>
                        <a:ext cx="4932680" cy="61023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对象 11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7153038" y="5918387"/>
          <a:ext cx="4932680" cy="6102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0" name="" r:id="rId39" imgW="1854200" imgH="228600" progId="Equation.KSEE3">
                  <p:embed/>
                </p:oleObj>
              </mc:Choice>
              <mc:Fallback>
                <p:oleObj name="" r:id="rId39" imgW="1854200" imgH="2286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40"/>
                      <a:stretch>
                        <a:fillRect/>
                      </a:stretch>
                    </p:blipFill>
                    <p:spPr>
                      <a:xfrm>
                        <a:off x="7153038" y="5918387"/>
                        <a:ext cx="4932680" cy="61023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41"/>
    </p:custDataLst>
  </p:cSld>
  <p:clrMapOvr>
    <a:masterClrMapping/>
  </p:clrMapOvr>
  <p:transition>
    <p:wheel spokes="8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6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6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07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07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07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07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86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86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8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/>
          <p:cNvSpPr txBox="1"/>
          <p:nvPr/>
        </p:nvSpPr>
        <p:spPr>
          <a:xfrm>
            <a:off x="479425" y="116840"/>
            <a:ext cx="9852025" cy="70675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zh-CN" altLang="en-US" sz="4000" b="1" noProof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+mn-cs"/>
              </a:rPr>
              <a:t>新知演练</a:t>
            </a:r>
            <a:r>
              <a:rPr lang="en-US" altLang="zh-CN" sz="4000" b="1" noProof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+mn-cs"/>
              </a:rPr>
              <a:t>——</a:t>
            </a:r>
            <a:r>
              <a:rPr lang="zh-CN" altLang="en-US" sz="4000" b="1" noProof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+mn-cs"/>
              </a:rPr>
              <a:t>命题及其否定的运用</a:t>
            </a:r>
            <a:endParaRPr lang="en-US" altLang="zh-CN" sz="4000" b="1" noProof="1">
              <a:solidFill>
                <a:srgbClr val="C0000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graphicFrame>
        <p:nvGraphicFramePr>
          <p:cNvPr id="31773" name="对象 51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911695" y="1196865"/>
          <a:ext cx="9574530" cy="10801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1" name="" r:id="rId1" imgW="4063365" imgH="457200" progId="Equation.KSEE3">
                  <p:embed/>
                </p:oleObj>
              </mc:Choice>
              <mc:Fallback>
                <p:oleObj name="" r:id="rId1" imgW="4063365" imgH="4572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911695" y="1196865"/>
                        <a:ext cx="9574530" cy="108013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51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1704085" y="2349140"/>
          <a:ext cx="4521746" cy="50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2" name="" r:id="rId3" imgW="1943100" imgH="215900" progId="Equation.KSEE3">
                  <p:embed/>
                </p:oleObj>
              </mc:Choice>
              <mc:Fallback>
                <p:oleObj name="" r:id="rId3" imgW="1943100" imgH="2159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704085" y="2349140"/>
                        <a:ext cx="4521746" cy="50400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对象 51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2280348" y="2874285"/>
          <a:ext cx="5951538" cy="54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3" name="" r:id="rId5" imgW="2527300" imgH="228600" progId="Equation.KSEE3">
                  <p:embed/>
                </p:oleObj>
              </mc:Choice>
              <mc:Fallback>
                <p:oleObj name="" r:id="rId5" imgW="2527300" imgH="2286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280348" y="2874285"/>
                        <a:ext cx="5951538" cy="540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对象 51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2280507" y="3435115"/>
          <a:ext cx="4607560" cy="5410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4" name="" r:id="rId7" imgW="1955800" imgH="228600" progId="Equation.KSEE3">
                  <p:embed/>
                </p:oleObj>
              </mc:Choice>
              <mc:Fallback>
                <p:oleObj name="" r:id="rId7" imgW="1955800" imgH="2286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280507" y="3435115"/>
                        <a:ext cx="4607560" cy="54102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对象 51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6889337" y="3435115"/>
          <a:ext cx="2872740" cy="4813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5" name="" r:id="rId9" imgW="1219200" imgH="203200" progId="Equation.KSEE3">
                  <p:embed/>
                </p:oleObj>
              </mc:Choice>
              <mc:Fallback>
                <p:oleObj name="" r:id="rId9" imgW="1219200" imgH="2032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889337" y="3435115"/>
                        <a:ext cx="2872740" cy="48133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对象 51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3072352" y="1690770"/>
          <a:ext cx="2065020" cy="4813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6" name="" r:id="rId11" imgW="876300" imgH="203200" progId="Equation.KSEE3">
                  <p:embed/>
                </p:oleObj>
              </mc:Choice>
              <mc:Fallback>
                <p:oleObj name="" r:id="rId11" imgW="876300" imgH="2032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072352" y="1690770"/>
                        <a:ext cx="2065020" cy="481330"/>
                      </a:xfrm>
                      <a:prstGeom prst="rect">
                        <a:avLst/>
                      </a:prstGeom>
                      <a:solidFill>
                        <a:srgbClr val="FFC1C1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圆角矩形 36"/>
          <p:cNvSpPr/>
          <p:nvPr/>
        </p:nvSpPr>
        <p:spPr>
          <a:xfrm>
            <a:off x="6600190" y="1268730"/>
            <a:ext cx="316865" cy="433070"/>
          </a:xfrm>
          <a:prstGeom prst="roundRect">
            <a:avLst/>
          </a:prstGeom>
          <a:noFill/>
          <a:ln w="28575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38" name="对象 51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6608667" y="859555"/>
          <a:ext cx="299720" cy="3009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7" name="" r:id="rId13" imgW="127000" imgH="127000" progId="Equation.KSEE3">
                  <p:embed/>
                </p:oleObj>
              </mc:Choice>
              <mc:Fallback>
                <p:oleObj name="" r:id="rId13" imgW="127000" imgH="1270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6608667" y="859555"/>
                        <a:ext cx="299720" cy="300990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rgbClr val="FF0000"/>
                        </a:solidFill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对象 51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7104602" y="777640"/>
          <a:ext cx="86741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8" name="" r:id="rId15" imgW="368300" imgH="177165" progId="Equation.KSEE3">
                  <p:embed/>
                </p:oleObj>
              </mc:Choice>
              <mc:Fallback>
                <p:oleObj name="" r:id="rId15" imgW="368300" imgH="177165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7104602" y="777640"/>
                        <a:ext cx="867410" cy="419100"/>
                      </a:xfrm>
                      <a:prstGeom prst="rect">
                        <a:avLst/>
                      </a:prstGeom>
                      <a:solidFill>
                        <a:srgbClr val="FFC1C1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" name="标题 1"/>
          <p:cNvSpPr>
            <a:spLocks noGrp="1"/>
          </p:cNvSpPr>
          <p:nvPr/>
        </p:nvSpPr>
        <p:spPr>
          <a:xfrm>
            <a:off x="9264650" y="2106930"/>
            <a:ext cx="1892300" cy="520065"/>
          </a:xfrm>
          <a:prstGeom prst="rect">
            <a:avLst/>
          </a:prstGeom>
          <a:solidFill>
            <a:schemeClr val="bg2"/>
          </a:solidFill>
          <a:ln w="28575">
            <a:solidFill>
              <a:schemeClr val="accent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91440" tIns="45720" rIns="91440" bIns="45720" anchor="ctr" anchorCtr="0"/>
          <a:lstStyle/>
          <a:p>
            <a:pPr algn="ctr">
              <a:lnSpc>
                <a:spcPct val="100000"/>
              </a:lnSpc>
            </a:pPr>
            <a:r>
              <a:rPr lang="zh-CN" altLang="en-US" sz="3200" b="1">
                <a:solidFill>
                  <a:srgbClr val="FF0000"/>
                </a:solidFill>
                <a:latin typeface="Times New Roman" panose="02020603050405020304" charset="0"/>
                <a:ea typeface="黑体" panose="02010609060101010101" charset="-122"/>
              </a:rPr>
              <a:t>数形结合</a:t>
            </a:r>
            <a:endParaRPr lang="zh-CN" altLang="en-US" sz="3200" b="1">
              <a:solidFill>
                <a:srgbClr val="FF0000"/>
              </a:solidFill>
              <a:latin typeface="Times New Roman" panose="02020603050405020304" charset="0"/>
              <a:ea typeface="黑体" panose="02010609060101010101" charset="-122"/>
            </a:endParaRPr>
          </a:p>
        </p:txBody>
      </p:sp>
      <p:grpSp>
        <p:nvGrpSpPr>
          <p:cNvPr id="65" name="组合 64"/>
          <p:cNvGrpSpPr/>
          <p:nvPr/>
        </p:nvGrpSpPr>
        <p:grpSpPr>
          <a:xfrm>
            <a:off x="479425" y="4116070"/>
            <a:ext cx="11672570" cy="540385"/>
            <a:chOff x="-426" y="6846"/>
            <a:chExt cx="18382" cy="851"/>
          </a:xfrm>
        </p:grpSpPr>
        <p:sp>
          <p:nvSpPr>
            <p:cNvPr id="64" name="圆角矩形 63"/>
            <p:cNvSpPr/>
            <p:nvPr/>
          </p:nvSpPr>
          <p:spPr>
            <a:xfrm>
              <a:off x="5358" y="6931"/>
              <a:ext cx="397" cy="682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aphicFrame>
          <p:nvGraphicFramePr>
            <p:cNvPr id="62" name="对象 51">
              <a:hlinkClick r:id="" action="ppaction://ole?verb=0"/>
            </p:cNvPr>
            <p:cNvGraphicFramePr>
              <a:graphicFrameLocks noChangeAspect="1"/>
            </p:cNvGraphicFramePr>
            <p:nvPr/>
          </p:nvGraphicFramePr>
          <p:xfrm>
            <a:off x="-426" y="6846"/>
            <a:ext cx="18382" cy="8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79" name="" r:id="rId17" imgW="4953000" imgH="228600" progId="Equation.KSEE3">
                    <p:embed/>
                  </p:oleObj>
                </mc:Choice>
                <mc:Fallback>
                  <p:oleObj name="" r:id="rId17" imgW="4953000" imgH="228600" progId="Equation.KSEE3">
                    <p:embed/>
                    <p:pic>
                      <p:nvPicPr>
                        <p:cNvPr id="0" name="OLE substitute image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-426" y="6846"/>
                          <a:ext cx="18382" cy="85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68" name="对象 51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1703705" y="4869180"/>
          <a:ext cx="6734175" cy="4800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0" name="" r:id="rId19" imgW="2857500" imgH="203200" progId="Equation.KSEE3">
                  <p:embed/>
                </p:oleObj>
              </mc:Choice>
              <mc:Fallback>
                <p:oleObj name="" r:id="rId19" imgW="2857500" imgH="2032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703705" y="4869180"/>
                        <a:ext cx="6734175" cy="48006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" name="对象 51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2279968" y="5372418"/>
          <a:ext cx="4100830" cy="10801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1" name="" r:id="rId21" imgW="1739900" imgH="457200" progId="Equation.KSEE3">
                  <p:embed/>
                </p:oleObj>
              </mc:Choice>
              <mc:Fallback>
                <p:oleObj name="" r:id="rId21" imgW="1739900" imgH="4572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2279968" y="5372418"/>
                        <a:ext cx="4100830" cy="108013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" name="对象 51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6383973" y="5442903"/>
          <a:ext cx="1347470" cy="930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2" name="" r:id="rId23" imgW="571500" imgH="393700" progId="Equation.KSEE3">
                  <p:embed/>
                </p:oleObj>
              </mc:Choice>
              <mc:Fallback>
                <p:oleObj name="" r:id="rId23" imgW="571500" imgH="3937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6383973" y="5442903"/>
                        <a:ext cx="1347470" cy="9302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" name="对象 51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10992485" y="3644900"/>
          <a:ext cx="833755" cy="8642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3" name="" r:id="rId25" imgW="381000" imgH="393700" progId="Equation.KSEE3">
                  <p:embed/>
                </p:oleObj>
              </mc:Choice>
              <mc:Fallback>
                <p:oleObj name="" r:id="rId25" imgW="381000" imgH="3937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10992485" y="3644900"/>
                        <a:ext cx="833755" cy="864235"/>
                      </a:xfrm>
                      <a:prstGeom prst="rect">
                        <a:avLst/>
                      </a:prstGeom>
                      <a:solidFill>
                        <a:srgbClr val="FFC1C1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27"/>
    </p:custDataLst>
  </p:cSld>
  <p:clrMapOvr>
    <a:masterClrMapping/>
  </p:clrMapOvr>
  <p:transition>
    <p:wheel spokes="8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6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/>
          <p:cNvSpPr txBox="1"/>
          <p:nvPr/>
        </p:nvSpPr>
        <p:spPr>
          <a:xfrm>
            <a:off x="479425" y="116840"/>
            <a:ext cx="9852025" cy="70675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zh-CN" altLang="en-US" sz="4000" b="1" noProof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+mn-cs"/>
              </a:rPr>
              <a:t>新知演练</a:t>
            </a:r>
            <a:r>
              <a:rPr lang="en-US" altLang="zh-CN" sz="4000" b="1" noProof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+mn-cs"/>
              </a:rPr>
              <a:t>——</a:t>
            </a:r>
            <a:r>
              <a:rPr lang="zh-CN" altLang="en-US" sz="4000" b="1" noProof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+mn-cs"/>
              </a:rPr>
              <a:t>命题及其否定的运用</a:t>
            </a:r>
            <a:endParaRPr lang="en-US" altLang="zh-CN" sz="4000" b="1" noProof="1">
              <a:solidFill>
                <a:srgbClr val="C0000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graphicFrame>
        <p:nvGraphicFramePr>
          <p:cNvPr id="42" name="对象 51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336068" y="1052402"/>
          <a:ext cx="11612245" cy="5105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4" name="" r:id="rId1" imgW="4927600" imgH="215900" progId="Equation.KSEE3">
                  <p:embed/>
                </p:oleObj>
              </mc:Choice>
              <mc:Fallback>
                <p:oleObj name="" r:id="rId1" imgW="4927600" imgH="2159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36068" y="1052402"/>
                        <a:ext cx="11612245" cy="51054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" name="对象 51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1415885" y="1628982"/>
          <a:ext cx="6315710" cy="5105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5" name="" r:id="rId3" imgW="2679700" imgH="215900" progId="Equation.KSEE3">
                  <p:embed/>
                </p:oleObj>
              </mc:Choice>
              <mc:Fallback>
                <p:oleObj name="" r:id="rId3" imgW="2679700" imgH="2159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415885" y="1628982"/>
                        <a:ext cx="6315710" cy="510540"/>
                      </a:xfrm>
                      <a:prstGeom prst="rect">
                        <a:avLst/>
                      </a:prstGeom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" name="对象 51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2191220" y="2224723"/>
          <a:ext cx="2874010" cy="4806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6" name="" r:id="rId5" imgW="1219200" imgH="203200" progId="Equation.KSEE3">
                  <p:embed/>
                </p:oleObj>
              </mc:Choice>
              <mc:Fallback>
                <p:oleObj name="" r:id="rId5" imgW="1219200" imgH="2032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191220" y="2224723"/>
                        <a:ext cx="2874010" cy="480695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" name="对象 51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2191220" y="2780238"/>
          <a:ext cx="2874010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7" name="" r:id="rId7" imgW="1219200" imgH="190500" progId="Equation.KSEE3">
                  <p:embed/>
                </p:oleObj>
              </mc:Choice>
              <mc:Fallback>
                <p:oleObj name="" r:id="rId7" imgW="1219200" imgH="1905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191220" y="2780238"/>
                        <a:ext cx="2874010" cy="4508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" name="对象 51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6153620" y="2209483"/>
          <a:ext cx="5628640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8" name="" r:id="rId9" imgW="2387600" imgH="215900" progId="Equation.KSEE3">
                  <p:embed/>
                </p:oleObj>
              </mc:Choice>
              <mc:Fallback>
                <p:oleObj name="" r:id="rId9" imgW="2387600" imgH="2159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153620" y="2209483"/>
                        <a:ext cx="5628640" cy="511175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" name="对象 51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6153620" y="2765315"/>
          <a:ext cx="2903220" cy="4197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9" name="" r:id="rId11" imgW="1231265" imgH="177165" progId="Equation.KSEE3">
                  <p:embed/>
                </p:oleObj>
              </mc:Choice>
              <mc:Fallback>
                <p:oleObj name="" r:id="rId11" imgW="1231265" imgH="177165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6153620" y="2765315"/>
                        <a:ext cx="2903220" cy="41973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" name="文本框 53"/>
          <p:cNvSpPr txBox="1"/>
          <p:nvPr/>
        </p:nvSpPr>
        <p:spPr>
          <a:xfrm>
            <a:off x="1372235" y="2204085"/>
            <a:ext cx="836295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 sz="2800" b="1">
                <a:solidFill>
                  <a:srgbClr val="FF0000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法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1:</a:t>
            </a:r>
            <a:endParaRPr lang="en-US" altLang="zh-CN" sz="2800" b="1">
              <a:solidFill>
                <a:srgbClr val="FF0000"/>
              </a:solidFill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5317490" y="2204085"/>
            <a:ext cx="836295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 sz="2800" b="1">
                <a:solidFill>
                  <a:srgbClr val="FF0000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法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2:</a:t>
            </a:r>
            <a:endParaRPr lang="en-US" altLang="zh-CN" sz="2800" b="1">
              <a:solidFill>
                <a:srgbClr val="FF0000"/>
              </a:solidFill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</a:endParaRPr>
          </a:p>
        </p:txBody>
      </p:sp>
      <p:sp>
        <p:nvSpPr>
          <p:cNvPr id="58" name="圆角矩形 57"/>
          <p:cNvSpPr/>
          <p:nvPr/>
        </p:nvSpPr>
        <p:spPr>
          <a:xfrm>
            <a:off x="9001125" y="2255520"/>
            <a:ext cx="2161540" cy="433070"/>
          </a:xfrm>
          <a:prstGeom prst="roundRect">
            <a:avLst/>
          </a:prstGeom>
          <a:noFill/>
          <a:ln w="28575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2" name="对象 51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911378" y="3285062"/>
          <a:ext cx="10114915" cy="15011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0" name="" r:id="rId13" imgW="4291965" imgH="634365" progId="Equation.KSEE3">
                  <p:embed/>
                </p:oleObj>
              </mc:Choice>
              <mc:Fallback>
                <p:oleObj name="" r:id="rId13" imgW="4291965" imgH="634365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911378" y="3285062"/>
                        <a:ext cx="10114915" cy="150114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" name="对象 51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4151948" y="4148773"/>
          <a:ext cx="4639310" cy="930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1" name="" r:id="rId15" imgW="1968500" imgH="393700" progId="Equation.KSEE3">
                  <p:embed/>
                </p:oleObj>
              </mc:Choice>
              <mc:Fallback>
                <p:oleObj name="" r:id="rId15" imgW="1968500" imgH="3937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151948" y="4148773"/>
                        <a:ext cx="4639310" cy="930275"/>
                      </a:xfrm>
                      <a:prstGeom prst="rect">
                        <a:avLst/>
                      </a:prstGeom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" name="对象 51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695961" y="5300663"/>
          <a:ext cx="5328285" cy="930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2" name="" r:id="rId17" imgW="2260600" imgH="393700" progId="Equation.KSEE3">
                  <p:embed/>
                </p:oleObj>
              </mc:Choice>
              <mc:Fallback>
                <p:oleObj name="" r:id="rId17" imgW="2260600" imgH="3937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695961" y="5300663"/>
                        <a:ext cx="5328285" cy="9302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51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6024246" y="5195571"/>
          <a:ext cx="4101465" cy="11404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3" name="" r:id="rId19" imgW="1739900" imgH="482600" progId="Equation.KSEE3">
                  <p:embed/>
                </p:oleObj>
              </mc:Choice>
              <mc:Fallback>
                <p:oleObj name="" r:id="rId19" imgW="1739900" imgH="4826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6024246" y="5195571"/>
                        <a:ext cx="4101465" cy="114046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1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10056496" y="5444809"/>
          <a:ext cx="2096135" cy="4806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4" name="" r:id="rId21" imgW="889000" imgH="203200" progId="Equation.KSEE3">
                  <p:embed/>
                </p:oleObj>
              </mc:Choice>
              <mc:Fallback>
                <p:oleObj name="" r:id="rId21" imgW="889000" imgH="2032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10056496" y="5444809"/>
                        <a:ext cx="2096135" cy="48069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51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2063751" y="4220529"/>
          <a:ext cx="1617345" cy="4197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5" name="" r:id="rId23" imgW="685800" imgH="177165" progId="Equation.KSEE3">
                  <p:embed/>
                </p:oleObj>
              </mc:Choice>
              <mc:Fallback>
                <p:oleObj name="" r:id="rId23" imgW="685800" imgH="177165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2063751" y="4220529"/>
                        <a:ext cx="1617345" cy="419735"/>
                      </a:xfrm>
                      <a:prstGeom prst="rect">
                        <a:avLst/>
                      </a:prstGeom>
                      <a:solidFill>
                        <a:srgbClr val="FFC1C1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51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10776586" y="980124"/>
          <a:ext cx="838835" cy="4197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6" name="" r:id="rId25" imgW="355600" imgH="177165" progId="Equation.KSEE3">
                  <p:embed/>
                </p:oleObj>
              </mc:Choice>
              <mc:Fallback>
                <p:oleObj name="" r:id="rId25" imgW="355600" imgH="177165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10776586" y="980124"/>
                        <a:ext cx="838835" cy="419735"/>
                      </a:xfrm>
                      <a:prstGeom prst="rect">
                        <a:avLst/>
                      </a:prstGeom>
                      <a:solidFill>
                        <a:srgbClr val="FFC1C1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27"/>
    </p:custDataLst>
  </p:cSld>
  <p:clrMapOvr>
    <a:masterClrMapping/>
  </p:clrMapOvr>
  <p:transition>
    <p:wheel spokes="8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  <p:bldP spid="55" grpId="0"/>
      <p:bldP spid="5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/>
          <p:cNvSpPr txBox="1"/>
          <p:nvPr/>
        </p:nvSpPr>
        <p:spPr>
          <a:xfrm>
            <a:off x="479425" y="116840"/>
            <a:ext cx="9852025" cy="70675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zh-CN" altLang="en-US" sz="4000" b="1" noProof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+mn-cs"/>
              </a:rPr>
              <a:t>课后习题选讲</a:t>
            </a:r>
            <a:endParaRPr lang="zh-CN" altLang="en-US" sz="4000" b="1" noProof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7670" y="981075"/>
            <a:ext cx="11590020" cy="233870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670" y="3477260"/>
            <a:ext cx="11599545" cy="1367790"/>
          </a:xfrm>
          <a:prstGeom prst="rect">
            <a:avLst/>
          </a:prstGeom>
        </p:spPr>
      </p:pic>
      <p:graphicFrame>
        <p:nvGraphicFramePr>
          <p:cNvPr id="4" name="对象 51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1924645" y="4436663"/>
          <a:ext cx="6278245" cy="513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7" name="" r:id="rId3" imgW="2501900" imgH="203200" progId="Equation.KSEE3">
                  <p:embed/>
                </p:oleObj>
              </mc:Choice>
              <mc:Fallback>
                <p:oleObj name="" r:id="rId3" imgW="2501900" imgH="2032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24645" y="4436663"/>
                        <a:ext cx="6278245" cy="513080"/>
                      </a:xfrm>
                      <a:prstGeom prst="rect">
                        <a:avLst/>
                      </a:prstGeom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" name="标题 1"/>
          <p:cNvSpPr>
            <a:spLocks noGrp="1"/>
          </p:cNvSpPr>
          <p:nvPr/>
        </p:nvSpPr>
        <p:spPr>
          <a:xfrm>
            <a:off x="1919605" y="5002530"/>
            <a:ext cx="9017635" cy="558165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ctr" anchorCtr="0"/>
          <a:lstStyle/>
          <a:p>
            <a:pPr>
              <a:buFont typeface="Wingdings" panose="05000000000000000000" charset="0"/>
            </a:pPr>
            <a:r>
              <a:rPr lang="zh-CN" altLang="en-US" sz="3000" b="1">
                <a:latin typeface="Times New Roman" panose="02020603050405020304" charset="0"/>
                <a:ea typeface="黑体" panose="02010609060101010101" charset="-122"/>
              </a:rPr>
              <a:t>不是。可能会出现</a:t>
            </a:r>
            <a:r>
              <a:rPr lang="zh-CN" altLang="en-US" sz="3000" b="1" u="sng">
                <a:latin typeface="Times New Roman" panose="02020603050405020304" charset="0"/>
                <a:ea typeface="黑体" panose="02010609060101010101" charset="-122"/>
              </a:rPr>
              <a:t>命题及其否定</a:t>
            </a:r>
            <a:r>
              <a:rPr lang="zh-CN" altLang="en-US" sz="3000" b="1">
                <a:solidFill>
                  <a:srgbClr val="FF0000"/>
                </a:solidFill>
                <a:latin typeface="Times New Roman" panose="02020603050405020304" charset="0"/>
                <a:ea typeface="黑体" panose="02010609060101010101" charset="-122"/>
              </a:rPr>
              <a:t>同假</a:t>
            </a:r>
            <a:r>
              <a:rPr lang="zh-CN" altLang="en-US" sz="3000" b="1">
                <a:latin typeface="Times New Roman" panose="02020603050405020304" charset="0"/>
                <a:ea typeface="黑体" panose="02010609060101010101" charset="-122"/>
              </a:rPr>
              <a:t>或</a:t>
            </a:r>
            <a:r>
              <a:rPr lang="zh-CN" altLang="en-US" sz="3000" b="1">
                <a:solidFill>
                  <a:srgbClr val="FF0000"/>
                </a:solidFill>
                <a:latin typeface="Times New Roman" panose="02020603050405020304" charset="0"/>
                <a:ea typeface="黑体" panose="02010609060101010101" charset="-122"/>
              </a:rPr>
              <a:t>同真</a:t>
            </a:r>
            <a:r>
              <a:rPr lang="zh-CN" altLang="en-US" sz="3000" b="1">
                <a:latin typeface="Times New Roman" panose="02020603050405020304" charset="0"/>
                <a:ea typeface="黑体" panose="02010609060101010101" charset="-122"/>
              </a:rPr>
              <a:t>的情况</a:t>
            </a:r>
            <a:r>
              <a:rPr lang="en-US" altLang="zh-CN" sz="3000" b="1">
                <a:latin typeface="Times New Roman" panose="02020603050405020304" charset="0"/>
                <a:ea typeface="黑体" panose="02010609060101010101" charset="-122"/>
              </a:rPr>
              <a:t>.</a:t>
            </a:r>
            <a:endParaRPr lang="en-US" altLang="zh-CN" sz="3000" b="1">
              <a:latin typeface="Times New Roman" panose="02020603050405020304" charset="0"/>
              <a:ea typeface="黑体" panose="02010609060101010101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032625" y="3284855"/>
            <a:ext cx="64262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800" b="1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</a:rPr>
              <a:t>假</a:t>
            </a:r>
            <a:endParaRPr lang="zh-CN" altLang="en-US" sz="2800" b="1">
              <a:solidFill>
                <a:srgbClr val="FF0000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1186180" y="2870835"/>
            <a:ext cx="4128135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2999740" y="3932555"/>
            <a:ext cx="4128135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对象 51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1887498" y="5613318"/>
          <a:ext cx="6310630" cy="513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8" name="" r:id="rId5" imgW="2514600" imgH="203200" progId="Equation.KSEE3">
                  <p:embed/>
                </p:oleObj>
              </mc:Choice>
              <mc:Fallback>
                <p:oleObj name="" r:id="rId5" imgW="2514600" imgH="2032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887498" y="5613318"/>
                        <a:ext cx="6310630" cy="513080"/>
                      </a:xfrm>
                      <a:prstGeom prst="rect">
                        <a:avLst/>
                      </a:prstGeom>
                      <a:solidFill>
                        <a:srgbClr val="FFC1C1">
                          <a:alpha val="54000"/>
                        </a:srgbClr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51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5375870" y="2420538"/>
          <a:ext cx="3663490" cy="46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9" name="" r:id="rId7" imgW="1600200" imgH="203200" progId="Equation.KSEE3">
                  <p:embed/>
                </p:oleObj>
              </mc:Choice>
              <mc:Fallback>
                <p:oleObj name="" r:id="rId7" imgW="1600200" imgH="2032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375870" y="2420538"/>
                        <a:ext cx="3663490" cy="468000"/>
                      </a:xfrm>
                      <a:prstGeom prst="rect">
                        <a:avLst/>
                      </a:prstGeom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对象 51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5375640" y="1526778"/>
          <a:ext cx="4507230" cy="4978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0" name="" r:id="rId9" imgW="1968500" imgH="215900" progId="Equation.KSEE3">
                  <p:embed/>
                </p:oleObj>
              </mc:Choice>
              <mc:Fallback>
                <p:oleObj name="" r:id="rId9" imgW="1968500" imgH="2159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375640" y="1526778"/>
                        <a:ext cx="4507230" cy="497840"/>
                      </a:xfrm>
                      <a:prstGeom prst="rect">
                        <a:avLst/>
                      </a:prstGeom>
                      <a:solidFill>
                        <a:srgbClr val="FFC1C1">
                          <a:alpha val="54000"/>
                        </a:srgbClr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对象 51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1919883" y="6236888"/>
          <a:ext cx="6437630" cy="513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1" name="" r:id="rId11" imgW="2565400" imgH="203200" progId="Equation.KSEE3">
                  <p:embed/>
                </p:oleObj>
              </mc:Choice>
              <mc:Fallback>
                <p:oleObj name="" r:id="rId11" imgW="2565400" imgH="2032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919883" y="6236888"/>
                        <a:ext cx="6437630" cy="513080"/>
                      </a:xfrm>
                      <a:prstGeom prst="rect">
                        <a:avLst/>
                      </a:prstGeom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" name="圆角矩形 57"/>
          <p:cNvSpPr/>
          <p:nvPr/>
        </p:nvSpPr>
        <p:spPr>
          <a:xfrm>
            <a:off x="3863975" y="4485640"/>
            <a:ext cx="309880" cy="433070"/>
          </a:xfrm>
          <a:prstGeom prst="roundRect">
            <a:avLst/>
          </a:prstGeom>
          <a:noFill/>
          <a:ln w="28575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圆角矩形 43"/>
          <p:cNvSpPr/>
          <p:nvPr/>
        </p:nvSpPr>
        <p:spPr>
          <a:xfrm>
            <a:off x="6960235" y="4485640"/>
            <a:ext cx="419735" cy="433070"/>
          </a:xfrm>
          <a:prstGeom prst="roundRect">
            <a:avLst/>
          </a:prstGeom>
          <a:noFill/>
          <a:ln w="28575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13"/>
    </p:custDataLst>
  </p:cSld>
  <p:clrMapOvr>
    <a:masterClrMapping/>
  </p:clrMapOvr>
  <p:transition>
    <p:wheel spokes="8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  <p:bldP spid="6" grpId="0"/>
      <p:bldP spid="58" grpId="0"/>
      <p:bldP spid="4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标题 5"/>
          <p:cNvSpPr>
            <a:spLocks noGrp="1"/>
          </p:cNvSpPr>
          <p:nvPr>
            <p:ph type="title"/>
          </p:nvPr>
        </p:nvSpPr>
        <p:spPr>
          <a:xfrm>
            <a:off x="2584450" y="3885565"/>
            <a:ext cx="7221855" cy="1786890"/>
          </a:xfrm>
        </p:spPr>
        <p:txBody>
          <a:bodyPr vert="horz" lIns="90000" tIns="46800" rIns="90000" bIns="0" anchor="b" anchorCtr="0"/>
          <a:lstStyle/>
          <a:p>
            <a:pPr defTabSz="685800">
              <a:buNone/>
            </a:pPr>
            <a:r>
              <a:rPr lang="en-US" altLang="zh-CN" sz="9600" kern="1200" normalizeH="0" baseline="0">
                <a:latin typeface="Arial" panose="020B0604020202020204" pitchFamily="34" charset="0"/>
                <a:ea typeface="汉仪旗黑-85S" panose="00020600040101010101" pitchFamily="18" charset="-122"/>
                <a:cs typeface="+mj-cs"/>
              </a:rPr>
              <a:t>FIGHTING</a:t>
            </a:r>
            <a:endParaRPr lang="en-US" altLang="zh-CN" sz="9600" kern="1200" normalizeH="0" baseline="0">
              <a:latin typeface="Arial" panose="020B0604020202020204" pitchFamily="34" charset="0"/>
              <a:ea typeface="汉仪旗黑-85S" panose="00020600040101010101" pitchFamily="18" charset="-122"/>
              <a:cs typeface="+mj-cs"/>
            </a:endParaRPr>
          </a:p>
        </p:txBody>
      </p:sp>
      <p:pic>
        <p:nvPicPr>
          <p:cNvPr id="26626" name="New picture"/>
          <p:cNvPicPr/>
          <p:nvPr/>
        </p:nvPicPr>
        <p:blipFill>
          <a:blip r:embed="rId1"/>
          <a:stretch>
            <a:fillRect/>
          </a:stretch>
        </p:blipFill>
        <p:spPr>
          <a:xfrm>
            <a:off x="11315700" y="10642600"/>
            <a:ext cx="355600" cy="266700"/>
          </a:xfrm>
          <a:prstGeom prst="cube">
            <a:avLst/>
          </a:prstGeom>
        </p:spPr>
      </p:pic>
    </p:spTree>
    <p:custDataLst>
      <p:tags r:id="rId2"/>
    </p:custDataLst>
  </p:cSld>
  <p:clrMapOvr>
    <a:masterClrMapping/>
  </p:clrMapOvr>
  <p:transition>
    <p:wheel spokes="8"/>
  </p:transition>
</p:sld>
</file>

<file path=ppt/tags/tag1.xml><?xml version="1.0" encoding="utf-8"?>
<p:tagLst xmlns:p="http://schemas.openxmlformats.org/presentationml/2006/main">
  <p:tag name="KSO_WM_BEAUTIFY_FLAG" val="#wm#"/>
  <p:tag name="KSO_WM_SLIDE_BACKGROUND_MASK_FLAG" val="1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**"/>
  <p:tag name="KSO_WM_UNIT_LAYERLEVEL" val="1"/>
</p:tagLst>
</file>

<file path=ppt/tags/tag2.xml><?xml version="1.0" encoding="utf-8"?>
<p:tagLst xmlns:p="http://schemas.openxmlformats.org/presentationml/2006/main">
  <p:tag name="KSO_WM_BEAUTIFY_FLAG" val="#wm#"/>
  <p:tag name="KSO_WM_SLIDE_BACKGROUND_MASK_FLAG" val="1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**"/>
  <p:tag name="KSO_WM_UNIT_LAYERLEVEL" val="1"/>
</p:tagLst>
</file>

<file path=ppt/tags/tag3.xml><?xml version="1.0" encoding="utf-8"?>
<p:tagLst xmlns:p="http://schemas.openxmlformats.org/presentationml/2006/main">
  <p:tag name="KSO_WM_BEAUTIFY_FLAG" val="#wm#"/>
  <p:tag name="KSO_WM_SLIDE_BACKGROUND_MASK_FLAG" val="1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**"/>
  <p:tag name="KSO_WM_UNIT_LAYERLEVEL" val="1"/>
</p:tagLst>
</file>

<file path=ppt/tags/tag4.xml><?xml version="1.0" encoding="utf-8"?>
<p:tagLst xmlns:p="http://schemas.openxmlformats.org/presentationml/2006/main">
  <p:tag name="KSO_WM_BEAUTIFY_FLAG" val="#wm#"/>
  <p:tag name="KSO_WM_SLIDE_BACKGROUND_MASK_FLAG" val="1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**"/>
  <p:tag name="KSO_WM_UNIT_LAYERLEVEL" val="1"/>
</p:tagLst>
</file>

<file path=ppt/tags/tag5.xml><?xml version="1.0" encoding="utf-8"?>
<p:tagLst xmlns:p="http://schemas.openxmlformats.org/presentationml/2006/main">
  <p:tag name="KSO_WM_BEAUTIFY_FLAG" val="#wm#"/>
  <p:tag name="KSO_WM_SLIDE_BACKGROUND_MASK_FLAG" val="1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**"/>
  <p:tag name="KSO_WM_UNIT_LAYERLEVEL" val="1"/>
</p:tagLst>
</file>

<file path=ppt/tags/tag6.xml><?xml version="1.0" encoding="utf-8"?>
<p:tagLst xmlns:p="http://schemas.openxmlformats.org/presentationml/2006/main">
  <p:tag name="KSO_WM_BEAUTIFY_FLAG" val="#wm#"/>
  <p:tag name="KSO_WM_SLIDE_BACKGROUND_MASK_FLAG" val="1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**"/>
  <p:tag name="KSO_WM_UNIT_LAYERLEVEL" val="1"/>
</p:tagLst>
</file>

<file path=ppt/tags/tag7.xml><?xml version="1.0" encoding="utf-8"?>
<p:tagLst xmlns:p="http://schemas.openxmlformats.org/presentationml/2006/main">
  <p:tag name="KSO_WM_BEAUTIFY_FLAG" val="#wm#"/>
  <p:tag name="KSO_WM_SLIDE_BACKGROUND_MASK_FLAG" val="1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**"/>
  <p:tag name="KSO_WM_UNIT_LAYERLEVEL" val="1"/>
</p:tagLst>
</file>

<file path=ppt/tags/tag8.xml><?xml version="1.0" encoding="utf-8"?>
<p:tagLst xmlns:p="http://schemas.openxmlformats.org/presentationml/2006/main">
  <p:tag name="KSO_WM_BEAUTIFY_FLAG" val="#wm#"/>
  <p:tag name="KSO_WM_SLIDE_BACKGROUND_MASK_FLAG" val="1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**"/>
  <p:tag name="KSO_WM_UNIT_LAYERLEVEL" val="1"/>
</p:tagLst>
</file>

<file path=ppt/tags/tag9.xml><?xml version="1.0" encoding="utf-8"?>
<p:tagLst xmlns:p="http://schemas.openxmlformats.org/presentationml/2006/main">
  <p:tag name="KSO_WM_BEAUTIFY_FLAG" val="#wm#"/>
  <p:tag name="KSO_WM_SLIDE_BACKGROUND_MASK_FLAG" val="1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**"/>
  <p:tag name="KSO_WM_UNIT_LAYERLEVEL" val="1"/>
</p:tagLst>
</file>

<file path=ppt/tags/tag10.xml><?xml version="1.0" encoding="utf-8"?>
<p:tagLst xmlns:p="http://schemas.openxmlformats.org/presentationml/2006/main">
  <p:tag name="KSO_WM_BEAUTIFY_FLAG" val="#wm#"/>
  <p:tag name="KSO_WM_SLIDE_BACKGROUND_MASK_FLAG" val="1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**"/>
  <p:tag name="KSO_WM_UNIT_LAYERLEVEL" val="1"/>
</p:tagLst>
</file>

<file path=ppt/tags/tag11.xml><?xml version="1.0" encoding="utf-8"?>
<p:tagLst xmlns:p="http://schemas.openxmlformats.org/presentationml/2006/main">
  <p:tag name="KSO_WM_BEAUTIFY_FLAG" val="#wm#"/>
  <p:tag name="KSO_WM_SLIDE_BACKGROUND_MASK_FLAG" val="1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**"/>
  <p:tag name="KSO_WM_UNIT_LAYERLEVEL" val="1"/>
</p:tagLst>
</file>

<file path=ppt/tags/tag12.xml><?xml version="1.0" encoding="utf-8"?>
<p:tagLst xmlns:p="http://schemas.openxmlformats.org/presentationml/2006/main">
  <p:tag name="KSO_WM_BEAUTIFY_FLAG" val="#wm#"/>
  <p:tag name="KSO_WM_SLIDE_BACKGROUND_MASK_FLAG" val="1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2**"/>
  <p:tag name="KSO_WM_UNIT_LAYERLEVEL" val="1"/>
</p:tagLst>
</file>

<file path=ppt/tags/tag13.xml><?xml version="1.0" encoding="utf-8"?>
<p:tagLst xmlns:p="http://schemas.openxmlformats.org/presentationml/2006/main">
  <p:tag name="KSO_WM_BEAUTIFY_FLAG" val="#wm#"/>
  <p:tag name="KSO_WM_SLIDE_BACKGROUND_MASK_FLAG" val="1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2**"/>
  <p:tag name="KSO_WM_UNIT_LAYERLEVEL" val="1"/>
</p:tagLst>
</file>

<file path=ppt/tags/tag14.xml><?xml version="1.0" encoding="utf-8"?>
<p:tagLst xmlns:p="http://schemas.openxmlformats.org/presentationml/2006/main">
  <p:tag name="KSO_WM_BEAUTIFY_FLAG" val="#wm#"/>
  <p:tag name="KSO_WM_SLIDE_BACKGROUND_MASK_FLAG" val="1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2**"/>
  <p:tag name="KSO_WM_UNIT_LAYERLEVEL" val="1"/>
</p:tagLst>
</file>

<file path=ppt/tags/tag15.xml><?xml version="1.0" encoding="utf-8"?>
<p:tagLst xmlns:p="http://schemas.openxmlformats.org/presentationml/2006/main">
  <p:tag name="KSO_WM_BEAUTIFY_FLAG" val="#wm#"/>
  <p:tag name="KSO_WM_SLIDE_BACKGROUND_MASK_FLAG" val="1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2**"/>
  <p:tag name="KSO_WM_UNIT_LAYERLEVEL" val="1"/>
</p:tagLst>
</file>

<file path=ppt/tags/tag16.xml><?xml version="1.0" encoding="utf-8"?>
<p:tagLst xmlns:p="http://schemas.openxmlformats.org/presentationml/2006/main">
  <p:tag name="KSO_WM_BEAUTIFY_FLAG" val="#wm#"/>
  <p:tag name="KSO_WM_SLIDE_BACKGROUND_MASK_FLAG" val="1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2**"/>
  <p:tag name="KSO_WM_UNIT_LAYERLEVEL" val="1"/>
</p:tagLst>
</file>

<file path=ppt/tags/tag17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3**"/>
  <p:tag name="KSO_WM_UNIT_LAYERLEVEL" val="1"/>
</p:tagLst>
</file>

<file path=ppt/tags/tag18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3**"/>
  <p:tag name="KSO_WM_UNIT_LAYERLEVEL" val="1"/>
</p:tagLst>
</file>

<file path=ppt/tags/tag19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3**"/>
  <p:tag name="KSO_WM_UNIT_LAYERLEVEL" val="1"/>
</p:tagLst>
</file>

<file path=ppt/tags/tag20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3**"/>
  <p:tag name="KSO_WM_UNIT_LAYERLEVEL" val="1"/>
</p:tagLst>
</file>

<file path=ppt/tags/tag21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4**"/>
  <p:tag name="KSO_WM_UNIT_LAYERLEVEL" val="1"/>
</p:tagLst>
</file>

<file path=ppt/tags/tag22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4**"/>
  <p:tag name="KSO_WM_UNIT_LAYERLEVEL" val="1"/>
</p:tagLst>
</file>

<file path=ppt/tags/tag23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4**"/>
  <p:tag name="KSO_WM_UNIT_LAYERLEVEL" val="1"/>
</p:tagLst>
</file>

<file path=ppt/tags/tag24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4**"/>
  <p:tag name="KSO_WM_UNIT_LAYERLEVEL" val="1"/>
</p:tagLst>
</file>

<file path=ppt/tags/tag25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4**"/>
  <p:tag name="KSO_WM_UNIT_LAYERLEVEL" val="1"/>
</p:tagLst>
</file>

<file path=ppt/tags/tag26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5**"/>
  <p:tag name="KSO_WM_UNIT_LAYERLEVEL" val="1"/>
</p:tagLst>
</file>

<file path=ppt/tags/tag27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5**"/>
  <p:tag name="KSO_WM_UNIT_LAYERLEVEL" val="1"/>
</p:tagLst>
</file>

<file path=ppt/tags/tag28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5**"/>
  <p:tag name="KSO_WM_UNIT_LAYERLEVEL" val="1"/>
</p:tagLst>
</file>

<file path=ppt/tags/tag29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5**"/>
  <p:tag name="KSO_WM_UNIT_LAYERLEVEL" val="1"/>
</p:tagLst>
</file>

<file path=ppt/tags/tag30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5**"/>
  <p:tag name="KSO_WM_UNIT_LAYERLEVEL" val="1"/>
</p:tagLst>
</file>

<file path=ppt/tags/tag31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6**"/>
  <p:tag name="KSO_WM_UNIT_LAYERLEVEL" val="1"/>
</p:tagLst>
</file>

<file path=ppt/tags/tag32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6**"/>
  <p:tag name="KSO_WM_UNIT_LAYERLEVEL" val="1"/>
</p:tagLst>
</file>

<file path=ppt/tags/tag33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6**"/>
  <p:tag name="KSO_WM_UNIT_LAYERLEVEL" val="1"/>
</p:tagLst>
</file>

<file path=ppt/tags/tag34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6**"/>
  <p:tag name="KSO_WM_UNIT_LAYERLEVEL" val="1"/>
</p:tagLst>
</file>

<file path=ppt/tags/tag35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6**"/>
  <p:tag name="KSO_WM_UNIT_LAYERLEVEL" val="1"/>
</p:tagLst>
</file>

<file path=ppt/tags/tag36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6**"/>
  <p:tag name="KSO_WM_UNIT_LAYERLEVEL" val="1"/>
</p:tagLst>
</file>

<file path=ppt/tags/tag37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7**"/>
  <p:tag name="KSO_WM_UNIT_LAYERLEVEL" val="1"/>
</p:tagLst>
</file>

<file path=ppt/tags/tag38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7**"/>
  <p:tag name="KSO_WM_UNIT_LAYERLEVEL" val="1"/>
</p:tagLst>
</file>

<file path=ppt/tags/tag39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7**"/>
  <p:tag name="KSO_WM_UNIT_LAYERLEVEL" val="1"/>
</p:tagLst>
</file>

<file path=ppt/tags/tag40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8**"/>
  <p:tag name="KSO_WM_UNIT_LAYERLEVEL" val="1"/>
</p:tagLst>
</file>

<file path=ppt/tags/tag41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8**"/>
  <p:tag name="KSO_WM_UNIT_LAYERLEVEL" val="1"/>
</p:tagLst>
</file>

<file path=ppt/tags/tag42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8**"/>
  <p:tag name="KSO_WM_UNIT_LAYERLEVEL" val="1"/>
</p:tagLst>
</file>

<file path=ppt/tags/tag43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8**"/>
  <p:tag name="KSO_WM_UNIT_LAYERLEVEL" val="1"/>
</p:tagLst>
</file>

<file path=ppt/tags/tag44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8**"/>
  <p:tag name="KSO_WM_UNIT_LAYERLEVEL" val="1"/>
</p:tagLst>
</file>

<file path=ppt/tags/tag45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9**"/>
  <p:tag name="KSO_WM_UNIT_LAYERLEVEL" val="1"/>
</p:tagLst>
</file>

<file path=ppt/tags/tag46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9**"/>
  <p:tag name="KSO_WM_UNIT_LAYERLEVEL" val="1"/>
</p:tagLst>
</file>

<file path=ppt/tags/tag47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9**"/>
  <p:tag name="KSO_WM_UNIT_LAYERLEVEL" val="1"/>
</p:tagLst>
</file>

<file path=ppt/tags/tag48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9**"/>
  <p:tag name="KSO_WM_UNIT_LAYERLEVEL" val="1"/>
</p:tagLst>
</file>

<file path=ppt/tags/tag49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9**"/>
  <p:tag name="KSO_WM_UNIT_LAYERLEVEL" val="1"/>
</p:tagLst>
</file>

<file path=ppt/tags/tag50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9**"/>
  <p:tag name="KSO_WM_UNIT_LAYERLEVEL" val="1"/>
</p:tagLst>
</file>

<file path=ppt/tags/tag51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0**"/>
  <p:tag name="KSO_WM_UNIT_LAYERLEVEL" val="1"/>
</p:tagLst>
</file>

<file path=ppt/tags/tag52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0**"/>
  <p:tag name="KSO_WM_UNIT_LAYERLEVEL" val="1"/>
</p:tagLst>
</file>

<file path=ppt/tags/tag53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0**"/>
  <p:tag name="KSO_WM_UNIT_LAYERLEVEL" val="1"/>
</p:tagLst>
</file>

<file path=ppt/tags/tag54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0**"/>
  <p:tag name="KSO_WM_UNIT_LAYERLEVEL" val="1"/>
</p:tagLst>
</file>

<file path=ppt/tags/tag55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0**"/>
  <p:tag name="KSO_WM_UNIT_LAYERLEVEL" val="1"/>
</p:tagLst>
</file>

<file path=ppt/tags/tag56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0**"/>
  <p:tag name="KSO_WM_UNIT_LAYERLEVEL" val="1"/>
</p:tagLst>
</file>

<file path=ppt/tags/tag57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1**"/>
  <p:tag name="KSO_WM_UNIT_LAYERLEVEL" val="1"/>
</p:tagLst>
</file>

<file path=ppt/tags/tag58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1**"/>
  <p:tag name="KSO_WM_UNIT_LAYERLEVEL" val="1"/>
</p:tagLst>
</file>

<file path=ppt/tags/tag59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1**"/>
  <p:tag name="KSO_WM_UNIT_LAYERLEVEL" val="1"/>
</p:tagLst>
</file>

<file path=ppt/tags/tag60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1**"/>
  <p:tag name="KSO_WM_UNIT_LAYERLEVEL" val="1"/>
</p:tagLst>
</file>

<file path=ppt/tags/tag61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1**"/>
  <p:tag name="KSO_WM_UNIT_LAYERLEVEL" val="1"/>
</p:tagLst>
</file>

<file path=ppt/tags/tag62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1**"/>
  <p:tag name="KSO_WM_UNIT_LAYERLEVEL" val="1"/>
</p:tagLst>
</file>

<file path=ppt/tags/tag63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1**"/>
  <p:tag name="KSO_WM_UNIT_LAYERLEVEL" val="1"/>
</p:tagLst>
</file>

<file path=ppt/tags/tag64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1**"/>
  <p:tag name="KSO_WM_UNIT_LAYERLEVEL" val="1"/>
</p:tagLst>
</file>

<file path=ppt/tags/tag65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1**"/>
  <p:tag name="KSO_WM_UNIT_LAYERLEVEL" val="1"/>
</p:tagLst>
</file>

<file path=ppt/tags/tag66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1**"/>
  <p:tag name="KSO_WM_UNIT_LAYERLEVEL" val="1"/>
</p:tagLst>
</file>

<file path=ppt/tags/tag67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1**"/>
  <p:tag name="KSO_WM_UNIT_LAYERLEVEL" val="1"/>
</p:tagLst>
</file>

<file path=ppt/tags/tag68.xml><?xml version="1.0" encoding="utf-8"?>
<p:tagLst xmlns:p="http://schemas.openxmlformats.org/presentationml/2006/main">
  <p:tag name="KSO_WM_BEAUTIFY_FLAG" val="#wm#"/>
  <p:tag name="KSO_WM_SLIDE_BACKGROUND_TYPE" val="general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2*i*1"/>
  <p:tag name="KSO_WM_UNIT_INDEX" val="1"/>
  <p:tag name="KSO_WM_UNIT_LAYERLEVEL" val="1"/>
  <p:tag name="KSO_WM_UNIT_TYPE" val="i"/>
</p:tagLst>
</file>

<file path=ppt/tags/tag69.xml><?xml version="1.0" encoding="utf-8"?>
<p:tagLst xmlns:p="http://schemas.openxmlformats.org/presentationml/2006/main">
  <p:tag name="KSO_WM_BEAUTIFY_FLAG" val="#wm#"/>
  <p:tag name="KSO_WM_SLIDE_BACKGROUND_TYPE" val="general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2*i*3"/>
  <p:tag name="KSO_WM_UNIT_INDEX" val="3"/>
  <p:tag name="KSO_WM_UNIT_LAYERLEVEL" val="1"/>
  <p:tag name="KSO_WM_UNIT_TYPE" val="i"/>
</p:tagLst>
</file>

<file path=ppt/tags/tag70.xml><?xml version="1.0" encoding="utf-8"?>
<p:tagLst xmlns:p="http://schemas.openxmlformats.org/presentationml/2006/main">
  <p:tag name="KSO_WM_BEAUTIFY_FLAG" val="#wm#"/>
  <p:tag name="KSO_WM_SLIDE_BACKGROUND_TYPE" val="general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2*i*4"/>
  <p:tag name="KSO_WM_UNIT_INDEX" val="4"/>
  <p:tag name="KSO_WM_UNIT_LAYERLEVEL" val="1"/>
  <p:tag name="KSO_WM_UNIT_TYPE" val="i"/>
</p:tagLst>
</file>

<file path=ppt/tags/tag71.xml><?xml version="1.0" encoding="utf-8"?>
<p:tagLst xmlns:p="http://schemas.openxmlformats.org/presentationml/2006/main">
  <p:tag name="KSO_WM_BEAUTIFY_FLAG" val="#wm#"/>
  <p:tag name="KSO_WM_SLIDE_BACKGROUND_TYPE" val="general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2**"/>
  <p:tag name="KSO_WM_UNIT_LAYERLEVEL" val="1"/>
</p:tagLst>
</file>

<file path=ppt/tags/tag72.xml><?xml version="1.0" encoding="utf-8"?>
<p:tagLst xmlns:p="http://schemas.openxmlformats.org/presentationml/2006/main">
  <p:tag name="KSO_WM_BEAUTIFY_FLAG" val="#wm#"/>
  <p:tag name="KSO_WM_SLIDE_BACKGROUND_TYPE" val="general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2**"/>
  <p:tag name="KSO_WM_UNIT_LAYERLEVEL" val="1"/>
</p:tagLst>
</file>

<file path=ppt/tags/tag73.xml><?xml version="1.0" encoding="utf-8"?>
<p:tagLst xmlns:p="http://schemas.openxmlformats.org/presentationml/2006/main">
  <p:tag name="KSO_WM_BEAUTIFY_FLAG" val="#wm#"/>
  <p:tag name="KSO_WM_SLIDE_BACKGROUND_TYPE" val="general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2**"/>
  <p:tag name="KSO_WM_UNIT_LAYERLEVEL" val="1"/>
</p:tagLst>
</file>

<file path=ppt/tags/tag74.xml><?xml version="1.0" encoding="utf-8"?>
<p:tagLst xmlns:p="http://schemas.openxmlformats.org/presentationml/2006/main">
  <p:tag name="KSO_WM_BEAUTIFY_FLAG" val="#wm#"/>
  <p:tag name="KSO_WM_SLIDE_BACKGROUND_TYPE" val="frame"/>
  <p:tag name="KSO_WM_SLIDE_BK_DARK_LIGHT" val="2"/>
  <p:tag name="KSO_WM_TAG_VERSION" val="1.0"/>
  <p:tag name="KSO_WM_UNIT_BK_DARK_LIGHT" val="2"/>
  <p:tag name="KSO_WM_UNIT_COMPATIBLE" val="0"/>
  <p:tag name="KSO_WM_UNIT_DIAGRAM_ISNUMVISUAL" val="0"/>
  <p:tag name="KSO_WM_UNIT_DIAGRAM_ISREFERUNIT" val="0"/>
  <p:tag name="KSO_WM_UNIT_HIGHLIGHT" val="0"/>
  <p:tag name="KSO_WM_UNIT_ID" val="_13*i*1"/>
  <p:tag name="KSO_WM_UNIT_INDEX" val="1"/>
  <p:tag name="KSO_WM_UNIT_LAYERLEVEL" val="1"/>
  <p:tag name="KSO_WM_UNIT_SUBTYPE" val="h"/>
  <p:tag name="KSO_WM_UNIT_TYPE" val="i"/>
</p:tagLst>
</file>

<file path=ppt/tags/tag75.xml><?xml version="1.0" encoding="utf-8"?>
<p:tagLst xmlns:p="http://schemas.openxmlformats.org/presentationml/2006/main">
  <p:tag name="KSO_WM_BEAUTIFY_FLAG" val="#wm#"/>
  <p:tag name="KSO_WM_SLIDE_BACKGROUND_TYPE" val="frame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3*i*1"/>
  <p:tag name="KSO_WM_UNIT_INDEX" val="1"/>
  <p:tag name="KSO_WM_UNIT_LAYERLEVEL" val="1"/>
  <p:tag name="KSO_WM_UNIT_TYPE" val="i"/>
</p:tagLst>
</file>

<file path=ppt/tags/tag76.xml><?xml version="1.0" encoding="utf-8"?>
<p:tagLst xmlns:p="http://schemas.openxmlformats.org/presentationml/2006/main">
  <p:tag name="KSO_WM_BEAUTIFY_FLAG" val="#wm#"/>
  <p:tag name="KSO_WM_SLIDE_BACKGROUND_TYPE" val="frame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3*i*2"/>
  <p:tag name="KSO_WM_UNIT_INDEX" val="2"/>
  <p:tag name="KSO_WM_UNIT_LAYERLEVEL" val="1"/>
  <p:tag name="KSO_WM_UNIT_TYPE" val="i"/>
</p:tagLst>
</file>

<file path=ppt/tags/tag77.xml><?xml version="1.0" encoding="utf-8"?>
<p:tagLst xmlns:p="http://schemas.openxmlformats.org/presentationml/2006/main">
  <p:tag name="KSO_WM_BEAUTIFY_FLAG" val="#wm#"/>
  <p:tag name="KSO_WM_SLIDE_BACKGROUND_TYPE" val="frame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3**"/>
  <p:tag name="KSO_WM_UNIT_LAYERLEVEL" val="1"/>
</p:tagLst>
</file>

<file path=ppt/tags/tag78.xml><?xml version="1.0" encoding="utf-8"?>
<p:tagLst xmlns:p="http://schemas.openxmlformats.org/presentationml/2006/main">
  <p:tag name="KSO_WM_BEAUTIFY_FLAG" val="#wm#"/>
  <p:tag name="KSO_WM_SLIDE_BACKGROUND_TYPE" val="frame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3**"/>
  <p:tag name="KSO_WM_UNIT_LAYERLEVEL" val="1"/>
</p:tagLst>
</file>

<file path=ppt/tags/tag79.xml><?xml version="1.0" encoding="utf-8"?>
<p:tagLst xmlns:p="http://schemas.openxmlformats.org/presentationml/2006/main">
  <p:tag name="KSO_WM_BEAUTIFY_FLAG" val="#wm#"/>
  <p:tag name="KSO_WM_SLIDE_BACKGROUND_TYPE" val="frame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3**"/>
  <p:tag name="KSO_WM_UNIT_LAYERLEVEL" val="1"/>
</p:tagLst>
</file>

<file path=ppt/tags/tag80.xml><?xml version="1.0" encoding="utf-8"?>
<p:tagLst xmlns:p="http://schemas.openxmlformats.org/presentationml/2006/main">
  <p:tag name="KSO_WM_BEAUTIFY_FLAG" val="#wm#"/>
  <p:tag name="KSO_WM_SLIDE_BACKGROUND_TYPE" val="leftRight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4*i*1"/>
  <p:tag name="KSO_WM_UNIT_INDEX" val="1"/>
  <p:tag name="KSO_WM_UNIT_LAYERLEVEL" val="1"/>
  <p:tag name="KSO_WM_UNIT_TYPE" val="i"/>
</p:tagLst>
</file>

<file path=ppt/tags/tag81.xml><?xml version="1.0" encoding="utf-8"?>
<p:tagLst xmlns:p="http://schemas.openxmlformats.org/presentationml/2006/main">
  <p:tag name="KSO_WM_BEAUTIFY_FLAG" val="#wm#"/>
  <p:tag name="KSO_WM_SLIDE_BACKGROUND_TYPE" val="leftRight"/>
  <p:tag name="KSO_WM_SLIDE_BK_DARK_LIGHT" val="2"/>
  <p:tag name="KSO_WM_TAG_VERSION" val="1.0"/>
  <p:tag name="KSO_WM_UNIT_BK_DARK_LIGHT" val="2"/>
  <p:tag name="KSO_WM_UNIT_COMPATIBLE" val="0"/>
  <p:tag name="KSO_WM_UNIT_DIAGRAM_ISNUMVISUAL" val="0"/>
  <p:tag name="KSO_WM_UNIT_DIAGRAM_ISREFERUNIT" val="0"/>
  <p:tag name="KSO_WM_UNIT_HIGHLIGHT" val="0"/>
  <p:tag name="KSO_WM_UNIT_ID" val="_14*i*1"/>
  <p:tag name="KSO_WM_UNIT_INDEX" val="1"/>
  <p:tag name="KSO_WM_UNIT_LAYERLEVEL" val="1"/>
  <p:tag name="KSO_WM_UNIT_SUBTYPE" val="h"/>
  <p:tag name="KSO_WM_UNIT_TYPE" val="i"/>
</p:tagLst>
</file>

<file path=ppt/tags/tag82.xml><?xml version="1.0" encoding="utf-8"?>
<p:tagLst xmlns:p="http://schemas.openxmlformats.org/presentationml/2006/main">
  <p:tag name="KSO_WM_BEAUTIFY_FLAG" val="#wm#"/>
  <p:tag name="KSO_WM_SLIDE_BACKGROUND_TYPE" val="leftRight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4**"/>
  <p:tag name="KSO_WM_UNIT_LAYERLEVEL" val="1"/>
</p:tagLst>
</file>

<file path=ppt/tags/tag83.xml><?xml version="1.0" encoding="utf-8"?>
<p:tagLst xmlns:p="http://schemas.openxmlformats.org/presentationml/2006/main">
  <p:tag name="KSO_WM_BEAUTIFY_FLAG" val="#wm#"/>
  <p:tag name="KSO_WM_SLIDE_BACKGROUND_TYPE" val="leftRight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4**"/>
  <p:tag name="KSO_WM_UNIT_LAYERLEVEL" val="1"/>
</p:tagLst>
</file>

<file path=ppt/tags/tag84.xml><?xml version="1.0" encoding="utf-8"?>
<p:tagLst xmlns:p="http://schemas.openxmlformats.org/presentationml/2006/main">
  <p:tag name="KSO_WM_BEAUTIFY_FLAG" val="#wm#"/>
  <p:tag name="KSO_WM_SLIDE_BACKGROUND_TYPE" val="leftRight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4**"/>
  <p:tag name="KSO_WM_UNIT_LAYERLEVEL" val="1"/>
</p:tagLst>
</file>

<file path=ppt/tags/tag85.xml><?xml version="1.0" encoding="utf-8"?>
<p:tagLst xmlns:p="http://schemas.openxmlformats.org/presentationml/2006/main">
  <p:tag name="KSO_WM_BEAUTIFY_FLAG" val="#wm#"/>
  <p:tag name="KSO_WM_SLIDE_BACKGROUND_TYPE" val="topBottom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5*i*1"/>
  <p:tag name="KSO_WM_UNIT_INDEX" val="1"/>
  <p:tag name="KSO_WM_UNIT_LAYERLEVEL" val="1"/>
  <p:tag name="KSO_WM_UNIT_TYPE" val="i"/>
</p:tagLst>
</file>

<file path=ppt/tags/tag86.xml><?xml version="1.0" encoding="utf-8"?>
<p:tagLst xmlns:p="http://schemas.openxmlformats.org/presentationml/2006/main">
  <p:tag name="KSO_WM_BEAUTIFY_FLAG" val="#wm#"/>
  <p:tag name="KSO_WM_SLIDE_BACKGROUND_TYPE" val="topBottom"/>
  <p:tag name="KSO_WM_SLIDE_BK_DARK_LIGHT" val="2"/>
  <p:tag name="KSO_WM_TAG_VERSION" val="1.0"/>
  <p:tag name="KSO_WM_UNIT_BK_DARK_LIGHT" val="2"/>
  <p:tag name="KSO_WM_UNIT_COMPATIBLE" val="0"/>
  <p:tag name="KSO_WM_UNIT_DIAGRAM_ISNUMVISUAL" val="0"/>
  <p:tag name="KSO_WM_UNIT_DIAGRAM_ISREFERUNIT" val="0"/>
  <p:tag name="KSO_WM_UNIT_HIGHLIGHT" val="0"/>
  <p:tag name="KSO_WM_UNIT_ID" val="_15*i*1"/>
  <p:tag name="KSO_WM_UNIT_INDEX" val="1"/>
  <p:tag name="KSO_WM_UNIT_LAYERLEVEL" val="1"/>
  <p:tag name="KSO_WM_UNIT_SUBTYPE" val="h"/>
  <p:tag name="KSO_WM_UNIT_TYPE" val="i"/>
</p:tagLst>
</file>

<file path=ppt/tags/tag87.xml><?xml version="1.0" encoding="utf-8"?>
<p:tagLst xmlns:p="http://schemas.openxmlformats.org/presentationml/2006/main">
  <p:tag name="KSO_WM_BEAUTIFY_FLAG" val="#wm#"/>
  <p:tag name="KSO_WM_SLIDE_BACKGROUND_TYPE" val="topBottom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5**"/>
  <p:tag name="KSO_WM_UNIT_LAYERLEVEL" val="1"/>
</p:tagLst>
</file>

<file path=ppt/tags/tag88.xml><?xml version="1.0" encoding="utf-8"?>
<p:tagLst xmlns:p="http://schemas.openxmlformats.org/presentationml/2006/main">
  <p:tag name="KSO_WM_BEAUTIFY_FLAG" val="#wm#"/>
  <p:tag name="KSO_WM_SLIDE_BACKGROUND_TYPE" val="topBottom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5**"/>
  <p:tag name="KSO_WM_UNIT_LAYERLEVEL" val="1"/>
</p:tagLst>
</file>

<file path=ppt/tags/tag89.xml><?xml version="1.0" encoding="utf-8"?>
<p:tagLst xmlns:p="http://schemas.openxmlformats.org/presentationml/2006/main">
  <p:tag name="KSO_WM_BEAUTIFY_FLAG" val="#wm#"/>
  <p:tag name="KSO_WM_SLIDE_BACKGROUND_TYPE" val="topBottom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5**"/>
  <p:tag name="KSO_WM_UNIT_LAYERLEVEL" val="1"/>
</p:tagLst>
</file>

<file path=ppt/tags/tag90.xml><?xml version="1.0" encoding="utf-8"?>
<p:tagLst xmlns:p="http://schemas.openxmlformats.org/presentationml/2006/main">
  <p:tag name="KSO_WM_BEAUTIFY_FLAG" val="#wm#"/>
  <p:tag name="KSO_WM_SLIDE_BACKGROUND_TYPE" val="bottomTop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6*i*1"/>
  <p:tag name="KSO_WM_UNIT_INDEX" val="1"/>
  <p:tag name="KSO_WM_UNIT_LAYERLEVEL" val="1"/>
  <p:tag name="KSO_WM_UNIT_TYPE" val="i"/>
</p:tagLst>
</file>

<file path=ppt/tags/tag91.xml><?xml version="1.0" encoding="utf-8"?>
<p:tagLst xmlns:p="http://schemas.openxmlformats.org/presentationml/2006/main">
  <p:tag name="KSO_WM_BEAUTIFY_FLAG" val="#wm#"/>
  <p:tag name="KSO_WM_SLIDE_BACKGROUND_TYPE" val="bottomTop"/>
  <p:tag name="KSO_WM_SLIDE_BK_DARK_LIGHT" val="2"/>
  <p:tag name="KSO_WM_TAG_VERSION" val="1.0"/>
  <p:tag name="KSO_WM_UNIT_BK_DARK_LIGHT" val="2"/>
  <p:tag name="KSO_WM_UNIT_COMPATIBLE" val="0"/>
  <p:tag name="KSO_WM_UNIT_DIAGRAM_ISNUMVISUAL" val="0"/>
  <p:tag name="KSO_WM_UNIT_DIAGRAM_ISREFERUNIT" val="0"/>
  <p:tag name="KSO_WM_UNIT_HIGHLIGHT" val="0"/>
  <p:tag name="KSO_WM_UNIT_ID" val="_16*i*1"/>
  <p:tag name="KSO_WM_UNIT_INDEX" val="1"/>
  <p:tag name="KSO_WM_UNIT_LAYERLEVEL" val="1"/>
  <p:tag name="KSO_WM_UNIT_SUBTYPE" val="h"/>
  <p:tag name="KSO_WM_UNIT_TYPE" val="i"/>
</p:tagLst>
</file>

<file path=ppt/tags/tag92.xml><?xml version="1.0" encoding="utf-8"?>
<p:tagLst xmlns:p="http://schemas.openxmlformats.org/presentationml/2006/main">
  <p:tag name="KSO_WM_BEAUTIFY_FLAG" val="#wm#"/>
  <p:tag name="KSO_WM_SLIDE_BACKGROUND_TYPE" val="bottomTop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6**"/>
  <p:tag name="KSO_WM_UNIT_LAYERLEVEL" val="1"/>
</p:tagLst>
</file>

<file path=ppt/tags/tag93.xml><?xml version="1.0" encoding="utf-8"?>
<p:tagLst xmlns:p="http://schemas.openxmlformats.org/presentationml/2006/main">
  <p:tag name="KSO_WM_BEAUTIFY_FLAG" val="#wm#"/>
  <p:tag name="KSO_WM_SLIDE_BACKGROUND_TYPE" val="bottomTop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6**"/>
  <p:tag name="KSO_WM_UNIT_LAYERLEVEL" val="1"/>
</p:tagLst>
</file>

<file path=ppt/tags/tag94.xml><?xml version="1.0" encoding="utf-8"?>
<p:tagLst xmlns:p="http://schemas.openxmlformats.org/presentationml/2006/main">
  <p:tag name="KSO_WM_BEAUTIFY_FLAG" val="#wm#"/>
  <p:tag name="KSO_WM_SLIDE_BACKGROUND_TYPE" val="bottomTop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6**"/>
  <p:tag name="KSO_WM_UNIT_LAYERLEVEL" val="1"/>
</p:tagLst>
</file>

<file path=ppt/tags/tag95.xml><?xml version="1.0" encoding="utf-8"?>
<p:tagLst xmlns:p="http://schemas.openxmlformats.org/presentationml/2006/main">
  <p:tag name="KSO_WM_BEAUTIFY_FLAG" val="#wm#"/>
  <p:tag name="KSO_WM_SLIDE_BACKGROUND_TYPE" val="navigation"/>
  <p:tag name="KSO_WM_SLIDE_BK_DARK_LIGHT" val="2"/>
  <p:tag name="KSO_WM_TAG_VERSION" val="1.0"/>
  <p:tag name="KSO_WM_UNIT_BK_DARK_LIGHT" val="2"/>
  <p:tag name="KSO_WM_UNIT_COMPATIBLE" val="0"/>
  <p:tag name="KSO_WM_UNIT_DIAGRAM_ISNUMVISUAL" val="0"/>
  <p:tag name="KSO_WM_UNIT_DIAGRAM_ISREFERUNIT" val="0"/>
  <p:tag name="KSO_WM_UNIT_HIGHLIGHT" val="0"/>
  <p:tag name="KSO_WM_UNIT_ID" val="_17*i*1"/>
  <p:tag name="KSO_WM_UNIT_INDEX" val="1"/>
  <p:tag name="KSO_WM_UNIT_LAYERLEVEL" val="1"/>
  <p:tag name="KSO_WM_UNIT_SUBTYPE" val="h"/>
  <p:tag name="KSO_WM_UNIT_TYPE" val="i"/>
</p:tagLst>
</file>

<file path=ppt/tags/tag96.xml><?xml version="1.0" encoding="utf-8"?>
<p:tagLst xmlns:p="http://schemas.openxmlformats.org/presentationml/2006/main">
  <p:tag name="KSO_WM_BEAUTIFY_FLAG" val="#wm#"/>
  <p:tag name="KSO_WM_SLIDE_BACKGROUND_TYPE" val="navigation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7**"/>
  <p:tag name="KSO_WM_UNIT_LAYERLEVEL" val="1"/>
</p:tagLst>
</file>

<file path=ppt/tags/tag97.xml><?xml version="1.0" encoding="utf-8"?>
<p:tagLst xmlns:p="http://schemas.openxmlformats.org/presentationml/2006/main">
  <p:tag name="KSO_WM_BEAUTIFY_FLAG" val="#wm#"/>
  <p:tag name="KSO_WM_SLIDE_BACKGROUND_TYPE" val="navigation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7**"/>
  <p:tag name="KSO_WM_UNIT_LAYERLEVEL" val="1"/>
</p:tagLst>
</file>

<file path=ppt/tags/tag98.xml><?xml version="1.0" encoding="utf-8"?>
<p:tagLst xmlns:p="http://schemas.openxmlformats.org/presentationml/2006/main">
  <p:tag name="KSO_WM_BEAUTIFY_FLAG" val="#wm#"/>
  <p:tag name="KSO_WM_SLIDE_BACKGROUND_TYPE" val="navigation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7**"/>
  <p:tag name="KSO_WM_UNIT_LAYERLEVEL" val="1"/>
</p:tagLst>
</file>

<file path=ppt/tags/tag99.xml><?xml version="1.0" encoding="utf-8"?>
<p:tagLst xmlns:p="http://schemas.openxmlformats.org/presentationml/2006/main">
  <p:tag name="KSO_WM_BEAUTIFY_FLAG" val="#wm#"/>
  <p:tag name="KSO_WM_SLIDE_BACKGROUND_TYPE" val="belt"/>
  <p:tag name="KSO_WM_SLIDE_BK_DARK_LIGHT" val="2"/>
  <p:tag name="KSO_WM_TAG_VERSION" val="1.0"/>
  <p:tag name="KSO_WM_UNIT_BK_DARK_LIGHT" val="2"/>
  <p:tag name="KSO_WM_UNIT_COMPATIBLE" val="0"/>
  <p:tag name="KSO_WM_UNIT_DIAGRAM_ISNUMVISUAL" val="0"/>
  <p:tag name="KSO_WM_UNIT_DIAGRAM_ISREFERUNIT" val="0"/>
  <p:tag name="KSO_WM_UNIT_HIGHLIGHT" val="0"/>
  <p:tag name="KSO_WM_UNIT_ID" val="_18*i*1"/>
  <p:tag name="KSO_WM_UNIT_INDEX" val="1"/>
  <p:tag name="KSO_WM_UNIT_LAYERLEVEL" val="1"/>
  <p:tag name="KSO_WM_UNIT_SUBTYPE" val="h"/>
  <p:tag name="KSO_WM_UNIT_TYPE" val="i"/>
</p:tagLst>
</file>

<file path=ppt/tags/tag100.xml><?xml version="1.0" encoding="utf-8"?>
<p:tagLst xmlns:p="http://schemas.openxmlformats.org/presentationml/2006/main">
  <p:tag name="KSO_WM_BEAUTIFY_FLAG" val="#wm#"/>
  <p:tag name="KSO_WM_SLIDE_BACKGROUND_TYPE" val="belt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8*i*2"/>
  <p:tag name="KSO_WM_UNIT_INDEX" val="2"/>
  <p:tag name="KSO_WM_UNIT_LAYERLEVEL" val="1"/>
  <p:tag name="KSO_WM_UNIT_TYPE" val="i"/>
</p:tagLst>
</file>

<file path=ppt/tags/tag101.xml><?xml version="1.0" encoding="utf-8"?>
<p:tagLst xmlns:p="http://schemas.openxmlformats.org/presentationml/2006/main">
  <p:tag name="KSO_WM_BEAUTIFY_FLAG" val="#wm#"/>
  <p:tag name="KSO_WM_SLIDE_BACKGROUND_TYPE" val="belt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8*i*3"/>
  <p:tag name="KSO_WM_UNIT_INDEX" val="3"/>
  <p:tag name="KSO_WM_UNIT_LAYERLEVEL" val="1"/>
  <p:tag name="KSO_WM_UNIT_TYPE" val="i"/>
</p:tagLst>
</file>

<file path=ppt/tags/tag102.xml><?xml version="1.0" encoding="utf-8"?>
<p:tagLst xmlns:p="http://schemas.openxmlformats.org/presentationml/2006/main">
  <p:tag name="KSO_WM_BEAUTIFY_FLAG" val="#wm#"/>
  <p:tag name="KSO_WM_SLIDE_BACKGROUND_TYPE" val="belt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8*i*4"/>
  <p:tag name="KSO_WM_UNIT_INDEX" val="4"/>
  <p:tag name="KSO_WM_UNIT_LAYERLEVEL" val="1"/>
  <p:tag name="KSO_WM_UNIT_TYPE" val="i"/>
</p:tagLst>
</file>

<file path=ppt/tags/tag103.xml><?xml version="1.0" encoding="utf-8"?>
<p:tagLst xmlns:p="http://schemas.openxmlformats.org/presentationml/2006/main">
  <p:tag name="KSO_WM_BEAUTIFY_FLAG" val="#wm#"/>
  <p:tag name="KSO_WM_SLIDE_BACKGROUND_TYPE" val="belt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8**"/>
  <p:tag name="KSO_WM_UNIT_LAYERLEVEL" val="1"/>
</p:tagLst>
</file>

<file path=ppt/tags/tag104.xml><?xml version="1.0" encoding="utf-8"?>
<p:tagLst xmlns:p="http://schemas.openxmlformats.org/presentationml/2006/main">
  <p:tag name="KSO_WM_BEAUTIFY_FLAG" val="#wm#"/>
  <p:tag name="KSO_WM_SLIDE_BACKGROUND_TYPE" val="belt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8**"/>
  <p:tag name="KSO_WM_UNIT_LAYERLEVEL" val="1"/>
</p:tagLst>
</file>

<file path=ppt/tags/tag105.xml><?xml version="1.0" encoding="utf-8"?>
<p:tagLst xmlns:p="http://schemas.openxmlformats.org/presentationml/2006/main">
  <p:tag name="KSO_WM_BEAUTIFY_FLAG" val="#wm#"/>
  <p:tag name="KSO_WM_SLIDE_BACKGROUND_TYPE" val="belt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8**"/>
  <p:tag name="KSO_WM_UNIT_LAYERLEVEL" val="1"/>
</p:tagLst>
</file>

<file path=ppt/tags/tag106.xml><?xml version="1.0" encoding="utf-8"?>
<p:tagLst xmlns:p="http://schemas.openxmlformats.org/presentationml/2006/main">
  <p:tag name="KSO_WM_BEAUTIFY_FLAG" val="#wm#"/>
  <p:tag name="KSO_WM_TAG_VERSION" val="1.0"/>
  <p:tag name="KSO_WM_TEMPLATE_CATEGORY" val="custom"/>
  <p:tag name="KSO_WM_TEMPLATE_INDEX" val="20177418"/>
  <p:tag name="KSO_WM_UNIT_COMPATIBLE" val="0"/>
  <p:tag name="KSO_WM_UNIT_DIAGRAM_ISNUMVISUAL" val="0"/>
  <p:tag name="KSO_WM_UNIT_DIAGRAM_ISREFERUNIT" val="0"/>
  <p:tag name="KSO_WM_UNIT_HIGHLIGHT" val="0"/>
  <p:tag name="KSO_WM_UNIT_ID" val="_0**"/>
  <p:tag name="KSO_WM_UNIT_LAYERLEVEL" val="1"/>
</p:tagLst>
</file>

<file path=ppt/tags/tag107.xml><?xml version="1.0" encoding="utf-8"?>
<p:tagLst xmlns:p="http://schemas.openxmlformats.org/presentationml/2006/main">
  <p:tag name="KSO_WM_BEAUTIFY_FLAG" val="#wm#"/>
  <p:tag name="KSO_WM_TAG_VERSION" val="1.0"/>
  <p:tag name="KSO_WM_TEMPLATE_CATEGORY" val="custom"/>
  <p:tag name="KSO_WM_TEMPLATE_INDEX" val="20177418"/>
  <p:tag name="KSO_WM_UNIT_COMPATIBLE" val="0"/>
  <p:tag name="KSO_WM_UNIT_DIAGRAM_ISNUMVISUAL" val="0"/>
  <p:tag name="KSO_WM_UNIT_DIAGRAM_ISREFERUNIT" val="0"/>
  <p:tag name="KSO_WM_UNIT_HIGHLIGHT" val="0"/>
  <p:tag name="KSO_WM_UNIT_ID" val="_0**"/>
  <p:tag name="KSO_WM_UNIT_LAYERLEVEL" val="1"/>
</p:tagLst>
</file>

<file path=ppt/tags/tag108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0**"/>
  <p:tag name="KSO_WM_UNIT_LAYERLEVEL" val="1"/>
</p:tagLst>
</file>

<file path=ppt/tags/tag109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0**"/>
  <p:tag name="KSO_WM_UNIT_LAYERLEVEL" val="1"/>
</p:tagLst>
</file>

<file path=ppt/tags/tag110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0**"/>
  <p:tag name="KSO_WM_UNIT_LAYERLEVEL" val="1"/>
</p:tagLst>
</file>

<file path=ppt/tags/tag111.xml><?xml version="1.0" encoding="utf-8"?>
<p:tagLst xmlns:p="http://schemas.openxmlformats.org/presentationml/2006/main">
  <p:tag name="KSO_WM_BEAUTIFY_FLAG" val="#wm#"/>
  <p:tag name="KSO_WM_COMBINE_RELATE_SLIDE_ID" val="background20176890_1"/>
  <p:tag name="KSO_WM_TAG_VERSION" val="1.0"/>
  <p:tag name="KSO_WM_TEMPLATE_CATEGORY" val="custom"/>
  <p:tag name="KSO_WM_TEMPLATE_COLOR_TYPE" val="1"/>
  <p:tag name="KSO_WM_TEMPLATE_INDEX" val="20177418"/>
  <p:tag name="KSO_WM_TEMPLATE_MASTER_THUMB_INDEX" val="12"/>
  <p:tag name="KSO_WM_TEMPLATE_MASTER_TYPE" val="1"/>
  <p:tag name="KSO_WM_TEMPLATE_SUBCATEGORY" val="17"/>
  <p:tag name="KSO_WM_TEMPLATE_THUMBS_INDEX" val="1、10、11、25、26、28"/>
</p:tagLst>
</file>

<file path=ppt/tags/tag112.xml><?xml version="1.0" encoding="utf-8"?>
<p:tagLst xmlns:p="http://schemas.openxmlformats.org/presentationml/2006/main">
  <p:tag name="KSO_WM_BEAUTIFY_FLAG" val="#wm#"/>
  <p:tag name="KSO_WM_TAG_VERSION" val="1.0"/>
  <p:tag name="KSO_WM_TEMPLATE_CATEGORY" val="custom"/>
  <p:tag name="KSO_WM_TEMPLATE_INDEX" val="20177418"/>
  <p:tag name="KSO_WM_UNIT_COMPATIBLE" val="0"/>
  <p:tag name="KSO_WM_UNIT_DIAGRAM_ISNUMVISUAL" val="0"/>
  <p:tag name="KSO_WM_UNIT_DIAGRAM_ISREFERUNIT" val="0"/>
  <p:tag name="KSO_WM_UNIT_HIGHLIGHT" val="0"/>
  <p:tag name="KSO_WM_UNIT_ID" val="custom20177418_1*a*1"/>
  <p:tag name="KSO_WM_UNIT_INDEX" val="1"/>
  <p:tag name="KSO_WM_UNIT_ISCONTENTSTITLE" val="0"/>
  <p:tag name="KSO_WM_UNIT_ISNUMDGMTITLE" val="0"/>
  <p:tag name="KSO_WM_UNIT_LAYERLEVEL" val="1"/>
  <p:tag name="KSO_WM_UNIT_NOCLEAR" val="0"/>
  <p:tag name="KSO_WM_UNIT_PRESET_TEXT" val="树叶手绘风总结报告"/>
  <p:tag name="KSO_WM_UNIT_TYPE" val="a"/>
  <p:tag name="KSO_WM_UNIT_VALUE" val="10"/>
</p:tagLst>
</file>

<file path=ppt/tags/tag113.xml><?xml version="1.0" encoding="utf-8"?>
<p:tagLst xmlns:p="http://schemas.openxmlformats.org/presentationml/2006/main">
  <p:tag name="KSO_WM_BEAUTIFY_FLAG" val=""/>
</p:tagLst>
</file>

<file path=ppt/tags/tag114.xml><?xml version="1.0" encoding="utf-8"?>
<p:tagLst xmlns:p="http://schemas.openxmlformats.org/presentationml/2006/main">
  <p:tag name="KSO_WM_BEAUTIFY_FLAG" val="#wm#"/>
  <p:tag name="KSO_WM_COMBINE_RELATE_SLIDE_ID" val="background20176890_1"/>
  <p:tag name="KSO_WM_SLIDE_ID" val="custom20177418_1"/>
  <p:tag name="KSO_WM_SLIDE_INDEX" val="1"/>
  <p:tag name="KSO_WM_SLIDE_ITEM_CNT" val="0"/>
  <p:tag name="KSO_WM_SLIDE_LAYOUT" val="a_b"/>
  <p:tag name="KSO_WM_SLIDE_LAYOUT_CNT" val="1_3"/>
  <p:tag name="KSO_WM_SLIDE_SUBTYPE" val="pureTxt"/>
  <p:tag name="KSO_WM_SLIDE_TYPE" val="title"/>
  <p:tag name="KSO_WM_SPECIAL_SOURCE" val="bdnull"/>
  <p:tag name="KSO_WM_TAG_VERSION" val="1.0"/>
  <p:tag name="KSO_WM_TEMPLATE_CATEGORY" val="custom"/>
  <p:tag name="KSO_WM_TEMPLATE_COLOR_TYPE" val="1"/>
  <p:tag name="KSO_WM_TEMPLATE_INDEX" val="20177418"/>
  <p:tag name="KSO_WM_TEMPLATE_MASTER_THUMB_INDEX" val="12"/>
  <p:tag name="KSO_WM_TEMPLATE_MASTER_TYPE" val="1"/>
  <p:tag name="KSO_WM_TEMPLATE_SUBCATEGORY" val="17"/>
  <p:tag name="KSO_WM_TEMPLATE_THUMBS_INDEX" val="1、10、11、25、26、28"/>
</p:tagLst>
</file>

<file path=ppt/tags/tag115.xml><?xml version="1.0" encoding="utf-8"?>
<p:tagLst xmlns:p="http://schemas.openxmlformats.org/presentationml/2006/main">
  <p:tag name="KSO_WM_UNIT_TABLE_BEAUTIFY" val="smartTable{419d5a28-28e1-4002-9b02-1f3fe9354998}"/>
  <p:tag name="TABLE_ENDDRAG_ORIGIN_RECT" val="832*223"/>
  <p:tag name="TABLE_ENDDRAG_RECT" val="77*179*832*223"/>
</p:tagLst>
</file>

<file path=ppt/tags/tag116.xml><?xml version="1.0" encoding="utf-8"?>
<p:tagLst xmlns:p="http://schemas.openxmlformats.org/presentationml/2006/main">
  <p:tag name="KSO_WM_BEAUTIFY_FLAG" val="#wm#"/>
  <p:tag name="KSO_WM_SPECIAL_SOURCE" val="bdnull"/>
  <p:tag name="KSO_WM_TEMPLATE_CATEGORY" val="custom"/>
  <p:tag name="KSO_WM_TEMPLATE_INDEX" val="20177418"/>
</p:tagLst>
</file>

<file path=ppt/tags/tag117.xml><?xml version="1.0" encoding="utf-8"?>
<p:tagLst xmlns:p="http://schemas.openxmlformats.org/presentationml/2006/main">
  <p:tag name="KSO_WM_BEAUTIFY_FLAG" val="#wm#"/>
  <p:tag name="KSO_WM_SPECIAL_SOURCE" val="bdnull"/>
  <p:tag name="KSO_WM_TEMPLATE_CATEGORY" val="custom"/>
  <p:tag name="KSO_WM_TEMPLATE_INDEX" val="20177418"/>
</p:tagLst>
</file>

<file path=ppt/tags/tag118.xml><?xml version="1.0" encoding="utf-8"?>
<p:tagLst xmlns:p="http://schemas.openxmlformats.org/presentationml/2006/main">
  <p:tag name="KSO_WM_BEAUTIFY_FLAG" val="#wm#"/>
  <p:tag name="KSO_WM_SPECIAL_SOURCE" val="bdnull"/>
  <p:tag name="KSO_WM_TEMPLATE_CATEGORY" val="custom"/>
  <p:tag name="KSO_WM_TEMPLATE_INDEX" val="20177418"/>
</p:tagLst>
</file>

<file path=ppt/tags/tag119.xml><?xml version="1.0" encoding="utf-8"?>
<p:tagLst xmlns:p="http://schemas.openxmlformats.org/presentationml/2006/main">
  <p:tag name="KSO_WM_UNIT_TABLE_BEAUTIFY" val="smartTable{faffa74c-ac0b-4f83-9741-be6334dd5ea7}"/>
</p:tagLst>
</file>

<file path=ppt/tags/tag120.xml><?xml version="1.0" encoding="utf-8"?>
<p:tagLst xmlns:p="http://schemas.openxmlformats.org/presentationml/2006/main">
  <p:tag name="KSO_WM_BEAUTIFY_FLAG" val="#wm#"/>
  <p:tag name="KSO_WM_SPECIAL_SOURCE" val="bdnull"/>
  <p:tag name="KSO_WM_TEMPLATE_CATEGORY" val="custom"/>
  <p:tag name="KSO_WM_TEMPLATE_INDEX" val="20177418"/>
</p:tagLst>
</file>

<file path=ppt/tags/tag121.xml><?xml version="1.0" encoding="utf-8"?>
<p:tagLst xmlns:p="http://schemas.openxmlformats.org/presentationml/2006/main">
  <p:tag name="KSO_WM_BEAUTIFY_FLAG" val="#wm#"/>
  <p:tag name="KSO_WM_SPECIAL_SOURCE" val="bdnull"/>
  <p:tag name="KSO_WM_TEMPLATE_CATEGORY" val="custom"/>
  <p:tag name="KSO_WM_TEMPLATE_INDEX" val="20177418"/>
</p:tagLst>
</file>

<file path=ppt/tags/tag122.xml><?xml version="1.0" encoding="utf-8"?>
<p:tagLst xmlns:p="http://schemas.openxmlformats.org/presentationml/2006/main">
  <p:tag name="KSO_WM_BEAUTIFY_FLAG" val="#wm#"/>
  <p:tag name="KSO_WM_SPECIAL_SOURCE" val="bdnull"/>
  <p:tag name="KSO_WM_TEMPLATE_CATEGORY" val="custom"/>
  <p:tag name="KSO_WM_TEMPLATE_INDEX" val="20177418"/>
</p:tagLst>
</file>

<file path=ppt/tags/tag123.xml><?xml version="1.0" encoding="utf-8"?>
<p:tagLst xmlns:p="http://schemas.openxmlformats.org/presentationml/2006/main">
  <p:tag name="KSO_WM_BEAUTIFY_FLAG" val="#wm#"/>
  <p:tag name="KSO_WM_SPECIAL_SOURCE" val="bdnull"/>
  <p:tag name="KSO_WM_TEMPLATE_CATEGORY" val="custom"/>
  <p:tag name="KSO_WM_TEMPLATE_INDEX" val="20177418"/>
</p:tagLst>
</file>

<file path=ppt/tags/tag124.xml><?xml version="1.0" encoding="utf-8"?>
<p:tagLst xmlns:p="http://schemas.openxmlformats.org/presentationml/2006/main">
  <p:tag name="KSO_WM_BEAUTIFY_FLAG" val="#wm#"/>
  <p:tag name="KSO_WM_SPECIAL_SOURCE" val="bdnull"/>
  <p:tag name="KSO_WM_TEMPLATE_CATEGORY" val="custom"/>
  <p:tag name="KSO_WM_TEMPLATE_INDEX" val="20177418"/>
</p:tagLst>
</file>

<file path=ppt/tags/tag125.xml><?xml version="1.0" encoding="utf-8"?>
<p:tagLst xmlns:p="http://schemas.openxmlformats.org/presentationml/2006/main">
  <p:tag name="AS_OS" val="Unix 3.10 unknown"/>
  <p:tag name="AS_RELEASE_DATE" val="2020.11.30"/>
  <p:tag name="AS_TITLE" val="Aspose.Slides for Java"/>
  <p:tag name="AS_VERSION" val="20.11"/>
  <p:tag name="COMMONDATA" val="eyJoZGlkIjoiNTMxMzIzY2ZmYTJlMDViNWZlNzkwZDk5ODJjYWJjMzgifQ=="/>
  <p:tag name="commondata" val="eyJoZGlkIjoiMDBjYjA5NWI2NTcxMjEwMDg2NWEwNjE3MjllZTk2ZjkifQ=="/>
</p:tagLst>
</file>

<file path=ppt/theme/theme1.xml><?xml version="1.0" encoding="utf-8"?>
<a:theme xmlns:a="http://schemas.openxmlformats.org/drawingml/2006/main" name="1_Office 主题​​">
  <a:themeElements>
    <a:clrScheme name="自定义 120">
      <a:dk1>
        <a:srgbClr val="000000"/>
      </a:dk1>
      <a:lt1>
        <a:srgbClr val="FFFFFF"/>
      </a:lt1>
      <a:dk2>
        <a:srgbClr val="ECF4EC"/>
      </a:dk2>
      <a:lt2>
        <a:srgbClr val="FFFFFF"/>
      </a:lt2>
      <a:accent1>
        <a:srgbClr val="238C3B"/>
      </a:accent1>
      <a:accent2>
        <a:srgbClr val="508834"/>
      </a:accent2>
      <a:accent3>
        <a:srgbClr val="63822C"/>
      </a:accent3>
      <a:accent4>
        <a:srgbClr val="727C27"/>
      </a:accent4>
      <a:accent5>
        <a:srgbClr val="7E7427"/>
      </a:accent5>
      <a:accent6>
        <a:srgbClr val="896D2A"/>
      </a:accent6>
      <a:hlink>
        <a:srgbClr val="1371ED"/>
      </a:hlink>
      <a:folHlink>
        <a:srgbClr val="B759BC"/>
      </a:folHlink>
    </a:clrScheme>
    <a:fontScheme name="自定义 1">
      <a:majorFont>
        <a:latin typeface="微软雅黑"/>
        <a:ea typeface="汉仪旗黑-85S"/>
        <a:cs typeface="Arial"/>
      </a:majorFont>
      <a:minorFont>
        <a:latin typeface="微软雅黑"/>
        <a:ea typeface="微软雅黑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686</Words>
  <Application>WPS 演示</Application>
  <PresentationFormat/>
  <Paragraphs>118</Paragraphs>
  <Slides>9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64</vt:i4>
      </vt:variant>
      <vt:variant>
        <vt:lpstr>幻灯片标题</vt:lpstr>
      </vt:variant>
      <vt:variant>
        <vt:i4>9</vt:i4>
      </vt:variant>
    </vt:vector>
  </HeadingPairs>
  <TitlesOfParts>
    <vt:vector size="84" baseType="lpstr">
      <vt:lpstr>Arial</vt:lpstr>
      <vt:lpstr>宋体</vt:lpstr>
      <vt:lpstr>Wingdings</vt:lpstr>
      <vt:lpstr>汉仪旗黑-85S</vt:lpstr>
      <vt:lpstr>黑体</vt:lpstr>
      <vt:lpstr>微软雅黑</vt:lpstr>
      <vt:lpstr>Times New Roman</vt:lpstr>
      <vt:lpstr>Wingdings</vt:lpstr>
      <vt:lpstr>Arial Unicode MS</vt:lpstr>
      <vt:lpstr>Calibri</vt:lpstr>
      <vt:lpstr>1_Office 主题​​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第一章 集合与常用逻辑用语 1.5.2全称量词命题与存在量词命题的否定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FIGHTING</vt:lpstr>
    </vt:vector>
  </TitlesOfParts>
  <Company>邦达数学</Company>
  <LinksUpToDate>false</LinksUpToDate>
  <SharedDoc>false</SharedDoc>
  <HyperlinksChanged>false</HyperlinksChanged>
  <AppVersion>14.0000</AppVersion>
  <Manager>邦达数学</Manager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邦达数学</dc:title>
  <dc:creator>邦达数学</dc:creator>
  <cp:keywords>邦达数学</cp:keywords>
  <dc:description>邦达数学</dc:description>
  <dc:subject>邦达数学</dc:subject>
  <cp:category>邦达数学</cp:category>
  <cp:lastModifiedBy>林建彬²º¹⁸</cp:lastModifiedBy>
  <cp:revision>3</cp:revision>
  <cp:lastPrinted>2022-07-29T14:43:00Z</cp:lastPrinted>
  <dcterms:created xsi:type="dcterms:W3CDTF">2022-07-29T14:43:00Z</dcterms:created>
  <dcterms:modified xsi:type="dcterms:W3CDTF">2025-02-24T12:27:47Z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BDA230E3252C462FAE00770FDE8B2BB0_12</vt:lpwstr>
  </property>
  <property fmtid="{D5CDD505-2E9C-101B-9397-08002B2CF9AE}" pid="3" name="KSOProductBuildVer">
    <vt:lpwstr>2052-12.1.0.20305</vt:lpwstr>
  </property>
</Properties>
</file>