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8" r:id="rId4"/>
    <p:sldMasterId id="2147483697" r:id="rId5"/>
    <p:sldMasterId id="2147483716" r:id="rId6"/>
    <p:sldMasterId id="2147483735" r:id="rId7"/>
    <p:sldMasterId id="2147483754" r:id="rId8"/>
    <p:sldMasterId id="2147483773" r:id="rId9"/>
    <p:sldMasterId id="2147483792" r:id="rId10"/>
    <p:sldMasterId id="2147483811" r:id="rId11"/>
  </p:sldMasterIdLst>
  <p:notesMasterIdLst>
    <p:notesMasterId r:id="rId14"/>
  </p:notesMasterIdLst>
  <p:sldIdLst>
    <p:sldId id="396" r:id="rId12"/>
    <p:sldId id="397" r:id="rId13"/>
    <p:sldId id="398" r:id="rId15"/>
    <p:sldId id="375" r:id="rId16"/>
    <p:sldId id="399" r:id="rId17"/>
    <p:sldId id="403" r:id="rId18"/>
    <p:sldId id="424" r:id="rId19"/>
    <p:sldId id="423" r:id="rId20"/>
    <p:sldId id="425" r:id="rId21"/>
    <p:sldId id="429" r:id="rId22"/>
    <p:sldId id="439" r:id="rId23"/>
    <p:sldId id="480" r:id="rId24"/>
    <p:sldId id="463" r:id="rId25"/>
    <p:sldId id="465" r:id="rId26"/>
    <p:sldId id="461" r:id="rId27"/>
    <p:sldId id="428" r:id="rId28"/>
    <p:sldId id="442" r:id="rId29"/>
    <p:sldId id="452" r:id="rId30"/>
    <p:sldId id="440" r:id="rId31"/>
    <p:sldId id="441" r:id="rId32"/>
    <p:sldId id="458" r:id="rId33"/>
    <p:sldId id="387" r:id="rId34"/>
    <p:sldId id="492" r:id="rId35"/>
  </p:sldIdLst>
  <p:sldSz cx="12192000" cy="6858000"/>
  <p:notesSz cx="6858000" cy="9144000"/>
  <p:custDataLst>
    <p:tags r:id="rId3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9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9A9"/>
    <a:srgbClr val="EB3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howGuides="1">
      <p:cViewPr varScale="1">
        <p:scale>
          <a:sx n="81" d="100"/>
          <a:sy n="81" d="100"/>
        </p:scale>
        <p:origin x="-72" y="-354"/>
      </p:cViewPr>
      <p:guideLst>
        <p:guide orient="horz" pos="2239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gs" Target="tags/tag131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23.xml"/><Relationship Id="rId34" Type="http://schemas.openxmlformats.org/officeDocument/2006/relationships/slide" Target="slides/slide22.xml"/><Relationship Id="rId33" Type="http://schemas.openxmlformats.org/officeDocument/2006/relationships/slide" Target="slides/slide21.xml"/><Relationship Id="rId32" Type="http://schemas.openxmlformats.org/officeDocument/2006/relationships/slide" Target="slides/slide20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0" Type="http://schemas.openxmlformats.org/officeDocument/2006/relationships/slide" Target="slides/slide8.xml"/><Relationship Id="rId2" Type="http://schemas.openxmlformats.org/officeDocument/2006/relationships/theme" Target="theme/theme1.xml"/><Relationship Id="rId19" Type="http://schemas.openxmlformats.org/officeDocument/2006/relationships/slide" Target="slides/slide7.xml"/><Relationship Id="rId18" Type="http://schemas.openxmlformats.org/officeDocument/2006/relationships/slide" Target="slides/slide6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5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" Type="http://schemas.openxmlformats.org/officeDocument/2006/relationships/image" Target="../media/image15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5" Type="http://schemas.openxmlformats.org/officeDocument/2006/relationships/image" Target="../media/image54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.wmf"/><Relationship Id="rId8" Type="http://schemas.openxmlformats.org/officeDocument/2006/relationships/image" Target="../media/image63.wmf"/><Relationship Id="rId7" Type="http://schemas.openxmlformats.org/officeDocument/2006/relationships/image" Target="../media/image62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0" Type="http://schemas.openxmlformats.org/officeDocument/2006/relationships/image" Target="../media/image65.wmf"/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54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49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63.wmf"/><Relationship Id="rId8" Type="http://schemas.openxmlformats.org/officeDocument/2006/relationships/image" Target="../media/image62.wmf"/><Relationship Id="rId7" Type="http://schemas.openxmlformats.org/officeDocument/2006/relationships/image" Target="../media/image70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1" Type="http://schemas.openxmlformats.org/officeDocument/2006/relationships/image" Target="../media/image65.wmf"/><Relationship Id="rId10" Type="http://schemas.openxmlformats.org/officeDocument/2006/relationships/image" Target="../media/image64.wmf"/><Relationship Id="rId1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75.wmf"/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1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/Relationships>
</file>

<file path=ppt/drawings/_rels/vmlDrawing15.vml.rels><?xml version="1.0" encoding="UTF-8" standalone="yes"?>
<Relationships xmlns="http://schemas.openxmlformats.org/package/2006/relationships"><Relationship Id="rId4" Type="http://schemas.openxmlformats.org/officeDocument/2006/relationships/image" Target="../media/image85.wmf"/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95.wmf"/><Relationship Id="rId8" Type="http://schemas.openxmlformats.org/officeDocument/2006/relationships/image" Target="../media/image94.wmf"/><Relationship Id="rId7" Type="http://schemas.openxmlformats.org/officeDocument/2006/relationships/image" Target="../media/image93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0" Type="http://schemas.openxmlformats.org/officeDocument/2006/relationships/image" Target="../media/image96.wmf"/><Relationship Id="rId1" Type="http://schemas.openxmlformats.org/officeDocument/2006/relationships/image" Target="../media/image8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2A48B96-639E-45A3-A0BA-2464DFDB1FAA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09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3301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970" name="幻灯片图像占位符 1"/>
          <p:cNvSpPr>
            <a:spLocks noGrp="1" noRo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11971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2994" name="幻灯片图像占位符 1"/>
          <p:cNvSpPr>
            <a:spLocks noGrp="1" noRo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12995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1401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2140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1504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2150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0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1606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2160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1709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170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1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18115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zh-CN" altLang="en-US" dirty="0"/>
          </a:p>
        </p:txBody>
      </p:sp>
      <p:sp>
        <p:nvSpPr>
          <p:cNvPr id="2181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1913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191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0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016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201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118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211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221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222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3235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23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425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2242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528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252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630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263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7331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273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8355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⫋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B</a:t>
            </a:r>
            <a:endParaRPr lang="zh-CN" altLang="en-US" dirty="0"/>
          </a:p>
        </p:txBody>
      </p:sp>
      <p:sp>
        <p:nvSpPr>
          <p:cNvPr id="2283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29379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229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3040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2304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23142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2314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emf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image" Target="../media/image1.emf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image" Target="../media/image1.emf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image" Target="../media/image1.emf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image" Target="../media/image3.jpeg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image" Target="../media/image1.emf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1.emf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image" Target="../media/image1.emf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image" Target="../media/image1.emf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0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image" Target="../media/image1.emf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image" Target="../media/image1.emf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image" Target="../media/image1.emf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image" Target="../media/image1.emf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image" Target="../media/image1.emf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image" Target="../media/image1.emf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0" Type="http://schemas.openxmlformats.org/officeDocument/2006/relationships/tags" Target="../tags/tag12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image" Target="../media/image1.emf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image" Target="../media/image1.emf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60.xml"/><Relationship Id="rId8" Type="http://schemas.openxmlformats.org/officeDocument/2006/relationships/tags" Target="../tags/tag159.xml"/><Relationship Id="rId7" Type="http://schemas.openxmlformats.org/officeDocument/2006/relationships/tags" Target="../tags/tag158.xml"/><Relationship Id="rId6" Type="http://schemas.openxmlformats.org/officeDocument/2006/relationships/image" Target="../media/image1.emf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image" Target="../media/image1.emf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3.jpe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image" Target="../media/image1.emf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image" Target="../media/image1.emf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image" Target="../media/image1.emf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image" Target="../media/image1.emf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image" Target="../media/image1.emf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.emf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image" Target="../media/image1.emf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image" Target="../media/image1.emf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image" Target="../media/image1.emf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image" Target="../media/image1.emf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0" Type="http://schemas.openxmlformats.org/officeDocument/2006/relationships/tags" Target="../tags/tag250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" Type="http://schemas.openxmlformats.org/officeDocument/2006/relationships/tags" Target="../tags/tag261.xml"/><Relationship Id="rId6" Type="http://schemas.openxmlformats.org/officeDocument/2006/relationships/tags" Target="../tags/tag260.xml"/><Relationship Id="rId5" Type="http://schemas.openxmlformats.org/officeDocument/2006/relationships/tags" Target="../tags/tag259.xml"/><Relationship Id="rId4" Type="http://schemas.openxmlformats.org/officeDocument/2006/relationships/image" Target="../media/image1.emf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7" Type="http://schemas.openxmlformats.org/officeDocument/2006/relationships/tags" Target="../tags/tag271.xml"/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4" Type="http://schemas.openxmlformats.org/officeDocument/2006/relationships/image" Target="../media/image1.emf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2" Type="http://schemas.openxmlformats.org/officeDocument/2006/relationships/tags" Target="../tags/tag28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tags" Target="../tags/tag286.xml"/><Relationship Id="rId6" Type="http://schemas.openxmlformats.org/officeDocument/2006/relationships/image" Target="../media/image1.emf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" Type="http://schemas.openxmlformats.org/officeDocument/2006/relationships/image" Target="../media/image1.emf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301.xml"/><Relationship Id="rId7" Type="http://schemas.openxmlformats.org/officeDocument/2006/relationships/tags" Target="../tags/tag300.xml"/><Relationship Id="rId6" Type="http://schemas.openxmlformats.org/officeDocument/2006/relationships/tags" Target="../tags/tag299.xml"/><Relationship Id="rId5" Type="http://schemas.openxmlformats.org/officeDocument/2006/relationships/image" Target="../media/image3.jpeg"/><Relationship Id="rId4" Type="http://schemas.openxmlformats.org/officeDocument/2006/relationships/tags" Target="../tags/tag298.xml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4" Type="http://schemas.openxmlformats.org/officeDocument/2006/relationships/tags" Target="../tags/tag304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tags" Target="../tags/tag310.xml"/><Relationship Id="rId7" Type="http://schemas.openxmlformats.org/officeDocument/2006/relationships/tags" Target="../tags/tag309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image" Target="../media/image1.emf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318.xml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image" Target="../media/image1.emf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image" Target="../media/image1.emf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330.xml"/><Relationship Id="rId8" Type="http://schemas.openxmlformats.org/officeDocument/2006/relationships/tags" Target="../tags/tag329.xml"/><Relationship Id="rId7" Type="http://schemas.openxmlformats.org/officeDocument/2006/relationships/tags" Target="../tags/tag328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image" Target="../media/image1.emf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0" Type="http://schemas.openxmlformats.org/officeDocument/2006/relationships/tags" Target="../tags/tag331.xml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image" Target="../media/image1.emf"/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image" Target="../media/image1.emf"/><Relationship Id="rId4" Type="http://schemas.openxmlformats.org/officeDocument/2006/relationships/tags" Target="../tags/tag341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0" Type="http://schemas.openxmlformats.org/officeDocument/2006/relationships/tags" Target="../tags/tag346.xml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7" Type="http://schemas.openxmlformats.org/officeDocument/2006/relationships/tags" Target="../tags/tag352.xml"/><Relationship Id="rId6" Type="http://schemas.openxmlformats.org/officeDocument/2006/relationships/tags" Target="../tags/tag351.xml"/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image" Target="../media/image1.emf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image" Target="../media/image1.emf"/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image" Target="../media/image1.emf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tags" Target="../tags/tag374.xml"/><Relationship Id="rId5" Type="http://schemas.openxmlformats.org/officeDocument/2006/relationships/image" Target="../media/image1.emf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0" Type="http://schemas.openxmlformats.org/officeDocument/2006/relationships/tags" Target="../tags/tag378.xml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tags" Target="../tags/tag391.xml"/><Relationship Id="rId8" Type="http://schemas.openxmlformats.org/officeDocument/2006/relationships/tags" Target="../tags/tag390.xml"/><Relationship Id="rId7" Type="http://schemas.openxmlformats.org/officeDocument/2006/relationships/tags" Target="../tags/tag389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image" Target="../media/image1.emf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2" Type="http://schemas.openxmlformats.org/officeDocument/2006/relationships/tags" Target="../tags/tag394.xml"/><Relationship Id="rId11" Type="http://schemas.openxmlformats.org/officeDocument/2006/relationships/tags" Target="../tags/tag393.xml"/><Relationship Id="rId10" Type="http://schemas.openxmlformats.org/officeDocument/2006/relationships/tags" Target="../tags/tag392.xml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7" Type="http://schemas.openxmlformats.org/officeDocument/2006/relationships/tags" Target="../tags/tag399.xml"/><Relationship Id="rId6" Type="http://schemas.openxmlformats.org/officeDocument/2006/relationships/tags" Target="../tags/tag398.xml"/><Relationship Id="rId5" Type="http://schemas.openxmlformats.org/officeDocument/2006/relationships/tags" Target="../tags/tag397.xml"/><Relationship Id="rId4" Type="http://schemas.openxmlformats.org/officeDocument/2006/relationships/image" Target="../media/image1.emf"/><Relationship Id="rId3" Type="http://schemas.openxmlformats.org/officeDocument/2006/relationships/tags" Target="../tags/tag396.xml"/><Relationship Id="rId2" Type="http://schemas.openxmlformats.org/officeDocument/2006/relationships/tags" Target="../tags/tag395.xml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tags" Target="../tags/tag402.xml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2" Type="http://schemas.openxmlformats.org/officeDocument/2006/relationships/tags" Target="../tags/tag409.xml"/><Relationship Id="rId11" Type="http://schemas.openxmlformats.org/officeDocument/2006/relationships/tags" Target="../tags/tag408.xml"/><Relationship Id="rId10" Type="http://schemas.openxmlformats.org/officeDocument/2006/relationships/tags" Target="../tags/tag407.xml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9" Type="http://schemas.openxmlformats.org/officeDocument/2006/relationships/tags" Target="../tags/tag416.xml"/><Relationship Id="rId8" Type="http://schemas.openxmlformats.org/officeDocument/2006/relationships/tags" Target="../tags/tag415.xml"/><Relationship Id="rId7" Type="http://schemas.openxmlformats.org/officeDocument/2006/relationships/tags" Target="../tags/tag414.xml"/><Relationship Id="rId6" Type="http://schemas.openxmlformats.org/officeDocument/2006/relationships/image" Target="../media/image1.emf"/><Relationship Id="rId5" Type="http://schemas.openxmlformats.org/officeDocument/2006/relationships/tags" Target="../tags/tag413.xml"/><Relationship Id="rId4" Type="http://schemas.openxmlformats.org/officeDocument/2006/relationships/tags" Target="../tags/tag412.xml"/><Relationship Id="rId3" Type="http://schemas.openxmlformats.org/officeDocument/2006/relationships/tags" Target="../tags/tag411.xml"/><Relationship Id="rId2" Type="http://schemas.openxmlformats.org/officeDocument/2006/relationships/tags" Target="../tags/tag410.xm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image" Target="../media/image1.emf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image" Target="../media/image3.jpeg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" Type="http://schemas.openxmlformats.org/officeDocument/2006/relationships/tags" Target="../tags/tag424.xml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4" Type="http://schemas.openxmlformats.org/officeDocument/2006/relationships/tags" Target="../tags/tag432.xml"/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9" Type="http://schemas.openxmlformats.org/officeDocument/2006/relationships/tags" Target="../tags/tag439.xml"/><Relationship Id="rId8" Type="http://schemas.openxmlformats.org/officeDocument/2006/relationships/tags" Target="../tags/tag438.xml"/><Relationship Id="rId7" Type="http://schemas.openxmlformats.org/officeDocument/2006/relationships/tags" Target="../tags/tag437.xml"/><Relationship Id="rId6" Type="http://schemas.openxmlformats.org/officeDocument/2006/relationships/tags" Target="../tags/tag436.xml"/><Relationship Id="rId5" Type="http://schemas.openxmlformats.org/officeDocument/2006/relationships/tags" Target="../tags/tag435.xml"/><Relationship Id="rId4" Type="http://schemas.openxmlformats.org/officeDocument/2006/relationships/image" Target="../media/image1.emf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9" Type="http://schemas.openxmlformats.org/officeDocument/2006/relationships/tags" Target="../tags/tag446.xml"/><Relationship Id="rId8" Type="http://schemas.openxmlformats.org/officeDocument/2006/relationships/tags" Target="../tags/tag445.xml"/><Relationship Id="rId7" Type="http://schemas.openxmlformats.org/officeDocument/2006/relationships/tags" Target="../tags/tag444.xml"/><Relationship Id="rId6" Type="http://schemas.openxmlformats.org/officeDocument/2006/relationships/tags" Target="../tags/tag443.xml"/><Relationship Id="rId5" Type="http://schemas.openxmlformats.org/officeDocument/2006/relationships/tags" Target="../tags/tag442.xml"/><Relationship Id="rId4" Type="http://schemas.openxmlformats.org/officeDocument/2006/relationships/image" Target="../media/image1.emf"/><Relationship Id="rId3" Type="http://schemas.openxmlformats.org/officeDocument/2006/relationships/tags" Target="../tags/tag441.xml"/><Relationship Id="rId2" Type="http://schemas.openxmlformats.org/officeDocument/2006/relationships/tags" Target="../tags/tag440.xml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7" Type="http://schemas.openxmlformats.org/officeDocument/2006/relationships/tags" Target="../tags/tag451.xml"/><Relationship Id="rId6" Type="http://schemas.openxmlformats.org/officeDocument/2006/relationships/tags" Target="../tags/tag450.xml"/><Relationship Id="rId5" Type="http://schemas.openxmlformats.org/officeDocument/2006/relationships/tags" Target="../tags/tag449.xml"/><Relationship Id="rId4" Type="http://schemas.openxmlformats.org/officeDocument/2006/relationships/image" Target="../media/image1.emf"/><Relationship Id="rId3" Type="http://schemas.openxmlformats.org/officeDocument/2006/relationships/tags" Target="../tags/tag448.xml"/><Relationship Id="rId2" Type="http://schemas.openxmlformats.org/officeDocument/2006/relationships/tags" Target="../tags/tag447.xm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9" Type="http://schemas.openxmlformats.org/officeDocument/2006/relationships/tags" Target="../tags/tag458.xml"/><Relationship Id="rId8" Type="http://schemas.openxmlformats.org/officeDocument/2006/relationships/tags" Target="../tags/tag457.xml"/><Relationship Id="rId7" Type="http://schemas.openxmlformats.org/officeDocument/2006/relationships/tags" Target="../tags/tag456.xml"/><Relationship Id="rId6" Type="http://schemas.openxmlformats.org/officeDocument/2006/relationships/tags" Target="../tags/tag455.xml"/><Relationship Id="rId5" Type="http://schemas.openxmlformats.org/officeDocument/2006/relationships/tags" Target="../tags/tag454.xml"/><Relationship Id="rId4" Type="http://schemas.openxmlformats.org/officeDocument/2006/relationships/image" Target="../media/image1.emf"/><Relationship Id="rId3" Type="http://schemas.openxmlformats.org/officeDocument/2006/relationships/tags" Target="../tags/tag453.xml"/><Relationship Id="rId2" Type="http://schemas.openxmlformats.org/officeDocument/2006/relationships/tags" Target="../tags/tag452.xml"/><Relationship Id="rId10" Type="http://schemas.openxmlformats.org/officeDocument/2006/relationships/tags" Target="../tags/tag459.xml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9" Type="http://schemas.openxmlformats.org/officeDocument/2006/relationships/tags" Target="../tags/tag466.xml"/><Relationship Id="rId8" Type="http://schemas.openxmlformats.org/officeDocument/2006/relationships/tags" Target="../tags/tag465.xml"/><Relationship Id="rId7" Type="http://schemas.openxmlformats.org/officeDocument/2006/relationships/tags" Target="../tags/tag464.xml"/><Relationship Id="rId6" Type="http://schemas.openxmlformats.org/officeDocument/2006/relationships/image" Target="../media/image1.emf"/><Relationship Id="rId5" Type="http://schemas.openxmlformats.org/officeDocument/2006/relationships/tags" Target="../tags/tag463.xml"/><Relationship Id="rId4" Type="http://schemas.openxmlformats.org/officeDocument/2006/relationships/tags" Target="../tags/tag462.xml"/><Relationship Id="rId3" Type="http://schemas.openxmlformats.org/officeDocument/2006/relationships/tags" Target="../tags/tag461.xml"/><Relationship Id="rId2" Type="http://schemas.openxmlformats.org/officeDocument/2006/relationships/tags" Target="../tags/tag460.xml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tags" Target="../tags/tag473.xml"/><Relationship Id="rId8" Type="http://schemas.openxmlformats.org/officeDocument/2006/relationships/tags" Target="../tags/tag472.xml"/><Relationship Id="rId7" Type="http://schemas.openxmlformats.org/officeDocument/2006/relationships/tags" Target="../tags/tag471.xml"/><Relationship Id="rId6" Type="http://schemas.openxmlformats.org/officeDocument/2006/relationships/tags" Target="../tags/tag470.xml"/><Relationship Id="rId5" Type="http://schemas.openxmlformats.org/officeDocument/2006/relationships/image" Target="../media/image1.emf"/><Relationship Id="rId4" Type="http://schemas.openxmlformats.org/officeDocument/2006/relationships/tags" Target="../tags/tag469.xml"/><Relationship Id="rId3" Type="http://schemas.openxmlformats.org/officeDocument/2006/relationships/tags" Target="../tags/tag468.xml"/><Relationship Id="rId2" Type="http://schemas.openxmlformats.org/officeDocument/2006/relationships/tags" Target="../tags/tag467.xml"/><Relationship Id="rId10" Type="http://schemas.openxmlformats.org/officeDocument/2006/relationships/tags" Target="../tags/tag474.xm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7" Type="http://schemas.openxmlformats.org/officeDocument/2006/relationships/tags" Target="../tags/tag480.xml"/><Relationship Id="rId6" Type="http://schemas.openxmlformats.org/officeDocument/2006/relationships/tags" Target="../tags/tag479.xml"/><Relationship Id="rId5" Type="http://schemas.openxmlformats.org/officeDocument/2006/relationships/tags" Target="../tags/tag478.xml"/><Relationship Id="rId4" Type="http://schemas.openxmlformats.org/officeDocument/2006/relationships/tags" Target="../tags/tag477.xml"/><Relationship Id="rId3" Type="http://schemas.openxmlformats.org/officeDocument/2006/relationships/tags" Target="../tags/tag476.xml"/><Relationship Id="rId2" Type="http://schemas.openxmlformats.org/officeDocument/2006/relationships/tags" Target="../tags/tag475.xml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tags" Target="../tags/tag486.xml"/><Relationship Id="rId7" Type="http://schemas.openxmlformats.org/officeDocument/2006/relationships/tags" Target="../tags/tag485.xml"/><Relationship Id="rId6" Type="http://schemas.openxmlformats.org/officeDocument/2006/relationships/tags" Target="../tags/tag484.xml"/><Relationship Id="rId5" Type="http://schemas.openxmlformats.org/officeDocument/2006/relationships/image" Target="../media/image1.emf"/><Relationship Id="rId4" Type="http://schemas.openxmlformats.org/officeDocument/2006/relationships/tags" Target="../tags/tag483.xml"/><Relationship Id="rId3" Type="http://schemas.openxmlformats.org/officeDocument/2006/relationships/tags" Target="../tags/tag482.xml"/><Relationship Id="rId2" Type="http://schemas.openxmlformats.org/officeDocument/2006/relationships/tags" Target="../tags/tag481.xml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8" Type="http://schemas.openxmlformats.org/officeDocument/2006/relationships/tags" Target="../tags/tag492.xml"/><Relationship Id="rId7" Type="http://schemas.openxmlformats.org/officeDocument/2006/relationships/tags" Target="../tags/tag491.xml"/><Relationship Id="rId6" Type="http://schemas.openxmlformats.org/officeDocument/2006/relationships/tags" Target="../tags/tag490.xml"/><Relationship Id="rId5" Type="http://schemas.openxmlformats.org/officeDocument/2006/relationships/tags" Target="../tags/tag489.xml"/><Relationship Id="rId4" Type="http://schemas.openxmlformats.org/officeDocument/2006/relationships/image" Target="../media/image1.emf"/><Relationship Id="rId3" Type="http://schemas.openxmlformats.org/officeDocument/2006/relationships/tags" Target="../tags/tag488.xml"/><Relationship Id="rId2" Type="http://schemas.openxmlformats.org/officeDocument/2006/relationships/tags" Target="../tags/tag487.xml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8" Type="http://schemas.openxmlformats.org/officeDocument/2006/relationships/tags" Target="../tags/tag498.xml"/><Relationship Id="rId7" Type="http://schemas.openxmlformats.org/officeDocument/2006/relationships/tags" Target="../tags/tag497.xml"/><Relationship Id="rId6" Type="http://schemas.openxmlformats.org/officeDocument/2006/relationships/tags" Target="../tags/tag496.xml"/><Relationship Id="rId5" Type="http://schemas.openxmlformats.org/officeDocument/2006/relationships/tags" Target="../tags/tag495.xml"/><Relationship Id="rId4" Type="http://schemas.openxmlformats.org/officeDocument/2006/relationships/image" Target="../media/image1.emf"/><Relationship Id="rId3" Type="http://schemas.openxmlformats.org/officeDocument/2006/relationships/tags" Target="../tags/tag494.xml"/><Relationship Id="rId2" Type="http://schemas.openxmlformats.org/officeDocument/2006/relationships/tags" Target="../tags/tag493.xml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9" Type="http://schemas.openxmlformats.org/officeDocument/2006/relationships/tags" Target="../tags/tag505.xml"/><Relationship Id="rId8" Type="http://schemas.openxmlformats.org/officeDocument/2006/relationships/tags" Target="../tags/tag504.xml"/><Relationship Id="rId7" Type="http://schemas.openxmlformats.org/officeDocument/2006/relationships/tags" Target="../tags/tag503.xml"/><Relationship Id="rId6" Type="http://schemas.openxmlformats.org/officeDocument/2006/relationships/tags" Target="../tags/tag502.xml"/><Relationship Id="rId5" Type="http://schemas.openxmlformats.org/officeDocument/2006/relationships/image" Target="../media/image1.emf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0" Type="http://schemas.openxmlformats.org/officeDocument/2006/relationships/tags" Target="../tags/tag506.xml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9" Type="http://schemas.openxmlformats.org/officeDocument/2006/relationships/tags" Target="../tags/tag519.xml"/><Relationship Id="rId8" Type="http://schemas.openxmlformats.org/officeDocument/2006/relationships/tags" Target="../tags/tag518.xml"/><Relationship Id="rId7" Type="http://schemas.openxmlformats.org/officeDocument/2006/relationships/tags" Target="../tags/tag517.xml"/><Relationship Id="rId6" Type="http://schemas.openxmlformats.org/officeDocument/2006/relationships/tags" Target="../tags/tag516.xml"/><Relationship Id="rId5" Type="http://schemas.openxmlformats.org/officeDocument/2006/relationships/tags" Target="../tags/tag515.xml"/><Relationship Id="rId4" Type="http://schemas.openxmlformats.org/officeDocument/2006/relationships/image" Target="../media/image1.emf"/><Relationship Id="rId3" Type="http://schemas.openxmlformats.org/officeDocument/2006/relationships/tags" Target="../tags/tag514.xml"/><Relationship Id="rId2" Type="http://schemas.openxmlformats.org/officeDocument/2006/relationships/tags" Target="../tags/tag513.xml"/><Relationship Id="rId12" Type="http://schemas.openxmlformats.org/officeDocument/2006/relationships/tags" Target="../tags/tag522.xml"/><Relationship Id="rId11" Type="http://schemas.openxmlformats.org/officeDocument/2006/relationships/tags" Target="../tags/tag521.xml"/><Relationship Id="rId10" Type="http://schemas.openxmlformats.org/officeDocument/2006/relationships/tags" Target="../tags/tag520.xml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7" Type="http://schemas.openxmlformats.org/officeDocument/2006/relationships/tags" Target="../tags/tag527.xml"/><Relationship Id="rId6" Type="http://schemas.openxmlformats.org/officeDocument/2006/relationships/tags" Target="../tags/tag526.xml"/><Relationship Id="rId5" Type="http://schemas.openxmlformats.org/officeDocument/2006/relationships/tags" Target="../tags/tag525.xml"/><Relationship Id="rId4" Type="http://schemas.openxmlformats.org/officeDocument/2006/relationships/image" Target="../media/image1.emf"/><Relationship Id="rId3" Type="http://schemas.openxmlformats.org/officeDocument/2006/relationships/tags" Target="../tags/tag524.xml"/><Relationship Id="rId2" Type="http://schemas.openxmlformats.org/officeDocument/2006/relationships/tags" Target="../tags/tag523.xml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34.xml"/><Relationship Id="rId7" Type="http://schemas.openxmlformats.org/officeDocument/2006/relationships/tags" Target="../tags/tag533.xml"/><Relationship Id="rId6" Type="http://schemas.openxmlformats.org/officeDocument/2006/relationships/tags" Target="../tags/tag532.xml"/><Relationship Id="rId5" Type="http://schemas.openxmlformats.org/officeDocument/2006/relationships/tags" Target="../tags/tag531.xml"/><Relationship Id="rId4" Type="http://schemas.openxmlformats.org/officeDocument/2006/relationships/tags" Target="../tags/tag530.xml"/><Relationship Id="rId3" Type="http://schemas.openxmlformats.org/officeDocument/2006/relationships/tags" Target="../tags/tag529.xml"/><Relationship Id="rId2" Type="http://schemas.openxmlformats.org/officeDocument/2006/relationships/tags" Target="../tags/tag528.xml"/><Relationship Id="rId12" Type="http://schemas.openxmlformats.org/officeDocument/2006/relationships/tags" Target="../tags/tag537.xml"/><Relationship Id="rId11" Type="http://schemas.openxmlformats.org/officeDocument/2006/relationships/tags" Target="../tags/tag536.xml"/><Relationship Id="rId10" Type="http://schemas.openxmlformats.org/officeDocument/2006/relationships/tags" Target="../tags/tag535.xml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image" Target="../media/image1.emf"/><Relationship Id="rId5" Type="http://schemas.openxmlformats.org/officeDocument/2006/relationships/tags" Target="../tags/tag541.xml"/><Relationship Id="rId4" Type="http://schemas.openxmlformats.org/officeDocument/2006/relationships/tags" Target="../tags/tag540.xml"/><Relationship Id="rId3" Type="http://schemas.openxmlformats.org/officeDocument/2006/relationships/tags" Target="../tags/tag539.xml"/><Relationship Id="rId2" Type="http://schemas.openxmlformats.org/officeDocument/2006/relationships/tags" Target="../tags/tag538.xml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9" Type="http://schemas.openxmlformats.org/officeDocument/2006/relationships/tags" Target="../tags/tag551.xml"/><Relationship Id="rId8" Type="http://schemas.openxmlformats.org/officeDocument/2006/relationships/tags" Target="../tags/tag550.xml"/><Relationship Id="rId7" Type="http://schemas.openxmlformats.org/officeDocument/2006/relationships/tags" Target="../tags/tag549.xml"/><Relationship Id="rId6" Type="http://schemas.openxmlformats.org/officeDocument/2006/relationships/tags" Target="../tags/tag548.xml"/><Relationship Id="rId5" Type="http://schemas.openxmlformats.org/officeDocument/2006/relationships/tags" Target="../tags/tag547.xml"/><Relationship Id="rId4" Type="http://schemas.openxmlformats.org/officeDocument/2006/relationships/image" Target="../media/image1.emf"/><Relationship Id="rId3" Type="http://schemas.openxmlformats.org/officeDocument/2006/relationships/tags" Target="../tags/tag546.xml"/><Relationship Id="rId2" Type="http://schemas.openxmlformats.org/officeDocument/2006/relationships/tags" Target="../tags/tag545.xml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8" Type="http://schemas.openxmlformats.org/officeDocument/2006/relationships/tags" Target="../tags/tag557.xml"/><Relationship Id="rId7" Type="http://schemas.openxmlformats.org/officeDocument/2006/relationships/tags" Target="../tags/tag556.xml"/><Relationship Id="rId6" Type="http://schemas.openxmlformats.org/officeDocument/2006/relationships/tags" Target="../tags/tag555.xml"/><Relationship Id="rId5" Type="http://schemas.openxmlformats.org/officeDocument/2006/relationships/image" Target="../media/image3.jpeg"/><Relationship Id="rId4" Type="http://schemas.openxmlformats.org/officeDocument/2006/relationships/tags" Target="../tags/tag554.xml"/><Relationship Id="rId3" Type="http://schemas.openxmlformats.org/officeDocument/2006/relationships/tags" Target="../tags/tag553.xml"/><Relationship Id="rId2" Type="http://schemas.openxmlformats.org/officeDocument/2006/relationships/tags" Target="../tags/tag552.xml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4" Type="http://schemas.openxmlformats.org/officeDocument/2006/relationships/tags" Target="../tags/tag560.xml"/><Relationship Id="rId3" Type="http://schemas.openxmlformats.org/officeDocument/2006/relationships/tags" Target="../tags/tag559.xml"/><Relationship Id="rId2" Type="http://schemas.openxmlformats.org/officeDocument/2006/relationships/tags" Target="../tags/tag558.xml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9" Type="http://schemas.openxmlformats.org/officeDocument/2006/relationships/tags" Target="../tags/tag567.xml"/><Relationship Id="rId8" Type="http://schemas.openxmlformats.org/officeDocument/2006/relationships/tags" Target="../tags/tag566.xml"/><Relationship Id="rId7" Type="http://schemas.openxmlformats.org/officeDocument/2006/relationships/tags" Target="../tags/tag565.xml"/><Relationship Id="rId6" Type="http://schemas.openxmlformats.org/officeDocument/2006/relationships/tags" Target="../tags/tag564.xml"/><Relationship Id="rId5" Type="http://schemas.openxmlformats.org/officeDocument/2006/relationships/tags" Target="../tags/tag563.xml"/><Relationship Id="rId4" Type="http://schemas.openxmlformats.org/officeDocument/2006/relationships/image" Target="../media/image1.emf"/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9" Type="http://schemas.openxmlformats.org/officeDocument/2006/relationships/tags" Target="../tags/tag574.xml"/><Relationship Id="rId8" Type="http://schemas.openxmlformats.org/officeDocument/2006/relationships/tags" Target="../tags/tag573.xml"/><Relationship Id="rId7" Type="http://schemas.openxmlformats.org/officeDocument/2006/relationships/tags" Target="../tags/tag572.xml"/><Relationship Id="rId6" Type="http://schemas.openxmlformats.org/officeDocument/2006/relationships/tags" Target="../tags/tag571.xml"/><Relationship Id="rId5" Type="http://schemas.openxmlformats.org/officeDocument/2006/relationships/tags" Target="../tags/tag570.xml"/><Relationship Id="rId4" Type="http://schemas.openxmlformats.org/officeDocument/2006/relationships/image" Target="../media/image1.emf"/><Relationship Id="rId3" Type="http://schemas.openxmlformats.org/officeDocument/2006/relationships/tags" Target="../tags/tag569.xml"/><Relationship Id="rId2" Type="http://schemas.openxmlformats.org/officeDocument/2006/relationships/tags" Target="../tags/tag568.xml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7" Type="http://schemas.openxmlformats.org/officeDocument/2006/relationships/tags" Target="../tags/tag579.xml"/><Relationship Id="rId6" Type="http://schemas.openxmlformats.org/officeDocument/2006/relationships/tags" Target="../tags/tag578.xml"/><Relationship Id="rId5" Type="http://schemas.openxmlformats.org/officeDocument/2006/relationships/tags" Target="../tags/tag577.xml"/><Relationship Id="rId4" Type="http://schemas.openxmlformats.org/officeDocument/2006/relationships/image" Target="../media/image1.emf"/><Relationship Id="rId3" Type="http://schemas.openxmlformats.org/officeDocument/2006/relationships/tags" Target="../tags/tag576.xml"/><Relationship Id="rId2" Type="http://schemas.openxmlformats.org/officeDocument/2006/relationships/tags" Target="../tags/tag575.xml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9" Type="http://schemas.openxmlformats.org/officeDocument/2006/relationships/tags" Target="../tags/tag586.xml"/><Relationship Id="rId8" Type="http://schemas.openxmlformats.org/officeDocument/2006/relationships/tags" Target="../tags/tag585.xml"/><Relationship Id="rId7" Type="http://schemas.openxmlformats.org/officeDocument/2006/relationships/tags" Target="../tags/tag584.xml"/><Relationship Id="rId6" Type="http://schemas.openxmlformats.org/officeDocument/2006/relationships/tags" Target="../tags/tag583.xml"/><Relationship Id="rId5" Type="http://schemas.openxmlformats.org/officeDocument/2006/relationships/tags" Target="../tags/tag582.xml"/><Relationship Id="rId4" Type="http://schemas.openxmlformats.org/officeDocument/2006/relationships/image" Target="../media/image1.emf"/><Relationship Id="rId3" Type="http://schemas.openxmlformats.org/officeDocument/2006/relationships/tags" Target="../tags/tag581.xml"/><Relationship Id="rId2" Type="http://schemas.openxmlformats.org/officeDocument/2006/relationships/tags" Target="../tags/tag580.xml"/><Relationship Id="rId10" Type="http://schemas.openxmlformats.org/officeDocument/2006/relationships/tags" Target="../tags/tag587.xml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9" Type="http://schemas.openxmlformats.org/officeDocument/2006/relationships/tags" Target="../tags/tag594.xml"/><Relationship Id="rId8" Type="http://schemas.openxmlformats.org/officeDocument/2006/relationships/tags" Target="../tags/tag593.xml"/><Relationship Id="rId7" Type="http://schemas.openxmlformats.org/officeDocument/2006/relationships/tags" Target="../tags/tag592.xml"/><Relationship Id="rId6" Type="http://schemas.openxmlformats.org/officeDocument/2006/relationships/image" Target="../media/image1.emf"/><Relationship Id="rId5" Type="http://schemas.openxmlformats.org/officeDocument/2006/relationships/tags" Target="../tags/tag591.xml"/><Relationship Id="rId4" Type="http://schemas.openxmlformats.org/officeDocument/2006/relationships/tags" Target="../tags/tag590.xml"/><Relationship Id="rId3" Type="http://schemas.openxmlformats.org/officeDocument/2006/relationships/tags" Target="../tags/tag589.xml"/><Relationship Id="rId2" Type="http://schemas.openxmlformats.org/officeDocument/2006/relationships/tags" Target="../tags/tag588.xml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9" Type="http://schemas.openxmlformats.org/officeDocument/2006/relationships/tags" Target="../tags/tag601.xml"/><Relationship Id="rId8" Type="http://schemas.openxmlformats.org/officeDocument/2006/relationships/tags" Target="../tags/tag600.xml"/><Relationship Id="rId7" Type="http://schemas.openxmlformats.org/officeDocument/2006/relationships/tags" Target="../tags/tag599.xml"/><Relationship Id="rId6" Type="http://schemas.openxmlformats.org/officeDocument/2006/relationships/tags" Target="../tags/tag598.xml"/><Relationship Id="rId5" Type="http://schemas.openxmlformats.org/officeDocument/2006/relationships/image" Target="../media/image1.emf"/><Relationship Id="rId4" Type="http://schemas.openxmlformats.org/officeDocument/2006/relationships/tags" Target="../tags/tag597.xml"/><Relationship Id="rId3" Type="http://schemas.openxmlformats.org/officeDocument/2006/relationships/tags" Target="../tags/tag596.xml"/><Relationship Id="rId2" Type="http://schemas.openxmlformats.org/officeDocument/2006/relationships/tags" Target="../tags/tag595.xml"/><Relationship Id="rId10" Type="http://schemas.openxmlformats.org/officeDocument/2006/relationships/tags" Target="../tags/tag602.xml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7" Type="http://schemas.openxmlformats.org/officeDocument/2006/relationships/tags" Target="../tags/tag608.xml"/><Relationship Id="rId6" Type="http://schemas.openxmlformats.org/officeDocument/2006/relationships/tags" Target="../tags/tag607.xml"/><Relationship Id="rId5" Type="http://schemas.openxmlformats.org/officeDocument/2006/relationships/tags" Target="../tags/tag606.xml"/><Relationship Id="rId4" Type="http://schemas.openxmlformats.org/officeDocument/2006/relationships/tags" Target="../tags/tag605.xml"/><Relationship Id="rId3" Type="http://schemas.openxmlformats.org/officeDocument/2006/relationships/tags" Target="../tags/tag604.xml"/><Relationship Id="rId2" Type="http://schemas.openxmlformats.org/officeDocument/2006/relationships/tags" Target="../tags/tag603.xml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8" Type="http://schemas.openxmlformats.org/officeDocument/2006/relationships/tags" Target="../tags/tag614.xml"/><Relationship Id="rId7" Type="http://schemas.openxmlformats.org/officeDocument/2006/relationships/tags" Target="../tags/tag613.xml"/><Relationship Id="rId6" Type="http://schemas.openxmlformats.org/officeDocument/2006/relationships/tags" Target="../tags/tag612.xml"/><Relationship Id="rId5" Type="http://schemas.openxmlformats.org/officeDocument/2006/relationships/image" Target="../media/image1.emf"/><Relationship Id="rId4" Type="http://schemas.openxmlformats.org/officeDocument/2006/relationships/tags" Target="../tags/tag611.xml"/><Relationship Id="rId3" Type="http://schemas.openxmlformats.org/officeDocument/2006/relationships/tags" Target="../tags/tag610.xml"/><Relationship Id="rId2" Type="http://schemas.openxmlformats.org/officeDocument/2006/relationships/tags" Target="../tags/tag609.xml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8" Type="http://schemas.openxmlformats.org/officeDocument/2006/relationships/tags" Target="../tags/tag620.xml"/><Relationship Id="rId7" Type="http://schemas.openxmlformats.org/officeDocument/2006/relationships/tags" Target="../tags/tag619.xml"/><Relationship Id="rId6" Type="http://schemas.openxmlformats.org/officeDocument/2006/relationships/tags" Target="../tags/tag618.xml"/><Relationship Id="rId5" Type="http://schemas.openxmlformats.org/officeDocument/2006/relationships/tags" Target="../tags/tag617.xml"/><Relationship Id="rId4" Type="http://schemas.openxmlformats.org/officeDocument/2006/relationships/image" Target="../media/image1.emf"/><Relationship Id="rId3" Type="http://schemas.openxmlformats.org/officeDocument/2006/relationships/tags" Target="../tags/tag616.xml"/><Relationship Id="rId2" Type="http://schemas.openxmlformats.org/officeDocument/2006/relationships/tags" Target="../tags/tag615.xml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8" Type="http://schemas.openxmlformats.org/officeDocument/2006/relationships/tags" Target="../tags/tag626.xml"/><Relationship Id="rId7" Type="http://schemas.openxmlformats.org/officeDocument/2006/relationships/tags" Target="../tags/tag625.xml"/><Relationship Id="rId6" Type="http://schemas.openxmlformats.org/officeDocument/2006/relationships/tags" Target="../tags/tag624.xml"/><Relationship Id="rId5" Type="http://schemas.openxmlformats.org/officeDocument/2006/relationships/tags" Target="../tags/tag623.xml"/><Relationship Id="rId4" Type="http://schemas.openxmlformats.org/officeDocument/2006/relationships/image" Target="../media/image1.emf"/><Relationship Id="rId3" Type="http://schemas.openxmlformats.org/officeDocument/2006/relationships/tags" Target="../tags/tag622.xml"/><Relationship Id="rId2" Type="http://schemas.openxmlformats.org/officeDocument/2006/relationships/tags" Target="../tags/tag621.xml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9" Type="http://schemas.openxmlformats.org/officeDocument/2006/relationships/tags" Target="../tags/tag633.xml"/><Relationship Id="rId8" Type="http://schemas.openxmlformats.org/officeDocument/2006/relationships/tags" Target="../tags/tag632.xml"/><Relationship Id="rId7" Type="http://schemas.openxmlformats.org/officeDocument/2006/relationships/tags" Target="../tags/tag631.xml"/><Relationship Id="rId6" Type="http://schemas.openxmlformats.org/officeDocument/2006/relationships/tags" Target="../tags/tag630.xml"/><Relationship Id="rId5" Type="http://schemas.openxmlformats.org/officeDocument/2006/relationships/image" Target="../media/image1.emf"/><Relationship Id="rId4" Type="http://schemas.openxmlformats.org/officeDocument/2006/relationships/tags" Target="../tags/tag629.xml"/><Relationship Id="rId3" Type="http://schemas.openxmlformats.org/officeDocument/2006/relationships/tags" Target="../tags/tag628.xml"/><Relationship Id="rId2" Type="http://schemas.openxmlformats.org/officeDocument/2006/relationships/tags" Target="../tags/tag627.xml"/><Relationship Id="rId10" Type="http://schemas.openxmlformats.org/officeDocument/2006/relationships/tags" Target="../tags/tag634.xml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9" Type="http://schemas.openxmlformats.org/officeDocument/2006/relationships/tags" Target="../tags/tag647.xml"/><Relationship Id="rId8" Type="http://schemas.openxmlformats.org/officeDocument/2006/relationships/tags" Target="../tags/tag646.xml"/><Relationship Id="rId7" Type="http://schemas.openxmlformats.org/officeDocument/2006/relationships/tags" Target="../tags/tag645.xml"/><Relationship Id="rId6" Type="http://schemas.openxmlformats.org/officeDocument/2006/relationships/tags" Target="../tags/tag644.xml"/><Relationship Id="rId5" Type="http://schemas.openxmlformats.org/officeDocument/2006/relationships/tags" Target="../tags/tag643.xml"/><Relationship Id="rId4" Type="http://schemas.openxmlformats.org/officeDocument/2006/relationships/image" Target="../media/image1.emf"/><Relationship Id="rId3" Type="http://schemas.openxmlformats.org/officeDocument/2006/relationships/tags" Target="../tags/tag642.xml"/><Relationship Id="rId2" Type="http://schemas.openxmlformats.org/officeDocument/2006/relationships/tags" Target="../tags/tag641.xml"/><Relationship Id="rId12" Type="http://schemas.openxmlformats.org/officeDocument/2006/relationships/tags" Target="../tags/tag650.xml"/><Relationship Id="rId11" Type="http://schemas.openxmlformats.org/officeDocument/2006/relationships/tags" Target="../tags/tag649.xml"/><Relationship Id="rId10" Type="http://schemas.openxmlformats.org/officeDocument/2006/relationships/tags" Target="../tags/tag648.xml"/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7" Type="http://schemas.openxmlformats.org/officeDocument/2006/relationships/tags" Target="../tags/tag655.xml"/><Relationship Id="rId6" Type="http://schemas.openxmlformats.org/officeDocument/2006/relationships/tags" Target="../tags/tag654.xml"/><Relationship Id="rId5" Type="http://schemas.openxmlformats.org/officeDocument/2006/relationships/tags" Target="../tags/tag653.xml"/><Relationship Id="rId4" Type="http://schemas.openxmlformats.org/officeDocument/2006/relationships/image" Target="../media/image1.emf"/><Relationship Id="rId3" Type="http://schemas.openxmlformats.org/officeDocument/2006/relationships/tags" Target="../tags/tag652.xml"/><Relationship Id="rId2" Type="http://schemas.openxmlformats.org/officeDocument/2006/relationships/tags" Target="../tags/tag651.xml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62.xml"/><Relationship Id="rId7" Type="http://schemas.openxmlformats.org/officeDocument/2006/relationships/tags" Target="../tags/tag661.xml"/><Relationship Id="rId6" Type="http://schemas.openxmlformats.org/officeDocument/2006/relationships/tags" Target="../tags/tag660.xml"/><Relationship Id="rId5" Type="http://schemas.openxmlformats.org/officeDocument/2006/relationships/tags" Target="../tags/tag659.xml"/><Relationship Id="rId4" Type="http://schemas.openxmlformats.org/officeDocument/2006/relationships/tags" Target="../tags/tag658.xml"/><Relationship Id="rId3" Type="http://schemas.openxmlformats.org/officeDocument/2006/relationships/tags" Target="../tags/tag657.xml"/><Relationship Id="rId2" Type="http://schemas.openxmlformats.org/officeDocument/2006/relationships/tags" Target="../tags/tag656.xml"/><Relationship Id="rId12" Type="http://schemas.openxmlformats.org/officeDocument/2006/relationships/tags" Target="../tags/tag665.xml"/><Relationship Id="rId11" Type="http://schemas.openxmlformats.org/officeDocument/2006/relationships/tags" Target="../tags/tag664.xml"/><Relationship Id="rId10" Type="http://schemas.openxmlformats.org/officeDocument/2006/relationships/tags" Target="../tags/tag663.xml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9" Type="http://schemas.openxmlformats.org/officeDocument/2006/relationships/tags" Target="../tags/tag672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image" Target="../media/image1.emf"/><Relationship Id="rId5" Type="http://schemas.openxmlformats.org/officeDocument/2006/relationships/tags" Target="../tags/tag669.xml"/><Relationship Id="rId4" Type="http://schemas.openxmlformats.org/officeDocument/2006/relationships/tags" Target="../tags/tag668.xml"/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9" Type="http://schemas.openxmlformats.org/officeDocument/2006/relationships/tags" Target="../tags/tag679.xml"/><Relationship Id="rId8" Type="http://schemas.openxmlformats.org/officeDocument/2006/relationships/tags" Target="../tags/tag678.xml"/><Relationship Id="rId7" Type="http://schemas.openxmlformats.org/officeDocument/2006/relationships/tags" Target="../tags/tag677.xml"/><Relationship Id="rId6" Type="http://schemas.openxmlformats.org/officeDocument/2006/relationships/tags" Target="../tags/tag676.xml"/><Relationship Id="rId5" Type="http://schemas.openxmlformats.org/officeDocument/2006/relationships/tags" Target="../tags/tag675.xml"/><Relationship Id="rId4" Type="http://schemas.openxmlformats.org/officeDocument/2006/relationships/image" Target="../media/image1.emf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image" Target="../media/image3.jpeg"/><Relationship Id="rId4" Type="http://schemas.openxmlformats.org/officeDocument/2006/relationships/tags" Target="../tags/tag682.xml"/><Relationship Id="rId3" Type="http://schemas.openxmlformats.org/officeDocument/2006/relationships/tags" Target="../tags/tag681.xml"/><Relationship Id="rId2" Type="http://schemas.openxmlformats.org/officeDocument/2006/relationships/tags" Target="../tags/tag680.xml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4" Type="http://schemas.openxmlformats.org/officeDocument/2006/relationships/tags" Target="../tags/tag688.xml"/><Relationship Id="rId3" Type="http://schemas.openxmlformats.org/officeDocument/2006/relationships/tags" Target="../tags/tag687.xml"/><Relationship Id="rId2" Type="http://schemas.openxmlformats.org/officeDocument/2006/relationships/tags" Target="../tags/tag686.xml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9" Type="http://schemas.openxmlformats.org/officeDocument/2006/relationships/tags" Target="../tags/tag695.xml"/><Relationship Id="rId8" Type="http://schemas.openxmlformats.org/officeDocument/2006/relationships/tags" Target="../tags/tag694.xml"/><Relationship Id="rId7" Type="http://schemas.openxmlformats.org/officeDocument/2006/relationships/tags" Target="../tags/tag693.xml"/><Relationship Id="rId6" Type="http://schemas.openxmlformats.org/officeDocument/2006/relationships/tags" Target="../tags/tag692.xml"/><Relationship Id="rId5" Type="http://schemas.openxmlformats.org/officeDocument/2006/relationships/tags" Target="../tags/tag691.xml"/><Relationship Id="rId4" Type="http://schemas.openxmlformats.org/officeDocument/2006/relationships/image" Target="../media/image1.emf"/><Relationship Id="rId3" Type="http://schemas.openxmlformats.org/officeDocument/2006/relationships/tags" Target="../tags/tag690.xml"/><Relationship Id="rId2" Type="http://schemas.openxmlformats.org/officeDocument/2006/relationships/tags" Target="../tags/tag689.xml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9" Type="http://schemas.openxmlformats.org/officeDocument/2006/relationships/tags" Target="../tags/tag702.xml"/><Relationship Id="rId8" Type="http://schemas.openxmlformats.org/officeDocument/2006/relationships/tags" Target="../tags/tag701.xml"/><Relationship Id="rId7" Type="http://schemas.openxmlformats.org/officeDocument/2006/relationships/tags" Target="../tags/tag700.xml"/><Relationship Id="rId6" Type="http://schemas.openxmlformats.org/officeDocument/2006/relationships/tags" Target="../tags/tag699.xml"/><Relationship Id="rId5" Type="http://schemas.openxmlformats.org/officeDocument/2006/relationships/tags" Target="../tags/tag698.xml"/><Relationship Id="rId4" Type="http://schemas.openxmlformats.org/officeDocument/2006/relationships/image" Target="../media/image1.emf"/><Relationship Id="rId3" Type="http://schemas.openxmlformats.org/officeDocument/2006/relationships/tags" Target="../tags/tag697.xml"/><Relationship Id="rId2" Type="http://schemas.openxmlformats.org/officeDocument/2006/relationships/tags" Target="../tags/tag696.xml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7" Type="http://schemas.openxmlformats.org/officeDocument/2006/relationships/tags" Target="../tags/tag707.xml"/><Relationship Id="rId6" Type="http://schemas.openxmlformats.org/officeDocument/2006/relationships/tags" Target="../tags/tag706.xml"/><Relationship Id="rId5" Type="http://schemas.openxmlformats.org/officeDocument/2006/relationships/tags" Target="../tags/tag705.xml"/><Relationship Id="rId4" Type="http://schemas.openxmlformats.org/officeDocument/2006/relationships/image" Target="../media/image1.emf"/><Relationship Id="rId3" Type="http://schemas.openxmlformats.org/officeDocument/2006/relationships/tags" Target="../tags/tag704.xml"/><Relationship Id="rId2" Type="http://schemas.openxmlformats.org/officeDocument/2006/relationships/tags" Target="../tags/tag703.xml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9" Type="http://schemas.openxmlformats.org/officeDocument/2006/relationships/tags" Target="../tags/tag714.xml"/><Relationship Id="rId8" Type="http://schemas.openxmlformats.org/officeDocument/2006/relationships/tags" Target="../tags/tag713.xml"/><Relationship Id="rId7" Type="http://schemas.openxmlformats.org/officeDocument/2006/relationships/tags" Target="../tags/tag712.xml"/><Relationship Id="rId6" Type="http://schemas.openxmlformats.org/officeDocument/2006/relationships/tags" Target="../tags/tag711.xml"/><Relationship Id="rId5" Type="http://schemas.openxmlformats.org/officeDocument/2006/relationships/tags" Target="../tags/tag710.xml"/><Relationship Id="rId4" Type="http://schemas.openxmlformats.org/officeDocument/2006/relationships/image" Target="../media/image1.emf"/><Relationship Id="rId3" Type="http://schemas.openxmlformats.org/officeDocument/2006/relationships/tags" Target="../tags/tag709.xml"/><Relationship Id="rId2" Type="http://schemas.openxmlformats.org/officeDocument/2006/relationships/tags" Target="../tags/tag708.xml"/><Relationship Id="rId10" Type="http://schemas.openxmlformats.org/officeDocument/2006/relationships/tags" Target="../tags/tag715.xml"/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9" Type="http://schemas.openxmlformats.org/officeDocument/2006/relationships/tags" Target="../tags/tag722.xml"/><Relationship Id="rId8" Type="http://schemas.openxmlformats.org/officeDocument/2006/relationships/tags" Target="../tags/tag721.xml"/><Relationship Id="rId7" Type="http://schemas.openxmlformats.org/officeDocument/2006/relationships/tags" Target="../tags/tag720.xml"/><Relationship Id="rId6" Type="http://schemas.openxmlformats.org/officeDocument/2006/relationships/image" Target="../media/image1.emf"/><Relationship Id="rId5" Type="http://schemas.openxmlformats.org/officeDocument/2006/relationships/tags" Target="../tags/tag719.xml"/><Relationship Id="rId4" Type="http://schemas.openxmlformats.org/officeDocument/2006/relationships/tags" Target="../tags/tag718.xml"/><Relationship Id="rId3" Type="http://schemas.openxmlformats.org/officeDocument/2006/relationships/tags" Target="../tags/tag717.xml"/><Relationship Id="rId2" Type="http://schemas.openxmlformats.org/officeDocument/2006/relationships/tags" Target="../tags/tag716.xml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9" Type="http://schemas.openxmlformats.org/officeDocument/2006/relationships/tags" Target="../tags/tag729.xml"/><Relationship Id="rId8" Type="http://schemas.openxmlformats.org/officeDocument/2006/relationships/tags" Target="../tags/tag728.xml"/><Relationship Id="rId7" Type="http://schemas.openxmlformats.org/officeDocument/2006/relationships/tags" Target="../tags/tag727.xml"/><Relationship Id="rId6" Type="http://schemas.openxmlformats.org/officeDocument/2006/relationships/tags" Target="../tags/tag726.xml"/><Relationship Id="rId5" Type="http://schemas.openxmlformats.org/officeDocument/2006/relationships/image" Target="../media/image1.emf"/><Relationship Id="rId4" Type="http://schemas.openxmlformats.org/officeDocument/2006/relationships/tags" Target="../tags/tag725.xml"/><Relationship Id="rId3" Type="http://schemas.openxmlformats.org/officeDocument/2006/relationships/tags" Target="../tags/tag724.xml"/><Relationship Id="rId2" Type="http://schemas.openxmlformats.org/officeDocument/2006/relationships/tags" Target="../tags/tag723.xml"/><Relationship Id="rId10" Type="http://schemas.openxmlformats.org/officeDocument/2006/relationships/tags" Target="../tags/tag730.xml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7" Type="http://schemas.openxmlformats.org/officeDocument/2006/relationships/tags" Target="../tags/tag736.xml"/><Relationship Id="rId6" Type="http://schemas.openxmlformats.org/officeDocument/2006/relationships/tags" Target="../tags/tag735.xml"/><Relationship Id="rId5" Type="http://schemas.openxmlformats.org/officeDocument/2006/relationships/tags" Target="../tags/tag734.xml"/><Relationship Id="rId4" Type="http://schemas.openxmlformats.org/officeDocument/2006/relationships/tags" Target="../tags/tag733.xml"/><Relationship Id="rId3" Type="http://schemas.openxmlformats.org/officeDocument/2006/relationships/tags" Target="../tags/tag732.xml"/><Relationship Id="rId2" Type="http://schemas.openxmlformats.org/officeDocument/2006/relationships/tags" Target="../tags/tag731.xml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8" Type="http://schemas.openxmlformats.org/officeDocument/2006/relationships/tags" Target="../tags/tag742.xml"/><Relationship Id="rId7" Type="http://schemas.openxmlformats.org/officeDocument/2006/relationships/tags" Target="../tags/tag741.xml"/><Relationship Id="rId6" Type="http://schemas.openxmlformats.org/officeDocument/2006/relationships/tags" Target="../tags/tag740.xml"/><Relationship Id="rId5" Type="http://schemas.openxmlformats.org/officeDocument/2006/relationships/image" Target="../media/image1.emf"/><Relationship Id="rId4" Type="http://schemas.openxmlformats.org/officeDocument/2006/relationships/tags" Target="../tags/tag739.xml"/><Relationship Id="rId3" Type="http://schemas.openxmlformats.org/officeDocument/2006/relationships/tags" Target="../tags/tag738.xml"/><Relationship Id="rId2" Type="http://schemas.openxmlformats.org/officeDocument/2006/relationships/tags" Target="../tags/tag737.xml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8" Type="http://schemas.openxmlformats.org/officeDocument/2006/relationships/tags" Target="../tags/tag748.xml"/><Relationship Id="rId7" Type="http://schemas.openxmlformats.org/officeDocument/2006/relationships/tags" Target="../tags/tag747.xml"/><Relationship Id="rId6" Type="http://schemas.openxmlformats.org/officeDocument/2006/relationships/tags" Target="../tags/tag746.xml"/><Relationship Id="rId5" Type="http://schemas.openxmlformats.org/officeDocument/2006/relationships/tags" Target="../tags/tag745.xml"/><Relationship Id="rId4" Type="http://schemas.openxmlformats.org/officeDocument/2006/relationships/image" Target="../media/image1.emf"/><Relationship Id="rId3" Type="http://schemas.openxmlformats.org/officeDocument/2006/relationships/tags" Target="../tags/tag744.xml"/><Relationship Id="rId2" Type="http://schemas.openxmlformats.org/officeDocument/2006/relationships/tags" Target="../tags/tag743.xml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8" Type="http://schemas.openxmlformats.org/officeDocument/2006/relationships/tags" Target="../tags/tag754.xml"/><Relationship Id="rId7" Type="http://schemas.openxmlformats.org/officeDocument/2006/relationships/tags" Target="../tags/tag753.xml"/><Relationship Id="rId6" Type="http://schemas.openxmlformats.org/officeDocument/2006/relationships/tags" Target="../tags/tag752.xml"/><Relationship Id="rId5" Type="http://schemas.openxmlformats.org/officeDocument/2006/relationships/tags" Target="../tags/tag751.xml"/><Relationship Id="rId4" Type="http://schemas.openxmlformats.org/officeDocument/2006/relationships/image" Target="../media/image1.emf"/><Relationship Id="rId3" Type="http://schemas.openxmlformats.org/officeDocument/2006/relationships/tags" Target="../tags/tag750.xml"/><Relationship Id="rId2" Type="http://schemas.openxmlformats.org/officeDocument/2006/relationships/tags" Target="../tags/tag749.xml"/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9" Type="http://schemas.openxmlformats.org/officeDocument/2006/relationships/tags" Target="../tags/tag761.xml"/><Relationship Id="rId8" Type="http://schemas.openxmlformats.org/officeDocument/2006/relationships/tags" Target="../tags/tag760.xml"/><Relationship Id="rId7" Type="http://schemas.openxmlformats.org/officeDocument/2006/relationships/tags" Target="../tags/tag759.xml"/><Relationship Id="rId6" Type="http://schemas.openxmlformats.org/officeDocument/2006/relationships/tags" Target="../tags/tag758.xml"/><Relationship Id="rId5" Type="http://schemas.openxmlformats.org/officeDocument/2006/relationships/image" Target="../media/image1.emf"/><Relationship Id="rId4" Type="http://schemas.openxmlformats.org/officeDocument/2006/relationships/tags" Target="../tags/tag757.xml"/><Relationship Id="rId3" Type="http://schemas.openxmlformats.org/officeDocument/2006/relationships/tags" Target="../tags/tag756.xml"/><Relationship Id="rId2" Type="http://schemas.openxmlformats.org/officeDocument/2006/relationships/tags" Target="../tags/tag755.xml"/><Relationship Id="rId10" Type="http://schemas.openxmlformats.org/officeDocument/2006/relationships/tags" Target="../tags/tag762.xml"/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9" Type="http://schemas.openxmlformats.org/officeDocument/2006/relationships/tags" Target="../tags/tag775.xml"/><Relationship Id="rId8" Type="http://schemas.openxmlformats.org/officeDocument/2006/relationships/tags" Target="../tags/tag774.xml"/><Relationship Id="rId7" Type="http://schemas.openxmlformats.org/officeDocument/2006/relationships/tags" Target="../tags/tag773.xml"/><Relationship Id="rId6" Type="http://schemas.openxmlformats.org/officeDocument/2006/relationships/tags" Target="../tags/tag772.xml"/><Relationship Id="rId5" Type="http://schemas.openxmlformats.org/officeDocument/2006/relationships/tags" Target="../tags/tag771.xml"/><Relationship Id="rId4" Type="http://schemas.openxmlformats.org/officeDocument/2006/relationships/image" Target="../media/image1.emf"/><Relationship Id="rId3" Type="http://schemas.openxmlformats.org/officeDocument/2006/relationships/tags" Target="../tags/tag770.xml"/><Relationship Id="rId2" Type="http://schemas.openxmlformats.org/officeDocument/2006/relationships/tags" Target="../tags/tag769.xml"/><Relationship Id="rId12" Type="http://schemas.openxmlformats.org/officeDocument/2006/relationships/tags" Target="../tags/tag778.xml"/><Relationship Id="rId11" Type="http://schemas.openxmlformats.org/officeDocument/2006/relationships/tags" Target="../tags/tag777.xml"/><Relationship Id="rId10" Type="http://schemas.openxmlformats.org/officeDocument/2006/relationships/tags" Target="../tags/tag776.xml"/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7" Type="http://schemas.openxmlformats.org/officeDocument/2006/relationships/tags" Target="../tags/tag783.xml"/><Relationship Id="rId6" Type="http://schemas.openxmlformats.org/officeDocument/2006/relationships/tags" Target="../tags/tag782.xml"/><Relationship Id="rId5" Type="http://schemas.openxmlformats.org/officeDocument/2006/relationships/tags" Target="../tags/tag781.xml"/><Relationship Id="rId4" Type="http://schemas.openxmlformats.org/officeDocument/2006/relationships/image" Target="../media/image1.emf"/><Relationship Id="rId3" Type="http://schemas.openxmlformats.org/officeDocument/2006/relationships/tags" Target="../tags/tag780.xml"/><Relationship Id="rId2" Type="http://schemas.openxmlformats.org/officeDocument/2006/relationships/tags" Target="../tags/tag779.xml"/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90.xml"/><Relationship Id="rId7" Type="http://schemas.openxmlformats.org/officeDocument/2006/relationships/tags" Target="../tags/tag789.xml"/><Relationship Id="rId6" Type="http://schemas.openxmlformats.org/officeDocument/2006/relationships/tags" Target="../tags/tag788.xml"/><Relationship Id="rId5" Type="http://schemas.openxmlformats.org/officeDocument/2006/relationships/tags" Target="../tags/tag787.xml"/><Relationship Id="rId4" Type="http://schemas.openxmlformats.org/officeDocument/2006/relationships/tags" Target="../tags/tag786.xml"/><Relationship Id="rId3" Type="http://schemas.openxmlformats.org/officeDocument/2006/relationships/tags" Target="../tags/tag785.xml"/><Relationship Id="rId2" Type="http://schemas.openxmlformats.org/officeDocument/2006/relationships/tags" Target="../tags/tag784.xml"/><Relationship Id="rId12" Type="http://schemas.openxmlformats.org/officeDocument/2006/relationships/tags" Target="../tags/tag793.xml"/><Relationship Id="rId11" Type="http://schemas.openxmlformats.org/officeDocument/2006/relationships/tags" Target="../tags/tag792.xml"/><Relationship Id="rId10" Type="http://schemas.openxmlformats.org/officeDocument/2006/relationships/tags" Target="../tags/tag791.xml"/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9" Type="http://schemas.openxmlformats.org/officeDocument/2006/relationships/tags" Target="../tags/tag800.xml"/><Relationship Id="rId8" Type="http://schemas.openxmlformats.org/officeDocument/2006/relationships/tags" Target="../tags/tag799.xml"/><Relationship Id="rId7" Type="http://schemas.openxmlformats.org/officeDocument/2006/relationships/tags" Target="../tags/tag798.xml"/><Relationship Id="rId6" Type="http://schemas.openxmlformats.org/officeDocument/2006/relationships/image" Target="../media/image1.emf"/><Relationship Id="rId5" Type="http://schemas.openxmlformats.org/officeDocument/2006/relationships/tags" Target="../tags/tag797.xml"/><Relationship Id="rId4" Type="http://schemas.openxmlformats.org/officeDocument/2006/relationships/tags" Target="../tags/tag796.xml"/><Relationship Id="rId3" Type="http://schemas.openxmlformats.org/officeDocument/2006/relationships/tags" Target="../tags/tag795.xml"/><Relationship Id="rId2" Type="http://schemas.openxmlformats.org/officeDocument/2006/relationships/tags" Target="../tags/tag794.xml"/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9" Type="http://schemas.openxmlformats.org/officeDocument/2006/relationships/tags" Target="../tags/tag807.xml"/><Relationship Id="rId8" Type="http://schemas.openxmlformats.org/officeDocument/2006/relationships/tags" Target="../tags/tag806.xml"/><Relationship Id="rId7" Type="http://schemas.openxmlformats.org/officeDocument/2006/relationships/tags" Target="../tags/tag805.xml"/><Relationship Id="rId6" Type="http://schemas.openxmlformats.org/officeDocument/2006/relationships/tags" Target="../tags/tag804.xml"/><Relationship Id="rId5" Type="http://schemas.openxmlformats.org/officeDocument/2006/relationships/tags" Target="../tags/tag803.xml"/><Relationship Id="rId4" Type="http://schemas.openxmlformats.org/officeDocument/2006/relationships/image" Target="../media/image1.emf"/><Relationship Id="rId3" Type="http://schemas.openxmlformats.org/officeDocument/2006/relationships/tags" Target="../tags/tag802.xml"/><Relationship Id="rId2" Type="http://schemas.openxmlformats.org/officeDocument/2006/relationships/tags" Target="../tags/tag801.xml"/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8" Type="http://schemas.openxmlformats.org/officeDocument/2006/relationships/tags" Target="../tags/tag813.xml"/><Relationship Id="rId7" Type="http://schemas.openxmlformats.org/officeDocument/2006/relationships/tags" Target="../tags/tag812.xml"/><Relationship Id="rId6" Type="http://schemas.openxmlformats.org/officeDocument/2006/relationships/tags" Target="../tags/tag811.xml"/><Relationship Id="rId5" Type="http://schemas.openxmlformats.org/officeDocument/2006/relationships/image" Target="../media/image3.jpeg"/><Relationship Id="rId4" Type="http://schemas.openxmlformats.org/officeDocument/2006/relationships/tags" Target="../tags/tag810.xml"/><Relationship Id="rId3" Type="http://schemas.openxmlformats.org/officeDocument/2006/relationships/tags" Target="../tags/tag809.xml"/><Relationship Id="rId2" Type="http://schemas.openxmlformats.org/officeDocument/2006/relationships/tags" Target="../tags/tag808.xml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4" Type="http://schemas.openxmlformats.org/officeDocument/2006/relationships/tags" Target="../tags/tag816.xml"/><Relationship Id="rId3" Type="http://schemas.openxmlformats.org/officeDocument/2006/relationships/tags" Target="../tags/tag815.xml"/><Relationship Id="rId2" Type="http://schemas.openxmlformats.org/officeDocument/2006/relationships/tags" Target="../tags/tag814.xml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9" Type="http://schemas.openxmlformats.org/officeDocument/2006/relationships/tags" Target="../tags/tag823.xml"/><Relationship Id="rId8" Type="http://schemas.openxmlformats.org/officeDocument/2006/relationships/tags" Target="../tags/tag822.xml"/><Relationship Id="rId7" Type="http://schemas.openxmlformats.org/officeDocument/2006/relationships/tags" Target="../tags/tag821.xml"/><Relationship Id="rId6" Type="http://schemas.openxmlformats.org/officeDocument/2006/relationships/tags" Target="../tags/tag820.xml"/><Relationship Id="rId5" Type="http://schemas.openxmlformats.org/officeDocument/2006/relationships/tags" Target="../tags/tag819.xml"/><Relationship Id="rId4" Type="http://schemas.openxmlformats.org/officeDocument/2006/relationships/image" Target="../media/image1.emf"/><Relationship Id="rId3" Type="http://schemas.openxmlformats.org/officeDocument/2006/relationships/tags" Target="../tags/tag818.xml"/><Relationship Id="rId2" Type="http://schemas.openxmlformats.org/officeDocument/2006/relationships/tags" Target="../tags/tag817.xml"/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9" Type="http://schemas.openxmlformats.org/officeDocument/2006/relationships/tags" Target="../tags/tag830.xml"/><Relationship Id="rId8" Type="http://schemas.openxmlformats.org/officeDocument/2006/relationships/tags" Target="../tags/tag829.xml"/><Relationship Id="rId7" Type="http://schemas.openxmlformats.org/officeDocument/2006/relationships/tags" Target="../tags/tag828.xml"/><Relationship Id="rId6" Type="http://schemas.openxmlformats.org/officeDocument/2006/relationships/tags" Target="../tags/tag827.xml"/><Relationship Id="rId5" Type="http://schemas.openxmlformats.org/officeDocument/2006/relationships/tags" Target="../tags/tag826.xml"/><Relationship Id="rId4" Type="http://schemas.openxmlformats.org/officeDocument/2006/relationships/image" Target="../media/image1.emf"/><Relationship Id="rId3" Type="http://schemas.openxmlformats.org/officeDocument/2006/relationships/tags" Target="../tags/tag825.xml"/><Relationship Id="rId2" Type="http://schemas.openxmlformats.org/officeDocument/2006/relationships/tags" Target="../tags/tag824.xml"/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7" Type="http://schemas.openxmlformats.org/officeDocument/2006/relationships/tags" Target="../tags/tag835.xml"/><Relationship Id="rId6" Type="http://schemas.openxmlformats.org/officeDocument/2006/relationships/tags" Target="../tags/tag834.xml"/><Relationship Id="rId5" Type="http://schemas.openxmlformats.org/officeDocument/2006/relationships/tags" Target="../tags/tag833.xml"/><Relationship Id="rId4" Type="http://schemas.openxmlformats.org/officeDocument/2006/relationships/image" Target="../media/image1.emf"/><Relationship Id="rId3" Type="http://schemas.openxmlformats.org/officeDocument/2006/relationships/tags" Target="../tags/tag832.xml"/><Relationship Id="rId2" Type="http://schemas.openxmlformats.org/officeDocument/2006/relationships/tags" Target="../tags/tag831.xml"/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9" Type="http://schemas.openxmlformats.org/officeDocument/2006/relationships/tags" Target="../tags/tag842.xml"/><Relationship Id="rId8" Type="http://schemas.openxmlformats.org/officeDocument/2006/relationships/tags" Target="../tags/tag841.xml"/><Relationship Id="rId7" Type="http://schemas.openxmlformats.org/officeDocument/2006/relationships/tags" Target="../tags/tag840.xml"/><Relationship Id="rId6" Type="http://schemas.openxmlformats.org/officeDocument/2006/relationships/tags" Target="../tags/tag839.xml"/><Relationship Id="rId5" Type="http://schemas.openxmlformats.org/officeDocument/2006/relationships/tags" Target="../tags/tag838.xml"/><Relationship Id="rId4" Type="http://schemas.openxmlformats.org/officeDocument/2006/relationships/image" Target="../media/image1.emf"/><Relationship Id="rId3" Type="http://schemas.openxmlformats.org/officeDocument/2006/relationships/tags" Target="../tags/tag837.xml"/><Relationship Id="rId2" Type="http://schemas.openxmlformats.org/officeDocument/2006/relationships/tags" Target="../tags/tag836.xml"/><Relationship Id="rId10" Type="http://schemas.openxmlformats.org/officeDocument/2006/relationships/tags" Target="../tags/tag843.xml"/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9" Type="http://schemas.openxmlformats.org/officeDocument/2006/relationships/tags" Target="../tags/tag850.xml"/><Relationship Id="rId8" Type="http://schemas.openxmlformats.org/officeDocument/2006/relationships/tags" Target="../tags/tag849.xml"/><Relationship Id="rId7" Type="http://schemas.openxmlformats.org/officeDocument/2006/relationships/tags" Target="../tags/tag848.xml"/><Relationship Id="rId6" Type="http://schemas.openxmlformats.org/officeDocument/2006/relationships/image" Target="../media/image1.emf"/><Relationship Id="rId5" Type="http://schemas.openxmlformats.org/officeDocument/2006/relationships/tags" Target="../tags/tag847.xml"/><Relationship Id="rId4" Type="http://schemas.openxmlformats.org/officeDocument/2006/relationships/tags" Target="../tags/tag846.xml"/><Relationship Id="rId3" Type="http://schemas.openxmlformats.org/officeDocument/2006/relationships/tags" Target="../tags/tag845.xml"/><Relationship Id="rId2" Type="http://schemas.openxmlformats.org/officeDocument/2006/relationships/tags" Target="../tags/tag844.xml"/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9" Type="http://schemas.openxmlformats.org/officeDocument/2006/relationships/tags" Target="../tags/tag857.xml"/><Relationship Id="rId8" Type="http://schemas.openxmlformats.org/officeDocument/2006/relationships/tags" Target="../tags/tag856.xml"/><Relationship Id="rId7" Type="http://schemas.openxmlformats.org/officeDocument/2006/relationships/tags" Target="../tags/tag855.xml"/><Relationship Id="rId6" Type="http://schemas.openxmlformats.org/officeDocument/2006/relationships/tags" Target="../tags/tag854.xml"/><Relationship Id="rId5" Type="http://schemas.openxmlformats.org/officeDocument/2006/relationships/image" Target="../media/image1.emf"/><Relationship Id="rId4" Type="http://schemas.openxmlformats.org/officeDocument/2006/relationships/tags" Target="../tags/tag853.xml"/><Relationship Id="rId3" Type="http://schemas.openxmlformats.org/officeDocument/2006/relationships/tags" Target="../tags/tag852.xml"/><Relationship Id="rId2" Type="http://schemas.openxmlformats.org/officeDocument/2006/relationships/tags" Target="../tags/tag851.xml"/><Relationship Id="rId10" Type="http://schemas.openxmlformats.org/officeDocument/2006/relationships/tags" Target="../tags/tag858.xml"/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7" Type="http://schemas.openxmlformats.org/officeDocument/2006/relationships/tags" Target="../tags/tag864.xml"/><Relationship Id="rId6" Type="http://schemas.openxmlformats.org/officeDocument/2006/relationships/tags" Target="../tags/tag863.xml"/><Relationship Id="rId5" Type="http://schemas.openxmlformats.org/officeDocument/2006/relationships/tags" Target="../tags/tag862.xml"/><Relationship Id="rId4" Type="http://schemas.openxmlformats.org/officeDocument/2006/relationships/tags" Target="../tags/tag861.xml"/><Relationship Id="rId3" Type="http://schemas.openxmlformats.org/officeDocument/2006/relationships/tags" Target="../tags/tag860.xml"/><Relationship Id="rId2" Type="http://schemas.openxmlformats.org/officeDocument/2006/relationships/tags" Target="../tags/tag859.xml"/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8" Type="http://schemas.openxmlformats.org/officeDocument/2006/relationships/tags" Target="../tags/tag870.xml"/><Relationship Id="rId7" Type="http://schemas.openxmlformats.org/officeDocument/2006/relationships/tags" Target="../tags/tag869.xml"/><Relationship Id="rId6" Type="http://schemas.openxmlformats.org/officeDocument/2006/relationships/tags" Target="../tags/tag868.xml"/><Relationship Id="rId5" Type="http://schemas.openxmlformats.org/officeDocument/2006/relationships/image" Target="../media/image1.emf"/><Relationship Id="rId4" Type="http://schemas.openxmlformats.org/officeDocument/2006/relationships/tags" Target="../tags/tag867.xml"/><Relationship Id="rId3" Type="http://schemas.openxmlformats.org/officeDocument/2006/relationships/tags" Target="../tags/tag866.xml"/><Relationship Id="rId2" Type="http://schemas.openxmlformats.org/officeDocument/2006/relationships/tags" Target="../tags/tag865.xml"/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8" Type="http://schemas.openxmlformats.org/officeDocument/2006/relationships/tags" Target="../tags/tag876.xml"/><Relationship Id="rId7" Type="http://schemas.openxmlformats.org/officeDocument/2006/relationships/tags" Target="../tags/tag875.xml"/><Relationship Id="rId6" Type="http://schemas.openxmlformats.org/officeDocument/2006/relationships/tags" Target="../tags/tag874.xml"/><Relationship Id="rId5" Type="http://schemas.openxmlformats.org/officeDocument/2006/relationships/tags" Target="../tags/tag873.xml"/><Relationship Id="rId4" Type="http://schemas.openxmlformats.org/officeDocument/2006/relationships/image" Target="../media/image1.emf"/><Relationship Id="rId3" Type="http://schemas.openxmlformats.org/officeDocument/2006/relationships/tags" Target="../tags/tag872.xml"/><Relationship Id="rId2" Type="http://schemas.openxmlformats.org/officeDocument/2006/relationships/tags" Target="../tags/tag871.xml"/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8" Type="http://schemas.openxmlformats.org/officeDocument/2006/relationships/tags" Target="../tags/tag882.xml"/><Relationship Id="rId7" Type="http://schemas.openxmlformats.org/officeDocument/2006/relationships/tags" Target="../tags/tag881.xml"/><Relationship Id="rId6" Type="http://schemas.openxmlformats.org/officeDocument/2006/relationships/tags" Target="../tags/tag880.xml"/><Relationship Id="rId5" Type="http://schemas.openxmlformats.org/officeDocument/2006/relationships/tags" Target="../tags/tag879.xml"/><Relationship Id="rId4" Type="http://schemas.openxmlformats.org/officeDocument/2006/relationships/image" Target="../media/image1.emf"/><Relationship Id="rId3" Type="http://schemas.openxmlformats.org/officeDocument/2006/relationships/tags" Target="../tags/tag878.xml"/><Relationship Id="rId2" Type="http://schemas.openxmlformats.org/officeDocument/2006/relationships/tags" Target="../tags/tag877.xml"/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9" Type="http://schemas.openxmlformats.org/officeDocument/2006/relationships/tags" Target="../tags/tag889.xml"/><Relationship Id="rId8" Type="http://schemas.openxmlformats.org/officeDocument/2006/relationships/tags" Target="../tags/tag888.xml"/><Relationship Id="rId7" Type="http://schemas.openxmlformats.org/officeDocument/2006/relationships/tags" Target="../tags/tag887.xml"/><Relationship Id="rId6" Type="http://schemas.openxmlformats.org/officeDocument/2006/relationships/tags" Target="../tags/tag886.xml"/><Relationship Id="rId5" Type="http://schemas.openxmlformats.org/officeDocument/2006/relationships/image" Target="../media/image1.emf"/><Relationship Id="rId4" Type="http://schemas.openxmlformats.org/officeDocument/2006/relationships/tags" Target="../tags/tag885.xml"/><Relationship Id="rId3" Type="http://schemas.openxmlformats.org/officeDocument/2006/relationships/tags" Target="../tags/tag884.xml"/><Relationship Id="rId2" Type="http://schemas.openxmlformats.org/officeDocument/2006/relationships/tags" Target="../tags/tag883.xml"/><Relationship Id="rId10" Type="http://schemas.openxmlformats.org/officeDocument/2006/relationships/tags" Target="../tags/tag890.xml"/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9" Type="http://schemas.openxmlformats.org/officeDocument/2006/relationships/tags" Target="../tags/tag903.xml"/><Relationship Id="rId8" Type="http://schemas.openxmlformats.org/officeDocument/2006/relationships/tags" Target="../tags/tag902.xml"/><Relationship Id="rId7" Type="http://schemas.openxmlformats.org/officeDocument/2006/relationships/tags" Target="../tags/tag901.xml"/><Relationship Id="rId6" Type="http://schemas.openxmlformats.org/officeDocument/2006/relationships/tags" Target="../tags/tag900.xml"/><Relationship Id="rId5" Type="http://schemas.openxmlformats.org/officeDocument/2006/relationships/tags" Target="../tags/tag899.xml"/><Relationship Id="rId4" Type="http://schemas.openxmlformats.org/officeDocument/2006/relationships/image" Target="../media/image1.emf"/><Relationship Id="rId3" Type="http://schemas.openxmlformats.org/officeDocument/2006/relationships/tags" Target="../tags/tag898.xml"/><Relationship Id="rId2" Type="http://schemas.openxmlformats.org/officeDocument/2006/relationships/tags" Target="../tags/tag897.xml"/><Relationship Id="rId12" Type="http://schemas.openxmlformats.org/officeDocument/2006/relationships/tags" Target="../tags/tag906.xml"/><Relationship Id="rId11" Type="http://schemas.openxmlformats.org/officeDocument/2006/relationships/tags" Target="../tags/tag905.xml"/><Relationship Id="rId10" Type="http://schemas.openxmlformats.org/officeDocument/2006/relationships/tags" Target="../tags/tag904.xml"/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7" Type="http://schemas.openxmlformats.org/officeDocument/2006/relationships/tags" Target="../tags/tag911.xml"/><Relationship Id="rId6" Type="http://schemas.openxmlformats.org/officeDocument/2006/relationships/tags" Target="../tags/tag910.xml"/><Relationship Id="rId5" Type="http://schemas.openxmlformats.org/officeDocument/2006/relationships/tags" Target="../tags/tag909.xml"/><Relationship Id="rId4" Type="http://schemas.openxmlformats.org/officeDocument/2006/relationships/image" Target="../media/image1.emf"/><Relationship Id="rId3" Type="http://schemas.openxmlformats.org/officeDocument/2006/relationships/tags" Target="../tags/tag908.xml"/><Relationship Id="rId2" Type="http://schemas.openxmlformats.org/officeDocument/2006/relationships/tags" Target="../tags/tag907.xml"/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918.xml"/><Relationship Id="rId7" Type="http://schemas.openxmlformats.org/officeDocument/2006/relationships/tags" Target="../tags/tag917.xml"/><Relationship Id="rId6" Type="http://schemas.openxmlformats.org/officeDocument/2006/relationships/tags" Target="../tags/tag916.xml"/><Relationship Id="rId5" Type="http://schemas.openxmlformats.org/officeDocument/2006/relationships/tags" Target="../tags/tag915.xml"/><Relationship Id="rId4" Type="http://schemas.openxmlformats.org/officeDocument/2006/relationships/tags" Target="../tags/tag914.xml"/><Relationship Id="rId3" Type="http://schemas.openxmlformats.org/officeDocument/2006/relationships/tags" Target="../tags/tag913.xml"/><Relationship Id="rId2" Type="http://schemas.openxmlformats.org/officeDocument/2006/relationships/tags" Target="../tags/tag912.xml"/><Relationship Id="rId12" Type="http://schemas.openxmlformats.org/officeDocument/2006/relationships/tags" Target="../tags/tag921.xml"/><Relationship Id="rId11" Type="http://schemas.openxmlformats.org/officeDocument/2006/relationships/tags" Target="../tags/tag920.xml"/><Relationship Id="rId10" Type="http://schemas.openxmlformats.org/officeDocument/2006/relationships/tags" Target="../tags/tag919.xml"/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9" Type="http://schemas.openxmlformats.org/officeDocument/2006/relationships/tags" Target="../tags/tag928.xml"/><Relationship Id="rId8" Type="http://schemas.openxmlformats.org/officeDocument/2006/relationships/tags" Target="../tags/tag927.xml"/><Relationship Id="rId7" Type="http://schemas.openxmlformats.org/officeDocument/2006/relationships/tags" Target="../tags/tag926.xml"/><Relationship Id="rId6" Type="http://schemas.openxmlformats.org/officeDocument/2006/relationships/image" Target="../media/image1.emf"/><Relationship Id="rId5" Type="http://schemas.openxmlformats.org/officeDocument/2006/relationships/tags" Target="../tags/tag925.xml"/><Relationship Id="rId4" Type="http://schemas.openxmlformats.org/officeDocument/2006/relationships/tags" Target="../tags/tag924.xml"/><Relationship Id="rId3" Type="http://schemas.openxmlformats.org/officeDocument/2006/relationships/tags" Target="../tags/tag923.xml"/><Relationship Id="rId2" Type="http://schemas.openxmlformats.org/officeDocument/2006/relationships/tags" Target="../tags/tag922.xml"/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9" Type="http://schemas.openxmlformats.org/officeDocument/2006/relationships/tags" Target="../tags/tag935.xml"/><Relationship Id="rId8" Type="http://schemas.openxmlformats.org/officeDocument/2006/relationships/tags" Target="../tags/tag934.xml"/><Relationship Id="rId7" Type="http://schemas.openxmlformats.org/officeDocument/2006/relationships/tags" Target="../tags/tag933.xml"/><Relationship Id="rId6" Type="http://schemas.openxmlformats.org/officeDocument/2006/relationships/tags" Target="../tags/tag932.xml"/><Relationship Id="rId5" Type="http://schemas.openxmlformats.org/officeDocument/2006/relationships/tags" Target="../tags/tag931.xml"/><Relationship Id="rId4" Type="http://schemas.openxmlformats.org/officeDocument/2006/relationships/image" Target="../media/image1.emf"/><Relationship Id="rId3" Type="http://schemas.openxmlformats.org/officeDocument/2006/relationships/tags" Target="../tags/tag930.xml"/><Relationship Id="rId2" Type="http://schemas.openxmlformats.org/officeDocument/2006/relationships/tags" Target="../tags/tag929.xml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8" Type="http://schemas.openxmlformats.org/officeDocument/2006/relationships/tags" Target="../tags/tag941.xml"/><Relationship Id="rId7" Type="http://schemas.openxmlformats.org/officeDocument/2006/relationships/tags" Target="../tags/tag940.xml"/><Relationship Id="rId6" Type="http://schemas.openxmlformats.org/officeDocument/2006/relationships/tags" Target="../tags/tag939.xml"/><Relationship Id="rId5" Type="http://schemas.openxmlformats.org/officeDocument/2006/relationships/image" Target="../media/image3.jpeg"/><Relationship Id="rId4" Type="http://schemas.openxmlformats.org/officeDocument/2006/relationships/tags" Target="../tags/tag938.xml"/><Relationship Id="rId3" Type="http://schemas.openxmlformats.org/officeDocument/2006/relationships/tags" Target="../tags/tag937.xml"/><Relationship Id="rId2" Type="http://schemas.openxmlformats.org/officeDocument/2006/relationships/tags" Target="../tags/tag936.xml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4" Type="http://schemas.openxmlformats.org/officeDocument/2006/relationships/tags" Target="../tags/tag944.xml"/><Relationship Id="rId3" Type="http://schemas.openxmlformats.org/officeDocument/2006/relationships/tags" Target="../tags/tag943.xml"/><Relationship Id="rId2" Type="http://schemas.openxmlformats.org/officeDocument/2006/relationships/tags" Target="../tags/tag942.xml"/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9" Type="http://schemas.openxmlformats.org/officeDocument/2006/relationships/tags" Target="../tags/tag951.xml"/><Relationship Id="rId8" Type="http://schemas.openxmlformats.org/officeDocument/2006/relationships/tags" Target="../tags/tag950.xml"/><Relationship Id="rId7" Type="http://schemas.openxmlformats.org/officeDocument/2006/relationships/tags" Target="../tags/tag949.xml"/><Relationship Id="rId6" Type="http://schemas.openxmlformats.org/officeDocument/2006/relationships/tags" Target="../tags/tag948.xml"/><Relationship Id="rId5" Type="http://schemas.openxmlformats.org/officeDocument/2006/relationships/tags" Target="../tags/tag947.xml"/><Relationship Id="rId4" Type="http://schemas.openxmlformats.org/officeDocument/2006/relationships/image" Target="../media/image1.emf"/><Relationship Id="rId3" Type="http://schemas.openxmlformats.org/officeDocument/2006/relationships/tags" Target="../tags/tag946.xml"/><Relationship Id="rId2" Type="http://schemas.openxmlformats.org/officeDocument/2006/relationships/tags" Target="../tags/tag945.xml"/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9" Type="http://schemas.openxmlformats.org/officeDocument/2006/relationships/tags" Target="../tags/tag958.xml"/><Relationship Id="rId8" Type="http://schemas.openxmlformats.org/officeDocument/2006/relationships/tags" Target="../tags/tag957.xml"/><Relationship Id="rId7" Type="http://schemas.openxmlformats.org/officeDocument/2006/relationships/tags" Target="../tags/tag956.xml"/><Relationship Id="rId6" Type="http://schemas.openxmlformats.org/officeDocument/2006/relationships/tags" Target="../tags/tag955.xml"/><Relationship Id="rId5" Type="http://schemas.openxmlformats.org/officeDocument/2006/relationships/tags" Target="../tags/tag954.xml"/><Relationship Id="rId4" Type="http://schemas.openxmlformats.org/officeDocument/2006/relationships/image" Target="../media/image1.emf"/><Relationship Id="rId3" Type="http://schemas.openxmlformats.org/officeDocument/2006/relationships/tags" Target="../tags/tag953.xml"/><Relationship Id="rId2" Type="http://schemas.openxmlformats.org/officeDocument/2006/relationships/tags" Target="../tags/tag952.xml"/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7" Type="http://schemas.openxmlformats.org/officeDocument/2006/relationships/tags" Target="../tags/tag963.xml"/><Relationship Id="rId6" Type="http://schemas.openxmlformats.org/officeDocument/2006/relationships/tags" Target="../tags/tag962.xml"/><Relationship Id="rId5" Type="http://schemas.openxmlformats.org/officeDocument/2006/relationships/tags" Target="../tags/tag961.xml"/><Relationship Id="rId4" Type="http://schemas.openxmlformats.org/officeDocument/2006/relationships/image" Target="../media/image1.emf"/><Relationship Id="rId3" Type="http://schemas.openxmlformats.org/officeDocument/2006/relationships/tags" Target="../tags/tag960.xml"/><Relationship Id="rId2" Type="http://schemas.openxmlformats.org/officeDocument/2006/relationships/tags" Target="../tags/tag959.xml"/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9" Type="http://schemas.openxmlformats.org/officeDocument/2006/relationships/tags" Target="../tags/tag970.xml"/><Relationship Id="rId8" Type="http://schemas.openxmlformats.org/officeDocument/2006/relationships/tags" Target="../tags/tag969.xml"/><Relationship Id="rId7" Type="http://schemas.openxmlformats.org/officeDocument/2006/relationships/tags" Target="../tags/tag968.xml"/><Relationship Id="rId6" Type="http://schemas.openxmlformats.org/officeDocument/2006/relationships/tags" Target="../tags/tag967.xml"/><Relationship Id="rId5" Type="http://schemas.openxmlformats.org/officeDocument/2006/relationships/tags" Target="../tags/tag966.xml"/><Relationship Id="rId4" Type="http://schemas.openxmlformats.org/officeDocument/2006/relationships/image" Target="../media/image1.emf"/><Relationship Id="rId3" Type="http://schemas.openxmlformats.org/officeDocument/2006/relationships/tags" Target="../tags/tag965.xml"/><Relationship Id="rId2" Type="http://schemas.openxmlformats.org/officeDocument/2006/relationships/tags" Target="../tags/tag964.xml"/><Relationship Id="rId10" Type="http://schemas.openxmlformats.org/officeDocument/2006/relationships/tags" Target="../tags/tag971.xml"/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9" Type="http://schemas.openxmlformats.org/officeDocument/2006/relationships/tags" Target="../tags/tag978.xml"/><Relationship Id="rId8" Type="http://schemas.openxmlformats.org/officeDocument/2006/relationships/tags" Target="../tags/tag977.xml"/><Relationship Id="rId7" Type="http://schemas.openxmlformats.org/officeDocument/2006/relationships/tags" Target="../tags/tag976.xml"/><Relationship Id="rId6" Type="http://schemas.openxmlformats.org/officeDocument/2006/relationships/image" Target="../media/image1.emf"/><Relationship Id="rId5" Type="http://schemas.openxmlformats.org/officeDocument/2006/relationships/tags" Target="../tags/tag975.xml"/><Relationship Id="rId4" Type="http://schemas.openxmlformats.org/officeDocument/2006/relationships/tags" Target="../tags/tag974.xml"/><Relationship Id="rId3" Type="http://schemas.openxmlformats.org/officeDocument/2006/relationships/tags" Target="../tags/tag973.xml"/><Relationship Id="rId2" Type="http://schemas.openxmlformats.org/officeDocument/2006/relationships/tags" Target="../tags/tag972.xml"/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9" Type="http://schemas.openxmlformats.org/officeDocument/2006/relationships/tags" Target="../tags/tag985.xml"/><Relationship Id="rId8" Type="http://schemas.openxmlformats.org/officeDocument/2006/relationships/tags" Target="../tags/tag984.xml"/><Relationship Id="rId7" Type="http://schemas.openxmlformats.org/officeDocument/2006/relationships/tags" Target="../tags/tag983.xml"/><Relationship Id="rId6" Type="http://schemas.openxmlformats.org/officeDocument/2006/relationships/tags" Target="../tags/tag982.xml"/><Relationship Id="rId5" Type="http://schemas.openxmlformats.org/officeDocument/2006/relationships/image" Target="../media/image1.emf"/><Relationship Id="rId4" Type="http://schemas.openxmlformats.org/officeDocument/2006/relationships/tags" Target="../tags/tag981.xml"/><Relationship Id="rId3" Type="http://schemas.openxmlformats.org/officeDocument/2006/relationships/tags" Target="../tags/tag980.xml"/><Relationship Id="rId2" Type="http://schemas.openxmlformats.org/officeDocument/2006/relationships/tags" Target="../tags/tag979.xml"/><Relationship Id="rId10" Type="http://schemas.openxmlformats.org/officeDocument/2006/relationships/tags" Target="../tags/tag986.xml"/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7" Type="http://schemas.openxmlformats.org/officeDocument/2006/relationships/tags" Target="../tags/tag992.xml"/><Relationship Id="rId6" Type="http://schemas.openxmlformats.org/officeDocument/2006/relationships/tags" Target="../tags/tag991.xml"/><Relationship Id="rId5" Type="http://schemas.openxmlformats.org/officeDocument/2006/relationships/tags" Target="../tags/tag990.xml"/><Relationship Id="rId4" Type="http://schemas.openxmlformats.org/officeDocument/2006/relationships/tags" Target="../tags/tag989.xml"/><Relationship Id="rId3" Type="http://schemas.openxmlformats.org/officeDocument/2006/relationships/tags" Target="../tags/tag988.xml"/><Relationship Id="rId2" Type="http://schemas.openxmlformats.org/officeDocument/2006/relationships/tags" Target="../tags/tag987.xml"/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8" Type="http://schemas.openxmlformats.org/officeDocument/2006/relationships/tags" Target="../tags/tag998.xml"/><Relationship Id="rId7" Type="http://schemas.openxmlformats.org/officeDocument/2006/relationships/tags" Target="../tags/tag997.xml"/><Relationship Id="rId6" Type="http://schemas.openxmlformats.org/officeDocument/2006/relationships/tags" Target="../tags/tag996.xml"/><Relationship Id="rId5" Type="http://schemas.openxmlformats.org/officeDocument/2006/relationships/image" Target="../media/image1.emf"/><Relationship Id="rId4" Type="http://schemas.openxmlformats.org/officeDocument/2006/relationships/tags" Target="../tags/tag995.xml"/><Relationship Id="rId3" Type="http://schemas.openxmlformats.org/officeDocument/2006/relationships/tags" Target="../tags/tag994.xml"/><Relationship Id="rId2" Type="http://schemas.openxmlformats.org/officeDocument/2006/relationships/tags" Target="../tags/tag993.xml"/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8" Type="http://schemas.openxmlformats.org/officeDocument/2006/relationships/tags" Target="../tags/tag1004.xml"/><Relationship Id="rId7" Type="http://schemas.openxmlformats.org/officeDocument/2006/relationships/tags" Target="../tags/tag1003.xml"/><Relationship Id="rId6" Type="http://schemas.openxmlformats.org/officeDocument/2006/relationships/tags" Target="../tags/tag1002.xml"/><Relationship Id="rId5" Type="http://schemas.openxmlformats.org/officeDocument/2006/relationships/tags" Target="../tags/tag1001.xml"/><Relationship Id="rId4" Type="http://schemas.openxmlformats.org/officeDocument/2006/relationships/image" Target="../media/image1.emf"/><Relationship Id="rId3" Type="http://schemas.openxmlformats.org/officeDocument/2006/relationships/tags" Target="../tags/tag1000.xml"/><Relationship Id="rId2" Type="http://schemas.openxmlformats.org/officeDocument/2006/relationships/tags" Target="../tags/tag999.xml"/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8" Type="http://schemas.openxmlformats.org/officeDocument/2006/relationships/tags" Target="../tags/tag1010.xml"/><Relationship Id="rId7" Type="http://schemas.openxmlformats.org/officeDocument/2006/relationships/tags" Target="../tags/tag1009.xml"/><Relationship Id="rId6" Type="http://schemas.openxmlformats.org/officeDocument/2006/relationships/tags" Target="../tags/tag1008.xml"/><Relationship Id="rId5" Type="http://schemas.openxmlformats.org/officeDocument/2006/relationships/tags" Target="../tags/tag1007.xml"/><Relationship Id="rId4" Type="http://schemas.openxmlformats.org/officeDocument/2006/relationships/image" Target="../media/image1.emf"/><Relationship Id="rId3" Type="http://schemas.openxmlformats.org/officeDocument/2006/relationships/tags" Target="../tags/tag1006.xml"/><Relationship Id="rId2" Type="http://schemas.openxmlformats.org/officeDocument/2006/relationships/tags" Target="../tags/tag1005.xml"/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9" Type="http://schemas.openxmlformats.org/officeDocument/2006/relationships/tags" Target="../tags/tag1017.xml"/><Relationship Id="rId8" Type="http://schemas.openxmlformats.org/officeDocument/2006/relationships/tags" Target="../tags/tag1016.xml"/><Relationship Id="rId7" Type="http://schemas.openxmlformats.org/officeDocument/2006/relationships/tags" Target="../tags/tag1015.xml"/><Relationship Id="rId6" Type="http://schemas.openxmlformats.org/officeDocument/2006/relationships/tags" Target="../tags/tag1014.xml"/><Relationship Id="rId5" Type="http://schemas.openxmlformats.org/officeDocument/2006/relationships/image" Target="../media/image1.emf"/><Relationship Id="rId4" Type="http://schemas.openxmlformats.org/officeDocument/2006/relationships/tags" Target="../tags/tag1013.xml"/><Relationship Id="rId3" Type="http://schemas.openxmlformats.org/officeDocument/2006/relationships/tags" Target="../tags/tag1012.xml"/><Relationship Id="rId2" Type="http://schemas.openxmlformats.org/officeDocument/2006/relationships/tags" Target="../tags/tag1011.xml"/><Relationship Id="rId10" Type="http://schemas.openxmlformats.org/officeDocument/2006/relationships/tags" Target="../tags/tag1018.xml"/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9" Type="http://schemas.openxmlformats.org/officeDocument/2006/relationships/tags" Target="../tags/tag1031.xml"/><Relationship Id="rId8" Type="http://schemas.openxmlformats.org/officeDocument/2006/relationships/tags" Target="../tags/tag1030.xml"/><Relationship Id="rId7" Type="http://schemas.openxmlformats.org/officeDocument/2006/relationships/tags" Target="../tags/tag1029.xml"/><Relationship Id="rId6" Type="http://schemas.openxmlformats.org/officeDocument/2006/relationships/tags" Target="../tags/tag1028.xml"/><Relationship Id="rId5" Type="http://schemas.openxmlformats.org/officeDocument/2006/relationships/tags" Target="../tags/tag1027.xml"/><Relationship Id="rId4" Type="http://schemas.openxmlformats.org/officeDocument/2006/relationships/image" Target="../media/image1.emf"/><Relationship Id="rId3" Type="http://schemas.openxmlformats.org/officeDocument/2006/relationships/tags" Target="../tags/tag1026.xml"/><Relationship Id="rId2" Type="http://schemas.openxmlformats.org/officeDocument/2006/relationships/tags" Target="../tags/tag1025.xml"/><Relationship Id="rId12" Type="http://schemas.openxmlformats.org/officeDocument/2006/relationships/tags" Target="../tags/tag1034.xml"/><Relationship Id="rId11" Type="http://schemas.openxmlformats.org/officeDocument/2006/relationships/tags" Target="../tags/tag1033.xml"/><Relationship Id="rId10" Type="http://schemas.openxmlformats.org/officeDocument/2006/relationships/tags" Target="../tags/tag1032.xml"/><Relationship Id="rId1" Type="http://schemas.openxmlformats.org/officeDocument/2006/relationships/slideMaster" Target="../slideMasters/slideMaster10.xml"/></Relationships>
</file>

<file path=ppt/slideLayouts/_rels/slideLayout156.xml.rels><?xml version="1.0" encoding="UTF-8" standalone="yes"?>
<Relationships xmlns="http://schemas.openxmlformats.org/package/2006/relationships"><Relationship Id="rId7" Type="http://schemas.openxmlformats.org/officeDocument/2006/relationships/tags" Target="../tags/tag1039.xml"/><Relationship Id="rId6" Type="http://schemas.openxmlformats.org/officeDocument/2006/relationships/tags" Target="../tags/tag1038.xml"/><Relationship Id="rId5" Type="http://schemas.openxmlformats.org/officeDocument/2006/relationships/tags" Target="../tags/tag1037.xml"/><Relationship Id="rId4" Type="http://schemas.openxmlformats.org/officeDocument/2006/relationships/image" Target="../media/image1.emf"/><Relationship Id="rId3" Type="http://schemas.openxmlformats.org/officeDocument/2006/relationships/tags" Target="../tags/tag1036.xml"/><Relationship Id="rId2" Type="http://schemas.openxmlformats.org/officeDocument/2006/relationships/tags" Target="../tags/tag1035.xml"/><Relationship Id="rId1" Type="http://schemas.openxmlformats.org/officeDocument/2006/relationships/slideMaster" Target="../slideMasters/slideMaster10.xml"/></Relationships>
</file>

<file path=ppt/slideLayouts/_rels/slideLayout1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46.xml"/><Relationship Id="rId7" Type="http://schemas.openxmlformats.org/officeDocument/2006/relationships/tags" Target="../tags/tag1045.xml"/><Relationship Id="rId6" Type="http://schemas.openxmlformats.org/officeDocument/2006/relationships/tags" Target="../tags/tag1044.xml"/><Relationship Id="rId5" Type="http://schemas.openxmlformats.org/officeDocument/2006/relationships/tags" Target="../tags/tag1043.xml"/><Relationship Id="rId4" Type="http://schemas.openxmlformats.org/officeDocument/2006/relationships/tags" Target="../tags/tag1042.xml"/><Relationship Id="rId3" Type="http://schemas.openxmlformats.org/officeDocument/2006/relationships/tags" Target="../tags/tag1041.xml"/><Relationship Id="rId2" Type="http://schemas.openxmlformats.org/officeDocument/2006/relationships/tags" Target="../tags/tag1040.xml"/><Relationship Id="rId12" Type="http://schemas.openxmlformats.org/officeDocument/2006/relationships/tags" Target="../tags/tag1049.xml"/><Relationship Id="rId11" Type="http://schemas.openxmlformats.org/officeDocument/2006/relationships/tags" Target="../tags/tag1048.xml"/><Relationship Id="rId10" Type="http://schemas.openxmlformats.org/officeDocument/2006/relationships/tags" Target="../tags/tag1047.xml"/><Relationship Id="rId1" Type="http://schemas.openxmlformats.org/officeDocument/2006/relationships/slideMaster" Target="../slideMasters/slideMaster10.xml"/></Relationships>
</file>

<file path=ppt/slideLayouts/_rels/slideLayout158.xml.rels><?xml version="1.0" encoding="UTF-8" standalone="yes"?>
<Relationships xmlns="http://schemas.openxmlformats.org/package/2006/relationships"><Relationship Id="rId9" Type="http://schemas.openxmlformats.org/officeDocument/2006/relationships/tags" Target="../tags/tag1056.xml"/><Relationship Id="rId8" Type="http://schemas.openxmlformats.org/officeDocument/2006/relationships/tags" Target="../tags/tag1055.xml"/><Relationship Id="rId7" Type="http://schemas.openxmlformats.org/officeDocument/2006/relationships/tags" Target="../tags/tag1054.xml"/><Relationship Id="rId6" Type="http://schemas.openxmlformats.org/officeDocument/2006/relationships/image" Target="../media/image1.emf"/><Relationship Id="rId5" Type="http://schemas.openxmlformats.org/officeDocument/2006/relationships/tags" Target="../tags/tag1053.xml"/><Relationship Id="rId4" Type="http://schemas.openxmlformats.org/officeDocument/2006/relationships/tags" Target="../tags/tag1052.xml"/><Relationship Id="rId3" Type="http://schemas.openxmlformats.org/officeDocument/2006/relationships/tags" Target="../tags/tag1051.xml"/><Relationship Id="rId2" Type="http://schemas.openxmlformats.org/officeDocument/2006/relationships/tags" Target="../tags/tag1050.xml"/><Relationship Id="rId1" Type="http://schemas.openxmlformats.org/officeDocument/2006/relationships/slideMaster" Target="../slideMasters/slideMaster10.xml"/></Relationships>
</file>

<file path=ppt/slideLayouts/_rels/slideLayout159.xml.rels><?xml version="1.0" encoding="UTF-8" standalone="yes"?>
<Relationships xmlns="http://schemas.openxmlformats.org/package/2006/relationships"><Relationship Id="rId9" Type="http://schemas.openxmlformats.org/officeDocument/2006/relationships/tags" Target="../tags/tag1063.xml"/><Relationship Id="rId8" Type="http://schemas.openxmlformats.org/officeDocument/2006/relationships/tags" Target="../tags/tag1062.xml"/><Relationship Id="rId7" Type="http://schemas.openxmlformats.org/officeDocument/2006/relationships/tags" Target="../tags/tag1061.xml"/><Relationship Id="rId6" Type="http://schemas.openxmlformats.org/officeDocument/2006/relationships/tags" Target="../tags/tag1060.xml"/><Relationship Id="rId5" Type="http://schemas.openxmlformats.org/officeDocument/2006/relationships/tags" Target="../tags/tag1059.xml"/><Relationship Id="rId4" Type="http://schemas.openxmlformats.org/officeDocument/2006/relationships/image" Target="../media/image1.emf"/><Relationship Id="rId3" Type="http://schemas.openxmlformats.org/officeDocument/2006/relationships/tags" Target="../tags/tag1058.xml"/><Relationship Id="rId2" Type="http://schemas.openxmlformats.org/officeDocument/2006/relationships/tags" Target="../tags/tag1057.xml"/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8" Type="http://schemas.openxmlformats.org/officeDocument/2006/relationships/tags" Target="../tags/tag1069.xml"/><Relationship Id="rId7" Type="http://schemas.openxmlformats.org/officeDocument/2006/relationships/tags" Target="../tags/tag1068.xml"/><Relationship Id="rId6" Type="http://schemas.openxmlformats.org/officeDocument/2006/relationships/tags" Target="../tags/tag1067.xml"/><Relationship Id="rId5" Type="http://schemas.openxmlformats.org/officeDocument/2006/relationships/image" Target="../media/image3.jpeg"/><Relationship Id="rId4" Type="http://schemas.openxmlformats.org/officeDocument/2006/relationships/tags" Target="../tags/tag1066.xml"/><Relationship Id="rId3" Type="http://schemas.openxmlformats.org/officeDocument/2006/relationships/tags" Target="../tags/tag1065.xml"/><Relationship Id="rId2" Type="http://schemas.openxmlformats.org/officeDocument/2006/relationships/tags" Target="../tags/tag1064.xml"/><Relationship Id="rId1" Type="http://schemas.openxmlformats.org/officeDocument/2006/relationships/slideMaster" Target="../slideMasters/slideMaster10.xml"/></Relationships>
</file>

<file path=ppt/slideLayouts/_rels/slideLayout161.xml.rels><?xml version="1.0" encoding="UTF-8" standalone="yes"?>
<Relationships xmlns="http://schemas.openxmlformats.org/package/2006/relationships"><Relationship Id="rId4" Type="http://schemas.openxmlformats.org/officeDocument/2006/relationships/tags" Target="../tags/tag1072.xml"/><Relationship Id="rId3" Type="http://schemas.openxmlformats.org/officeDocument/2006/relationships/tags" Target="../tags/tag1071.xml"/><Relationship Id="rId2" Type="http://schemas.openxmlformats.org/officeDocument/2006/relationships/tags" Target="../tags/tag1070.xml"/><Relationship Id="rId1" Type="http://schemas.openxmlformats.org/officeDocument/2006/relationships/slideMaster" Target="../slideMasters/slideMaster10.xml"/></Relationships>
</file>

<file path=ppt/slideLayouts/_rels/slideLayout162.xml.rels><?xml version="1.0" encoding="UTF-8" standalone="yes"?>
<Relationships xmlns="http://schemas.openxmlformats.org/package/2006/relationships"><Relationship Id="rId9" Type="http://schemas.openxmlformats.org/officeDocument/2006/relationships/tags" Target="../tags/tag1079.xml"/><Relationship Id="rId8" Type="http://schemas.openxmlformats.org/officeDocument/2006/relationships/tags" Target="../tags/tag1078.xml"/><Relationship Id="rId7" Type="http://schemas.openxmlformats.org/officeDocument/2006/relationships/tags" Target="../tags/tag1077.xml"/><Relationship Id="rId6" Type="http://schemas.openxmlformats.org/officeDocument/2006/relationships/tags" Target="../tags/tag1076.xml"/><Relationship Id="rId5" Type="http://schemas.openxmlformats.org/officeDocument/2006/relationships/tags" Target="../tags/tag1075.xml"/><Relationship Id="rId4" Type="http://schemas.openxmlformats.org/officeDocument/2006/relationships/image" Target="../media/image1.emf"/><Relationship Id="rId3" Type="http://schemas.openxmlformats.org/officeDocument/2006/relationships/tags" Target="../tags/tag1074.xml"/><Relationship Id="rId2" Type="http://schemas.openxmlformats.org/officeDocument/2006/relationships/tags" Target="../tags/tag1073.xml"/><Relationship Id="rId1" Type="http://schemas.openxmlformats.org/officeDocument/2006/relationships/slideMaster" Target="../slideMasters/slideMaster10.xml"/></Relationships>
</file>

<file path=ppt/slideLayouts/_rels/slideLayout163.xml.rels><?xml version="1.0" encoding="UTF-8" standalone="yes"?>
<Relationships xmlns="http://schemas.openxmlformats.org/package/2006/relationships"><Relationship Id="rId9" Type="http://schemas.openxmlformats.org/officeDocument/2006/relationships/tags" Target="../tags/tag1086.xml"/><Relationship Id="rId8" Type="http://schemas.openxmlformats.org/officeDocument/2006/relationships/tags" Target="../tags/tag1085.xml"/><Relationship Id="rId7" Type="http://schemas.openxmlformats.org/officeDocument/2006/relationships/tags" Target="../tags/tag1084.xml"/><Relationship Id="rId6" Type="http://schemas.openxmlformats.org/officeDocument/2006/relationships/tags" Target="../tags/tag1083.xml"/><Relationship Id="rId5" Type="http://schemas.openxmlformats.org/officeDocument/2006/relationships/tags" Target="../tags/tag1082.xml"/><Relationship Id="rId4" Type="http://schemas.openxmlformats.org/officeDocument/2006/relationships/image" Target="../media/image1.emf"/><Relationship Id="rId3" Type="http://schemas.openxmlformats.org/officeDocument/2006/relationships/tags" Target="../tags/tag1081.xml"/><Relationship Id="rId2" Type="http://schemas.openxmlformats.org/officeDocument/2006/relationships/tags" Target="../tags/tag1080.xml"/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7" Type="http://schemas.openxmlformats.org/officeDocument/2006/relationships/tags" Target="../tags/tag1091.xml"/><Relationship Id="rId6" Type="http://schemas.openxmlformats.org/officeDocument/2006/relationships/tags" Target="../tags/tag1090.xml"/><Relationship Id="rId5" Type="http://schemas.openxmlformats.org/officeDocument/2006/relationships/tags" Target="../tags/tag1089.xml"/><Relationship Id="rId4" Type="http://schemas.openxmlformats.org/officeDocument/2006/relationships/image" Target="../media/image1.emf"/><Relationship Id="rId3" Type="http://schemas.openxmlformats.org/officeDocument/2006/relationships/tags" Target="../tags/tag1088.xml"/><Relationship Id="rId2" Type="http://schemas.openxmlformats.org/officeDocument/2006/relationships/tags" Target="../tags/tag1087.xml"/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9" Type="http://schemas.openxmlformats.org/officeDocument/2006/relationships/tags" Target="../tags/tag1098.xml"/><Relationship Id="rId8" Type="http://schemas.openxmlformats.org/officeDocument/2006/relationships/tags" Target="../tags/tag1097.xml"/><Relationship Id="rId7" Type="http://schemas.openxmlformats.org/officeDocument/2006/relationships/tags" Target="../tags/tag1096.xml"/><Relationship Id="rId6" Type="http://schemas.openxmlformats.org/officeDocument/2006/relationships/tags" Target="../tags/tag1095.xml"/><Relationship Id="rId5" Type="http://schemas.openxmlformats.org/officeDocument/2006/relationships/tags" Target="../tags/tag1094.xml"/><Relationship Id="rId4" Type="http://schemas.openxmlformats.org/officeDocument/2006/relationships/image" Target="../media/image1.emf"/><Relationship Id="rId3" Type="http://schemas.openxmlformats.org/officeDocument/2006/relationships/tags" Target="../tags/tag1093.xml"/><Relationship Id="rId2" Type="http://schemas.openxmlformats.org/officeDocument/2006/relationships/tags" Target="../tags/tag1092.xml"/><Relationship Id="rId10" Type="http://schemas.openxmlformats.org/officeDocument/2006/relationships/tags" Target="../tags/tag1099.xml"/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9" Type="http://schemas.openxmlformats.org/officeDocument/2006/relationships/tags" Target="../tags/tag1106.xml"/><Relationship Id="rId8" Type="http://schemas.openxmlformats.org/officeDocument/2006/relationships/tags" Target="../tags/tag1105.xml"/><Relationship Id="rId7" Type="http://schemas.openxmlformats.org/officeDocument/2006/relationships/tags" Target="../tags/tag1104.xml"/><Relationship Id="rId6" Type="http://schemas.openxmlformats.org/officeDocument/2006/relationships/image" Target="../media/image1.emf"/><Relationship Id="rId5" Type="http://schemas.openxmlformats.org/officeDocument/2006/relationships/tags" Target="../tags/tag1103.xml"/><Relationship Id="rId4" Type="http://schemas.openxmlformats.org/officeDocument/2006/relationships/tags" Target="../tags/tag1102.xml"/><Relationship Id="rId3" Type="http://schemas.openxmlformats.org/officeDocument/2006/relationships/tags" Target="../tags/tag1101.xml"/><Relationship Id="rId2" Type="http://schemas.openxmlformats.org/officeDocument/2006/relationships/tags" Target="../tags/tag1100.xml"/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9" Type="http://schemas.openxmlformats.org/officeDocument/2006/relationships/tags" Target="../tags/tag1113.xml"/><Relationship Id="rId8" Type="http://schemas.openxmlformats.org/officeDocument/2006/relationships/tags" Target="../tags/tag1112.xml"/><Relationship Id="rId7" Type="http://schemas.openxmlformats.org/officeDocument/2006/relationships/tags" Target="../tags/tag1111.xml"/><Relationship Id="rId6" Type="http://schemas.openxmlformats.org/officeDocument/2006/relationships/tags" Target="../tags/tag1110.xml"/><Relationship Id="rId5" Type="http://schemas.openxmlformats.org/officeDocument/2006/relationships/image" Target="../media/image1.emf"/><Relationship Id="rId4" Type="http://schemas.openxmlformats.org/officeDocument/2006/relationships/tags" Target="../tags/tag1109.xml"/><Relationship Id="rId3" Type="http://schemas.openxmlformats.org/officeDocument/2006/relationships/tags" Target="../tags/tag1108.xml"/><Relationship Id="rId2" Type="http://schemas.openxmlformats.org/officeDocument/2006/relationships/tags" Target="../tags/tag1107.xml"/><Relationship Id="rId10" Type="http://schemas.openxmlformats.org/officeDocument/2006/relationships/tags" Target="../tags/tag1114.xml"/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7" Type="http://schemas.openxmlformats.org/officeDocument/2006/relationships/tags" Target="../tags/tag1120.xml"/><Relationship Id="rId6" Type="http://schemas.openxmlformats.org/officeDocument/2006/relationships/tags" Target="../tags/tag1119.xml"/><Relationship Id="rId5" Type="http://schemas.openxmlformats.org/officeDocument/2006/relationships/tags" Target="../tags/tag1118.xml"/><Relationship Id="rId4" Type="http://schemas.openxmlformats.org/officeDocument/2006/relationships/tags" Target="../tags/tag1117.xml"/><Relationship Id="rId3" Type="http://schemas.openxmlformats.org/officeDocument/2006/relationships/tags" Target="../tags/tag1116.xml"/><Relationship Id="rId2" Type="http://schemas.openxmlformats.org/officeDocument/2006/relationships/tags" Target="../tags/tag1115.xml"/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8" Type="http://schemas.openxmlformats.org/officeDocument/2006/relationships/tags" Target="../tags/tag1126.xml"/><Relationship Id="rId7" Type="http://schemas.openxmlformats.org/officeDocument/2006/relationships/tags" Target="../tags/tag1125.xml"/><Relationship Id="rId6" Type="http://schemas.openxmlformats.org/officeDocument/2006/relationships/tags" Target="../tags/tag1124.xml"/><Relationship Id="rId5" Type="http://schemas.openxmlformats.org/officeDocument/2006/relationships/image" Target="../media/image1.emf"/><Relationship Id="rId4" Type="http://schemas.openxmlformats.org/officeDocument/2006/relationships/tags" Target="../tags/tag1123.xml"/><Relationship Id="rId3" Type="http://schemas.openxmlformats.org/officeDocument/2006/relationships/tags" Target="../tags/tag1122.xml"/><Relationship Id="rId2" Type="http://schemas.openxmlformats.org/officeDocument/2006/relationships/tags" Target="../tags/tag1121.xml"/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8" Type="http://schemas.openxmlformats.org/officeDocument/2006/relationships/tags" Target="../tags/tag1132.xml"/><Relationship Id="rId7" Type="http://schemas.openxmlformats.org/officeDocument/2006/relationships/tags" Target="../tags/tag1131.xml"/><Relationship Id="rId6" Type="http://schemas.openxmlformats.org/officeDocument/2006/relationships/tags" Target="../tags/tag1130.xml"/><Relationship Id="rId5" Type="http://schemas.openxmlformats.org/officeDocument/2006/relationships/tags" Target="../tags/tag1129.xml"/><Relationship Id="rId4" Type="http://schemas.openxmlformats.org/officeDocument/2006/relationships/image" Target="../media/image1.emf"/><Relationship Id="rId3" Type="http://schemas.openxmlformats.org/officeDocument/2006/relationships/tags" Target="../tags/tag1128.xml"/><Relationship Id="rId2" Type="http://schemas.openxmlformats.org/officeDocument/2006/relationships/tags" Target="../tags/tag1127.xml"/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8" Type="http://schemas.openxmlformats.org/officeDocument/2006/relationships/tags" Target="../tags/tag1138.xml"/><Relationship Id="rId7" Type="http://schemas.openxmlformats.org/officeDocument/2006/relationships/tags" Target="../tags/tag1137.xml"/><Relationship Id="rId6" Type="http://schemas.openxmlformats.org/officeDocument/2006/relationships/tags" Target="../tags/tag1136.xml"/><Relationship Id="rId5" Type="http://schemas.openxmlformats.org/officeDocument/2006/relationships/tags" Target="../tags/tag1135.xml"/><Relationship Id="rId4" Type="http://schemas.openxmlformats.org/officeDocument/2006/relationships/image" Target="../media/image1.emf"/><Relationship Id="rId3" Type="http://schemas.openxmlformats.org/officeDocument/2006/relationships/tags" Target="../tags/tag1134.xml"/><Relationship Id="rId2" Type="http://schemas.openxmlformats.org/officeDocument/2006/relationships/tags" Target="../tags/tag1133.xml"/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
<Relationships xmlns="http://schemas.openxmlformats.org/package/2006/relationships"><Relationship Id="rId9" Type="http://schemas.openxmlformats.org/officeDocument/2006/relationships/tags" Target="../tags/tag1145.xml"/><Relationship Id="rId8" Type="http://schemas.openxmlformats.org/officeDocument/2006/relationships/tags" Target="../tags/tag1144.xml"/><Relationship Id="rId7" Type="http://schemas.openxmlformats.org/officeDocument/2006/relationships/tags" Target="../tags/tag1143.xml"/><Relationship Id="rId6" Type="http://schemas.openxmlformats.org/officeDocument/2006/relationships/tags" Target="../tags/tag1142.xml"/><Relationship Id="rId5" Type="http://schemas.openxmlformats.org/officeDocument/2006/relationships/image" Target="../media/image1.emf"/><Relationship Id="rId4" Type="http://schemas.openxmlformats.org/officeDocument/2006/relationships/tags" Target="../tags/tag1141.xml"/><Relationship Id="rId3" Type="http://schemas.openxmlformats.org/officeDocument/2006/relationships/tags" Target="../tags/tag1140.xml"/><Relationship Id="rId2" Type="http://schemas.openxmlformats.org/officeDocument/2006/relationships/tags" Target="../tags/tag1139.xml"/><Relationship Id="rId10" Type="http://schemas.openxmlformats.org/officeDocument/2006/relationships/tags" Target="../tags/tag1146.xml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>
            <a:off x="-14287" y="3789363"/>
            <a:ext cx="2109788" cy="3043238"/>
          </a:xfrm>
          <a:custGeom>
            <a:avLst/>
            <a:gdLst>
              <a:gd name="connsiteX0" fmla="*/ 1866213 w 1984388"/>
              <a:gd name="connsiteY0" fmla="*/ 0 h 3816663"/>
              <a:gd name="connsiteX1" fmla="*/ 1984388 w 1984388"/>
              <a:gd name="connsiteY1" fmla="*/ 3816663 h 3816663"/>
              <a:gd name="connsiteX2" fmla="*/ 0 w 1984388"/>
              <a:gd name="connsiteY2" fmla="*/ 3029151 h 3816663"/>
              <a:gd name="connsiteX3" fmla="*/ 0 w 1984388"/>
              <a:gd name="connsiteY3" fmla="*/ 1052310 h 3816663"/>
              <a:gd name="connsiteX4" fmla="*/ 120001 w 1984388"/>
              <a:gd name="connsiteY4" fmla="*/ 949460 h 3816663"/>
              <a:gd name="connsiteX5" fmla="*/ 1866213 w 1984388"/>
              <a:gd name="connsiteY5" fmla="*/ 0 h 3816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4388" h="3816663">
                <a:moveTo>
                  <a:pt x="1866213" y="0"/>
                </a:moveTo>
                <a:cubicBezTo>
                  <a:pt x="1573085" y="351709"/>
                  <a:pt x="1523264" y="2649876"/>
                  <a:pt x="1984388" y="3816663"/>
                </a:cubicBezTo>
                <a:lnTo>
                  <a:pt x="0" y="3029151"/>
                </a:lnTo>
                <a:lnTo>
                  <a:pt x="0" y="1052310"/>
                </a:lnTo>
                <a:lnTo>
                  <a:pt x="120001" y="949460"/>
                </a:lnTo>
                <a:cubicBezTo>
                  <a:pt x="725388" y="451507"/>
                  <a:pt x="1399206" y="61522"/>
                  <a:pt x="186621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-20637" y="4557713"/>
            <a:ext cx="4543425" cy="2297113"/>
          </a:xfrm>
          <a:custGeom>
            <a:avLst/>
            <a:gdLst>
              <a:gd name="connsiteX0" fmla="*/ 3976481 w 4275962"/>
              <a:gd name="connsiteY0" fmla="*/ 56 h 2880456"/>
              <a:gd name="connsiteX1" fmla="*/ 4275962 w 4275962"/>
              <a:gd name="connsiteY1" fmla="*/ 38832 h 2880456"/>
              <a:gd name="connsiteX2" fmla="*/ 3408565 w 4275962"/>
              <a:gd name="connsiteY2" fmla="*/ 2880456 h 2880456"/>
              <a:gd name="connsiteX3" fmla="*/ 0 w 4275962"/>
              <a:gd name="connsiteY3" fmla="*/ 2880456 h 2880456"/>
              <a:gd name="connsiteX4" fmla="*/ 1 w 4275962"/>
              <a:gd name="connsiteY4" fmla="*/ 1884170 h 2880456"/>
              <a:gd name="connsiteX5" fmla="*/ 3976481 w 4275962"/>
              <a:gd name="connsiteY5" fmla="*/ 56 h 288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5962" h="2880456">
                <a:moveTo>
                  <a:pt x="3976481" y="56"/>
                </a:moveTo>
                <a:cubicBezTo>
                  <a:pt x="4102302" y="-958"/>
                  <a:pt x="4204243" y="11809"/>
                  <a:pt x="4275962" y="38832"/>
                </a:cubicBezTo>
                <a:cubicBezTo>
                  <a:pt x="4028977" y="409664"/>
                  <a:pt x="4050262" y="1983092"/>
                  <a:pt x="3408565" y="2880456"/>
                </a:cubicBezTo>
                <a:lnTo>
                  <a:pt x="0" y="2880456"/>
                </a:lnTo>
                <a:lnTo>
                  <a:pt x="1" y="1884170"/>
                </a:lnTo>
                <a:cubicBezTo>
                  <a:pt x="1044906" y="689524"/>
                  <a:pt x="3095736" y="7153"/>
                  <a:pt x="3976481" y="5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1268" name="组合 30"/>
          <p:cNvGrpSpPr/>
          <p:nvPr/>
        </p:nvGrpSpPr>
        <p:grpSpPr>
          <a:xfrm>
            <a:off x="9613900" y="0"/>
            <a:ext cx="2578100" cy="1735138"/>
            <a:chOff x="6718841" y="1386347"/>
            <a:chExt cx="1933079" cy="1735561"/>
          </a:xfrm>
        </p:grpSpPr>
        <p:sp>
          <p:nvSpPr>
            <p:cNvPr id="12" name="任意多边形 11"/>
            <p:cNvSpPr/>
            <p:nvPr/>
          </p:nvSpPr>
          <p:spPr>
            <a:xfrm>
              <a:off x="7752038" y="1395874"/>
              <a:ext cx="897501" cy="1726034"/>
            </a:xfrm>
            <a:custGeom>
              <a:avLst/>
              <a:gdLst>
                <a:gd name="connsiteX0" fmla="*/ 0 w 1125467"/>
                <a:gd name="connsiteY0" fmla="*/ 0 h 2164661"/>
                <a:gd name="connsiteX1" fmla="*/ 1125467 w 1125467"/>
                <a:gd name="connsiteY1" fmla="*/ 446646 h 2164661"/>
                <a:gd name="connsiteX2" fmla="*/ 1125467 w 1125467"/>
                <a:gd name="connsiteY2" fmla="*/ 1567833 h 2164661"/>
                <a:gd name="connsiteX3" fmla="*/ 1057407 w 1125467"/>
                <a:gd name="connsiteY3" fmla="*/ 1626165 h 2164661"/>
                <a:gd name="connsiteX4" fmla="*/ 67024 w 1125467"/>
                <a:gd name="connsiteY4" fmla="*/ 2164661 h 2164661"/>
                <a:gd name="connsiteX5" fmla="*/ 0 w 1125467"/>
                <a:gd name="connsiteY5" fmla="*/ 0 h 216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5467" h="2164661">
                  <a:moveTo>
                    <a:pt x="0" y="0"/>
                  </a:moveTo>
                  <a:lnTo>
                    <a:pt x="1125467" y="446646"/>
                  </a:lnTo>
                  <a:lnTo>
                    <a:pt x="1125467" y="1567833"/>
                  </a:lnTo>
                  <a:lnTo>
                    <a:pt x="1057407" y="1626165"/>
                  </a:lnTo>
                  <a:cubicBezTo>
                    <a:pt x="714055" y="1908585"/>
                    <a:pt x="331892" y="2129769"/>
                    <a:pt x="67024" y="2164661"/>
                  </a:cubicBezTo>
                  <a:cubicBezTo>
                    <a:pt x="233275" y="1965186"/>
                    <a:pt x="261531" y="661755"/>
                    <a:pt x="0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任意多边形 12"/>
            <p:cNvSpPr/>
            <p:nvPr/>
          </p:nvSpPr>
          <p:spPr>
            <a:xfrm>
              <a:off x="6718841" y="1386347"/>
              <a:ext cx="1933079" cy="1302067"/>
            </a:xfrm>
            <a:custGeom>
              <a:avLst/>
              <a:gdLst>
                <a:gd name="connsiteX0" fmla="*/ 491954 w 2425159"/>
                <a:gd name="connsiteY0" fmla="*/ 0 h 1633682"/>
                <a:gd name="connsiteX1" fmla="*/ 2425159 w 2425159"/>
                <a:gd name="connsiteY1" fmla="*/ 0 h 1633682"/>
                <a:gd name="connsiteX2" fmla="*/ 2425158 w 2425159"/>
                <a:gd name="connsiteY2" fmla="*/ 565054 h 1633682"/>
                <a:gd name="connsiteX3" fmla="*/ 0 w 2425159"/>
                <a:gd name="connsiteY3" fmla="*/ 1611658 h 1633682"/>
                <a:gd name="connsiteX4" fmla="*/ 491954 w 2425159"/>
                <a:gd name="connsiteY4" fmla="*/ 0 h 1633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5159" h="1633682">
                  <a:moveTo>
                    <a:pt x="491954" y="0"/>
                  </a:moveTo>
                  <a:lnTo>
                    <a:pt x="2425159" y="0"/>
                  </a:lnTo>
                  <a:lnTo>
                    <a:pt x="2425158" y="565054"/>
                  </a:lnTo>
                  <a:cubicBezTo>
                    <a:pt x="1747867" y="1339405"/>
                    <a:pt x="325406" y="1734271"/>
                    <a:pt x="0" y="1611658"/>
                  </a:cubicBezTo>
                  <a:cubicBezTo>
                    <a:pt x="140081" y="1401337"/>
                    <a:pt x="128009" y="508950"/>
                    <a:pt x="4919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269" name="组合 31"/>
          <p:cNvGrpSpPr/>
          <p:nvPr/>
        </p:nvGrpSpPr>
        <p:grpSpPr>
          <a:xfrm>
            <a:off x="10898188" y="5778500"/>
            <a:ext cx="1293812" cy="1079500"/>
            <a:chOff x="7680034" y="5787096"/>
            <a:chExt cx="969702" cy="1080058"/>
          </a:xfrm>
        </p:grpSpPr>
        <p:sp>
          <p:nvSpPr>
            <p:cNvPr id="15" name="任意多边形 14"/>
            <p:cNvSpPr/>
            <p:nvPr/>
          </p:nvSpPr>
          <p:spPr>
            <a:xfrm>
              <a:off x="7680034" y="6365245"/>
              <a:ext cx="963753" cy="500321"/>
            </a:xfrm>
            <a:custGeom>
              <a:avLst/>
              <a:gdLst>
                <a:gd name="connsiteX0" fmla="*/ 1209449 w 1209449"/>
                <a:gd name="connsiteY0" fmla="*/ 0 h 628826"/>
                <a:gd name="connsiteX1" fmla="*/ 959897 w 1209449"/>
                <a:gd name="connsiteY1" fmla="*/ 628826 h 628826"/>
                <a:gd name="connsiteX2" fmla="*/ 333463 w 1209449"/>
                <a:gd name="connsiteY2" fmla="*/ 628826 h 628826"/>
                <a:gd name="connsiteX3" fmla="*/ 300871 w 1209449"/>
                <a:gd name="connsiteY3" fmla="*/ 590799 h 628826"/>
                <a:gd name="connsiteX4" fmla="*/ 0 w 1209449"/>
                <a:gd name="connsiteY4" fmla="*/ 37448 h 628826"/>
                <a:gd name="connsiteX5" fmla="*/ 1209449 w 1209449"/>
                <a:gd name="connsiteY5" fmla="*/ 0 h 62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9449" h="628826">
                  <a:moveTo>
                    <a:pt x="1209449" y="0"/>
                  </a:moveTo>
                  <a:lnTo>
                    <a:pt x="959897" y="628826"/>
                  </a:lnTo>
                  <a:lnTo>
                    <a:pt x="333463" y="628826"/>
                  </a:lnTo>
                  <a:lnTo>
                    <a:pt x="300871" y="590799"/>
                  </a:lnTo>
                  <a:cubicBezTo>
                    <a:pt x="143077" y="398960"/>
                    <a:pt x="19496" y="185436"/>
                    <a:pt x="0" y="37448"/>
                  </a:cubicBezTo>
                  <a:cubicBezTo>
                    <a:pt x="111452" y="130336"/>
                    <a:pt x="839710" y="146124"/>
                    <a:pt x="12094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7922757" y="5787096"/>
              <a:ext cx="726979" cy="1080058"/>
            </a:xfrm>
            <a:custGeom>
              <a:avLst/>
              <a:gdLst>
                <a:gd name="connsiteX0" fmla="*/ 12305 w 912778"/>
                <a:gd name="connsiteY0" fmla="*/ 0 h 1354995"/>
                <a:gd name="connsiteX1" fmla="*/ 912778 w 912778"/>
                <a:gd name="connsiteY1" fmla="*/ 274866 h 1354995"/>
                <a:gd name="connsiteX2" fmla="*/ 912778 w 912778"/>
                <a:gd name="connsiteY2" fmla="*/ 1354995 h 1354995"/>
                <a:gd name="connsiteX3" fmla="*/ 597068 w 912778"/>
                <a:gd name="connsiteY3" fmla="*/ 1354995 h 1354995"/>
                <a:gd name="connsiteX4" fmla="*/ 12305 w 912778"/>
                <a:gd name="connsiteY4" fmla="*/ 0 h 135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778" h="1354995">
                  <a:moveTo>
                    <a:pt x="12305" y="0"/>
                  </a:moveTo>
                  <a:cubicBezTo>
                    <a:pt x="129817" y="78266"/>
                    <a:pt x="628415" y="71521"/>
                    <a:pt x="912778" y="274866"/>
                  </a:cubicBezTo>
                  <a:lnTo>
                    <a:pt x="912778" y="1354995"/>
                  </a:lnTo>
                  <a:lnTo>
                    <a:pt x="597068" y="1354995"/>
                  </a:lnTo>
                  <a:cubicBezTo>
                    <a:pt x="164419" y="976576"/>
                    <a:pt x="-56202" y="181812"/>
                    <a:pt x="12305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2546350" y="3346450"/>
            <a:ext cx="8299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8229" y="2193116"/>
            <a:ext cx="8355391" cy="1113648"/>
          </a:xfrm>
        </p:spPr>
        <p:txBody>
          <a:bodyPr>
            <a:normAutofit/>
          </a:bodyPr>
          <a:lstStyle>
            <a:lvl1pPr algn="ctr">
              <a:defRPr sz="36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09723" y="3442380"/>
            <a:ext cx="7372404" cy="777645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grpSp>
        <p:nvGrpSpPr>
          <p:cNvPr id="18" name="组合 38"/>
          <p:cNvGrpSpPr/>
          <p:nvPr/>
        </p:nvGrpSpPr>
        <p:grpSpPr bwMode="auto">
          <a:xfrm>
            <a:off x="367696" y="282886"/>
            <a:ext cx="1548343" cy="483998"/>
            <a:chOff x="615950" y="458788"/>
            <a:chExt cx="2657475" cy="1108075"/>
          </a:xfrm>
          <a:solidFill>
            <a:schemeClr val="accent1"/>
          </a:solidFill>
        </p:grpSpPr>
        <p:sp>
          <p:nvSpPr>
            <p:cNvPr id="19" name="Freeform 5"/>
            <p:cNvSpPr/>
            <p:nvPr/>
          </p:nvSpPr>
          <p:spPr bwMode="auto">
            <a:xfrm>
              <a:off x="3015755" y="974351"/>
              <a:ext cx="257670" cy="557884"/>
            </a:xfrm>
            <a:custGeom>
              <a:avLst/>
              <a:gdLst>
                <a:gd name="T0" fmla="*/ 48 w 210"/>
                <a:gd name="T1" fmla="*/ 208 h 453"/>
                <a:gd name="T2" fmla="*/ 46 w 210"/>
                <a:gd name="T3" fmla="*/ 208 h 453"/>
                <a:gd name="T4" fmla="*/ 46 w 210"/>
                <a:gd name="T5" fmla="*/ 451 h 453"/>
                <a:gd name="T6" fmla="*/ 0 w 210"/>
                <a:gd name="T7" fmla="*/ 453 h 453"/>
                <a:gd name="T8" fmla="*/ 0 w 210"/>
                <a:gd name="T9" fmla="*/ 208 h 453"/>
                <a:gd name="T10" fmla="*/ 0 w 210"/>
                <a:gd name="T11" fmla="*/ 204 h 453"/>
                <a:gd name="T12" fmla="*/ 0 w 210"/>
                <a:gd name="T13" fmla="*/ 164 h 453"/>
                <a:gd name="T14" fmla="*/ 210 w 210"/>
                <a:gd name="T15" fmla="*/ 0 h 453"/>
                <a:gd name="T16" fmla="*/ 210 w 210"/>
                <a:gd name="T17" fmla="*/ 55 h 453"/>
                <a:gd name="T18" fmla="*/ 48 w 210"/>
                <a:gd name="T19" fmla="*/ 2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0" h="453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3154205" y="566518"/>
              <a:ext cx="99992" cy="319340"/>
            </a:xfrm>
            <a:custGeom>
              <a:avLst/>
              <a:gdLst>
                <a:gd name="T0" fmla="*/ 0 w 79"/>
                <a:gd name="T1" fmla="*/ 185 h 258"/>
                <a:gd name="T2" fmla="*/ 0 w 79"/>
                <a:gd name="T3" fmla="*/ 185 h 258"/>
                <a:gd name="T4" fmla="*/ 0 w 79"/>
                <a:gd name="T5" fmla="*/ 0 h 258"/>
                <a:gd name="T6" fmla="*/ 21 w 79"/>
                <a:gd name="T7" fmla="*/ 0 h 258"/>
                <a:gd name="T8" fmla="*/ 21 w 79"/>
                <a:gd name="T9" fmla="*/ 186 h 258"/>
                <a:gd name="T10" fmla="*/ 79 w 79"/>
                <a:gd name="T11" fmla="*/ 240 h 258"/>
                <a:gd name="T12" fmla="*/ 79 w 79"/>
                <a:gd name="T13" fmla="*/ 258 h 258"/>
                <a:gd name="T14" fmla="*/ 76 w 79"/>
                <a:gd name="T15" fmla="*/ 258 h 258"/>
                <a:gd name="T16" fmla="*/ 0 w 79"/>
                <a:gd name="T17" fmla="*/ 18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58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2969605" y="566518"/>
              <a:ext cx="96145" cy="319340"/>
            </a:xfrm>
            <a:custGeom>
              <a:avLst/>
              <a:gdLst>
                <a:gd name="T0" fmla="*/ 79 w 79"/>
                <a:gd name="T1" fmla="*/ 188 h 258"/>
                <a:gd name="T2" fmla="*/ 79 w 79"/>
                <a:gd name="T3" fmla="*/ 188 h 258"/>
                <a:gd name="T4" fmla="*/ 3 w 79"/>
                <a:gd name="T5" fmla="*/ 258 h 258"/>
                <a:gd name="T6" fmla="*/ 0 w 79"/>
                <a:gd name="T7" fmla="*/ 258 h 258"/>
                <a:gd name="T8" fmla="*/ 0 w 79"/>
                <a:gd name="T9" fmla="*/ 240 h 258"/>
                <a:gd name="T10" fmla="*/ 57 w 79"/>
                <a:gd name="T11" fmla="*/ 186 h 258"/>
                <a:gd name="T12" fmla="*/ 57 w 79"/>
                <a:gd name="T13" fmla="*/ 0 h 258"/>
                <a:gd name="T14" fmla="*/ 79 w 79"/>
                <a:gd name="T15" fmla="*/ 0 h 258"/>
                <a:gd name="T16" fmla="*/ 79 w 79"/>
                <a:gd name="T17" fmla="*/ 185 h 258"/>
                <a:gd name="T18" fmla="*/ 79 w 79"/>
                <a:gd name="T19" fmla="*/ 185 h 258"/>
                <a:gd name="T20" fmla="*/ 79 w 79"/>
                <a:gd name="T21" fmla="*/ 186 h 258"/>
                <a:gd name="T22" fmla="*/ 79 w 79"/>
                <a:gd name="T23" fmla="*/ 18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258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8"/>
            <p:cNvSpPr>
              <a:spLocks noEditPoints="1"/>
            </p:cNvSpPr>
            <p:nvPr/>
          </p:nvSpPr>
          <p:spPr bwMode="auto">
            <a:xfrm>
              <a:off x="2419648" y="955112"/>
              <a:ext cx="584568" cy="611751"/>
            </a:xfrm>
            <a:custGeom>
              <a:avLst/>
              <a:gdLst>
                <a:gd name="T0" fmla="*/ 463 w 478"/>
                <a:gd name="T1" fmla="*/ 211 h 498"/>
                <a:gd name="T2" fmla="*/ 409 w 478"/>
                <a:gd name="T3" fmla="*/ 220 h 498"/>
                <a:gd name="T4" fmla="*/ 330 w 478"/>
                <a:gd name="T5" fmla="*/ 391 h 498"/>
                <a:gd name="T6" fmla="*/ 108 w 478"/>
                <a:gd name="T7" fmla="*/ 332 h 498"/>
                <a:gd name="T8" fmla="*/ 417 w 478"/>
                <a:gd name="T9" fmla="*/ 153 h 498"/>
                <a:gd name="T10" fmla="*/ 417 w 478"/>
                <a:gd name="T11" fmla="*/ 153 h 498"/>
                <a:gd name="T12" fmla="*/ 438 w 478"/>
                <a:gd name="T13" fmla="*/ 141 h 498"/>
                <a:gd name="T14" fmla="*/ 437 w 478"/>
                <a:gd name="T15" fmla="*/ 140 h 498"/>
                <a:gd name="T16" fmla="*/ 140 w 478"/>
                <a:gd name="T17" fmla="*/ 60 h 498"/>
                <a:gd name="T18" fmla="*/ 60 w 478"/>
                <a:gd name="T19" fmla="*/ 358 h 498"/>
                <a:gd name="T20" fmla="*/ 357 w 478"/>
                <a:gd name="T21" fmla="*/ 437 h 498"/>
                <a:gd name="T22" fmla="*/ 463 w 478"/>
                <a:gd name="T23" fmla="*/ 211 h 498"/>
                <a:gd name="T24" fmla="*/ 87 w 478"/>
                <a:gd name="T25" fmla="*/ 274 h 498"/>
                <a:gd name="T26" fmla="*/ 167 w 478"/>
                <a:gd name="T27" fmla="*/ 108 h 498"/>
                <a:gd name="T28" fmla="*/ 350 w 478"/>
                <a:gd name="T29" fmla="*/ 122 h 498"/>
                <a:gd name="T30" fmla="*/ 87 w 478"/>
                <a:gd name="T31" fmla="*/ 274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8" h="498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2619632" y="728112"/>
              <a:ext cx="307667" cy="157746"/>
            </a:xfrm>
            <a:custGeom>
              <a:avLst/>
              <a:gdLst>
                <a:gd name="T0" fmla="*/ 172 w 251"/>
                <a:gd name="T1" fmla="*/ 58 h 128"/>
                <a:gd name="T2" fmla="*/ 172 w 251"/>
                <a:gd name="T3" fmla="*/ 58 h 128"/>
                <a:gd name="T4" fmla="*/ 172 w 251"/>
                <a:gd name="T5" fmla="*/ 56 h 128"/>
                <a:gd name="T6" fmla="*/ 172 w 251"/>
                <a:gd name="T7" fmla="*/ 55 h 128"/>
                <a:gd name="T8" fmla="*/ 172 w 251"/>
                <a:gd name="T9" fmla="*/ 55 h 128"/>
                <a:gd name="T10" fmla="*/ 172 w 251"/>
                <a:gd name="T11" fmla="*/ 22 h 128"/>
                <a:gd name="T12" fmla="*/ 79 w 251"/>
                <a:gd name="T13" fmla="*/ 22 h 128"/>
                <a:gd name="T14" fmla="*/ 79 w 251"/>
                <a:gd name="T15" fmla="*/ 55 h 128"/>
                <a:gd name="T16" fmla="*/ 79 w 251"/>
                <a:gd name="T17" fmla="*/ 55 h 128"/>
                <a:gd name="T18" fmla="*/ 79 w 251"/>
                <a:gd name="T19" fmla="*/ 56 h 128"/>
                <a:gd name="T20" fmla="*/ 79 w 251"/>
                <a:gd name="T21" fmla="*/ 58 h 128"/>
                <a:gd name="T22" fmla="*/ 79 w 251"/>
                <a:gd name="T23" fmla="*/ 58 h 128"/>
                <a:gd name="T24" fmla="*/ 3 w 251"/>
                <a:gd name="T25" fmla="*/ 128 h 128"/>
                <a:gd name="T26" fmla="*/ 0 w 251"/>
                <a:gd name="T27" fmla="*/ 128 h 128"/>
                <a:gd name="T28" fmla="*/ 0 w 251"/>
                <a:gd name="T29" fmla="*/ 110 h 128"/>
                <a:gd name="T30" fmla="*/ 57 w 251"/>
                <a:gd name="T31" fmla="*/ 56 h 128"/>
                <a:gd name="T32" fmla="*/ 57 w 251"/>
                <a:gd name="T33" fmla="*/ 22 h 128"/>
                <a:gd name="T34" fmla="*/ 57 w 251"/>
                <a:gd name="T35" fmla="*/ 0 h 128"/>
                <a:gd name="T36" fmla="*/ 79 w 251"/>
                <a:gd name="T37" fmla="*/ 0 h 128"/>
                <a:gd name="T38" fmla="*/ 172 w 251"/>
                <a:gd name="T39" fmla="*/ 0 h 128"/>
                <a:gd name="T40" fmla="*/ 179 w 251"/>
                <a:gd name="T41" fmla="*/ 0 h 128"/>
                <a:gd name="T42" fmla="*/ 194 w 251"/>
                <a:gd name="T43" fmla="*/ 0 h 128"/>
                <a:gd name="T44" fmla="*/ 194 w 251"/>
                <a:gd name="T45" fmla="*/ 56 h 128"/>
                <a:gd name="T46" fmla="*/ 251 w 251"/>
                <a:gd name="T47" fmla="*/ 110 h 128"/>
                <a:gd name="T48" fmla="*/ 251 w 251"/>
                <a:gd name="T49" fmla="*/ 128 h 128"/>
                <a:gd name="T50" fmla="*/ 248 w 251"/>
                <a:gd name="T51" fmla="*/ 128 h 128"/>
                <a:gd name="T52" fmla="*/ 172 w 251"/>
                <a:gd name="T53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1" h="128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2627324" y="678093"/>
              <a:ext cx="292284" cy="42324"/>
            </a:xfrm>
            <a:custGeom>
              <a:avLst/>
              <a:gdLst>
                <a:gd name="T0" fmla="*/ 166 w 183"/>
                <a:gd name="T1" fmla="*/ 16 h 28"/>
                <a:gd name="T2" fmla="*/ 17 w 183"/>
                <a:gd name="T3" fmla="*/ 16 h 28"/>
                <a:gd name="T4" fmla="*/ 17 w 183"/>
                <a:gd name="T5" fmla="*/ 28 h 28"/>
                <a:gd name="T6" fmla="*/ 0 w 183"/>
                <a:gd name="T7" fmla="*/ 28 h 28"/>
                <a:gd name="T8" fmla="*/ 0 w 183"/>
                <a:gd name="T9" fmla="*/ 16 h 28"/>
                <a:gd name="T10" fmla="*/ 0 w 183"/>
                <a:gd name="T11" fmla="*/ 0 h 28"/>
                <a:gd name="T12" fmla="*/ 17 w 183"/>
                <a:gd name="T13" fmla="*/ 0 h 28"/>
                <a:gd name="T14" fmla="*/ 166 w 183"/>
                <a:gd name="T15" fmla="*/ 0 h 28"/>
                <a:gd name="T16" fmla="*/ 183 w 183"/>
                <a:gd name="T17" fmla="*/ 0 h 28"/>
                <a:gd name="T18" fmla="*/ 183 w 183"/>
                <a:gd name="T19" fmla="*/ 16 h 28"/>
                <a:gd name="T20" fmla="*/ 183 w 183"/>
                <a:gd name="T21" fmla="*/ 28 h 28"/>
                <a:gd name="T22" fmla="*/ 166 w 183"/>
                <a:gd name="T23" fmla="*/ 28 h 28"/>
                <a:gd name="T24" fmla="*/ 166 w 183"/>
                <a:gd name="T25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3" h="28">
                  <a:moveTo>
                    <a:pt x="166" y="16"/>
                  </a:moveTo>
                  <a:lnTo>
                    <a:pt x="17" y="16"/>
                  </a:lnTo>
                  <a:lnTo>
                    <a:pt x="17" y="28"/>
                  </a:lnTo>
                  <a:lnTo>
                    <a:pt x="0" y="28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66" y="0"/>
                  </a:lnTo>
                  <a:lnTo>
                    <a:pt x="183" y="0"/>
                  </a:lnTo>
                  <a:lnTo>
                    <a:pt x="183" y="16"/>
                  </a:lnTo>
                  <a:lnTo>
                    <a:pt x="183" y="28"/>
                  </a:lnTo>
                  <a:lnTo>
                    <a:pt x="166" y="28"/>
                  </a:lnTo>
                  <a:lnTo>
                    <a:pt x="16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2635015" y="535738"/>
              <a:ext cx="273056" cy="123119"/>
            </a:xfrm>
            <a:custGeom>
              <a:avLst/>
              <a:gdLst>
                <a:gd name="T0" fmla="*/ 94 w 172"/>
                <a:gd name="T1" fmla="*/ 61 h 77"/>
                <a:gd name="T2" fmla="*/ 144 w 172"/>
                <a:gd name="T3" fmla="*/ 61 h 77"/>
                <a:gd name="T4" fmla="*/ 144 w 172"/>
                <a:gd name="T5" fmla="*/ 77 h 77"/>
                <a:gd name="T6" fmla="*/ 27 w 172"/>
                <a:gd name="T7" fmla="*/ 77 h 77"/>
                <a:gd name="T8" fmla="*/ 27 w 172"/>
                <a:gd name="T9" fmla="*/ 61 h 77"/>
                <a:gd name="T10" fmla="*/ 78 w 172"/>
                <a:gd name="T11" fmla="*/ 61 h 77"/>
                <a:gd name="T12" fmla="*/ 78 w 172"/>
                <a:gd name="T13" fmla="*/ 44 h 77"/>
                <a:gd name="T14" fmla="*/ 0 w 172"/>
                <a:gd name="T15" fmla="*/ 44 h 77"/>
                <a:gd name="T16" fmla="*/ 0 w 172"/>
                <a:gd name="T17" fmla="*/ 28 h 77"/>
                <a:gd name="T18" fmla="*/ 78 w 172"/>
                <a:gd name="T19" fmla="*/ 28 h 77"/>
                <a:gd name="T20" fmla="*/ 78 w 172"/>
                <a:gd name="T21" fmla="*/ 0 h 77"/>
                <a:gd name="T22" fmla="*/ 94 w 172"/>
                <a:gd name="T23" fmla="*/ 0 h 77"/>
                <a:gd name="T24" fmla="*/ 94 w 172"/>
                <a:gd name="T25" fmla="*/ 28 h 77"/>
                <a:gd name="T26" fmla="*/ 172 w 172"/>
                <a:gd name="T27" fmla="*/ 28 h 77"/>
                <a:gd name="T28" fmla="*/ 172 w 172"/>
                <a:gd name="T29" fmla="*/ 44 h 77"/>
                <a:gd name="T30" fmla="*/ 94 w 172"/>
                <a:gd name="T31" fmla="*/ 44 h 77"/>
                <a:gd name="T32" fmla="*/ 94 w 172"/>
                <a:gd name="T33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2" h="77">
                  <a:moveTo>
                    <a:pt x="94" y="61"/>
                  </a:moveTo>
                  <a:lnTo>
                    <a:pt x="144" y="61"/>
                  </a:lnTo>
                  <a:lnTo>
                    <a:pt x="144" y="77"/>
                  </a:lnTo>
                  <a:lnTo>
                    <a:pt x="27" y="77"/>
                  </a:lnTo>
                  <a:lnTo>
                    <a:pt x="27" y="61"/>
                  </a:lnTo>
                  <a:lnTo>
                    <a:pt x="78" y="61"/>
                  </a:lnTo>
                  <a:lnTo>
                    <a:pt x="78" y="4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78" y="28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94" y="28"/>
                  </a:lnTo>
                  <a:lnTo>
                    <a:pt x="172" y="28"/>
                  </a:lnTo>
                  <a:lnTo>
                    <a:pt x="172" y="44"/>
                  </a:lnTo>
                  <a:lnTo>
                    <a:pt x="94" y="44"/>
                  </a:lnTo>
                  <a:lnTo>
                    <a:pt x="94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2373498" y="685788"/>
              <a:ext cx="192292" cy="200069"/>
            </a:xfrm>
            <a:custGeom>
              <a:avLst/>
              <a:gdLst>
                <a:gd name="T0" fmla="*/ 17 w 123"/>
                <a:gd name="T1" fmla="*/ 128 h 128"/>
                <a:gd name="T2" fmla="*/ 0 w 123"/>
                <a:gd name="T3" fmla="*/ 128 h 128"/>
                <a:gd name="T4" fmla="*/ 0 w 123"/>
                <a:gd name="T5" fmla="*/ 112 h 128"/>
                <a:gd name="T6" fmla="*/ 0 w 123"/>
                <a:gd name="T7" fmla="*/ 11 h 128"/>
                <a:gd name="T8" fmla="*/ 15 w 123"/>
                <a:gd name="T9" fmla="*/ 11 h 128"/>
                <a:gd name="T10" fmla="*/ 34 w 123"/>
                <a:gd name="T11" fmla="*/ 0 h 128"/>
                <a:gd name="T12" fmla="*/ 43 w 123"/>
                <a:gd name="T13" fmla="*/ 15 h 128"/>
                <a:gd name="T14" fmla="*/ 17 w 123"/>
                <a:gd name="T15" fmla="*/ 29 h 128"/>
                <a:gd name="T16" fmla="*/ 17 w 123"/>
                <a:gd name="T17" fmla="*/ 61 h 128"/>
                <a:gd name="T18" fmla="*/ 50 w 123"/>
                <a:gd name="T19" fmla="*/ 61 h 128"/>
                <a:gd name="T20" fmla="*/ 50 w 123"/>
                <a:gd name="T21" fmla="*/ 78 h 128"/>
                <a:gd name="T22" fmla="*/ 17 w 123"/>
                <a:gd name="T23" fmla="*/ 78 h 128"/>
                <a:gd name="T24" fmla="*/ 17 w 123"/>
                <a:gd name="T25" fmla="*/ 112 h 128"/>
                <a:gd name="T26" fmla="*/ 106 w 123"/>
                <a:gd name="T27" fmla="*/ 112 h 128"/>
                <a:gd name="T28" fmla="*/ 106 w 123"/>
                <a:gd name="T29" fmla="*/ 78 h 128"/>
                <a:gd name="T30" fmla="*/ 73 w 123"/>
                <a:gd name="T31" fmla="*/ 78 h 128"/>
                <a:gd name="T32" fmla="*/ 73 w 123"/>
                <a:gd name="T33" fmla="*/ 61 h 128"/>
                <a:gd name="T34" fmla="*/ 106 w 123"/>
                <a:gd name="T35" fmla="*/ 61 h 128"/>
                <a:gd name="T36" fmla="*/ 106 w 123"/>
                <a:gd name="T37" fmla="*/ 28 h 128"/>
                <a:gd name="T38" fmla="*/ 73 w 123"/>
                <a:gd name="T39" fmla="*/ 28 h 128"/>
                <a:gd name="T40" fmla="*/ 73 w 123"/>
                <a:gd name="T41" fmla="*/ 11 h 128"/>
                <a:gd name="T42" fmla="*/ 106 w 123"/>
                <a:gd name="T43" fmla="*/ 11 h 128"/>
                <a:gd name="T44" fmla="*/ 123 w 123"/>
                <a:gd name="T45" fmla="*/ 11 h 128"/>
                <a:gd name="T46" fmla="*/ 123 w 123"/>
                <a:gd name="T47" fmla="*/ 128 h 128"/>
                <a:gd name="T48" fmla="*/ 106 w 123"/>
                <a:gd name="T49" fmla="*/ 128 h 128"/>
                <a:gd name="T50" fmla="*/ 17 w 123"/>
                <a:gd name="T5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3" h="128">
                  <a:moveTo>
                    <a:pt x="17" y="128"/>
                  </a:moveTo>
                  <a:lnTo>
                    <a:pt x="0" y="128"/>
                  </a:lnTo>
                  <a:lnTo>
                    <a:pt x="0" y="112"/>
                  </a:lnTo>
                  <a:lnTo>
                    <a:pt x="0" y="11"/>
                  </a:lnTo>
                  <a:lnTo>
                    <a:pt x="15" y="11"/>
                  </a:lnTo>
                  <a:lnTo>
                    <a:pt x="34" y="0"/>
                  </a:lnTo>
                  <a:lnTo>
                    <a:pt x="43" y="15"/>
                  </a:lnTo>
                  <a:lnTo>
                    <a:pt x="17" y="29"/>
                  </a:lnTo>
                  <a:lnTo>
                    <a:pt x="17" y="61"/>
                  </a:lnTo>
                  <a:lnTo>
                    <a:pt x="50" y="61"/>
                  </a:lnTo>
                  <a:lnTo>
                    <a:pt x="50" y="78"/>
                  </a:lnTo>
                  <a:lnTo>
                    <a:pt x="17" y="78"/>
                  </a:lnTo>
                  <a:lnTo>
                    <a:pt x="17" y="112"/>
                  </a:lnTo>
                  <a:lnTo>
                    <a:pt x="106" y="112"/>
                  </a:lnTo>
                  <a:lnTo>
                    <a:pt x="106" y="78"/>
                  </a:lnTo>
                  <a:lnTo>
                    <a:pt x="73" y="78"/>
                  </a:lnTo>
                  <a:lnTo>
                    <a:pt x="73" y="61"/>
                  </a:lnTo>
                  <a:lnTo>
                    <a:pt x="106" y="61"/>
                  </a:lnTo>
                  <a:lnTo>
                    <a:pt x="106" y="28"/>
                  </a:lnTo>
                  <a:lnTo>
                    <a:pt x="73" y="28"/>
                  </a:lnTo>
                  <a:lnTo>
                    <a:pt x="73" y="11"/>
                  </a:lnTo>
                  <a:lnTo>
                    <a:pt x="106" y="11"/>
                  </a:lnTo>
                  <a:lnTo>
                    <a:pt x="123" y="11"/>
                  </a:lnTo>
                  <a:lnTo>
                    <a:pt x="123" y="128"/>
                  </a:lnTo>
                  <a:lnTo>
                    <a:pt x="106" y="128"/>
                  </a:lnTo>
                  <a:lnTo>
                    <a:pt x="17" y="1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2511948" y="612687"/>
              <a:ext cx="53842" cy="61560"/>
            </a:xfrm>
            <a:custGeom>
              <a:avLst/>
              <a:gdLst>
                <a:gd name="T0" fmla="*/ 0 w 34"/>
                <a:gd name="T1" fmla="*/ 31 h 40"/>
                <a:gd name="T2" fmla="*/ 19 w 34"/>
                <a:gd name="T3" fmla="*/ 0 h 40"/>
                <a:gd name="T4" fmla="*/ 34 w 34"/>
                <a:gd name="T5" fmla="*/ 8 h 40"/>
                <a:gd name="T6" fmla="*/ 14 w 34"/>
                <a:gd name="T7" fmla="*/ 40 h 40"/>
                <a:gd name="T8" fmla="*/ 0 w 34"/>
                <a:gd name="T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31"/>
                  </a:moveTo>
                  <a:lnTo>
                    <a:pt x="19" y="0"/>
                  </a:lnTo>
                  <a:lnTo>
                    <a:pt x="34" y="8"/>
                  </a:lnTo>
                  <a:lnTo>
                    <a:pt x="14" y="4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2435032" y="601144"/>
              <a:ext cx="53842" cy="65408"/>
            </a:xfrm>
            <a:custGeom>
              <a:avLst/>
              <a:gdLst>
                <a:gd name="T0" fmla="*/ 34 w 34"/>
                <a:gd name="T1" fmla="*/ 32 h 40"/>
                <a:gd name="T2" fmla="*/ 20 w 34"/>
                <a:gd name="T3" fmla="*/ 40 h 40"/>
                <a:gd name="T4" fmla="*/ 0 w 34"/>
                <a:gd name="T5" fmla="*/ 8 h 40"/>
                <a:gd name="T6" fmla="*/ 14 w 34"/>
                <a:gd name="T7" fmla="*/ 0 h 40"/>
                <a:gd name="T8" fmla="*/ 34 w 34"/>
                <a:gd name="T9" fmla="*/ 3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34" y="32"/>
                  </a:moveTo>
                  <a:lnTo>
                    <a:pt x="20" y="40"/>
                  </a:lnTo>
                  <a:lnTo>
                    <a:pt x="0" y="8"/>
                  </a:lnTo>
                  <a:lnTo>
                    <a:pt x="14" y="0"/>
                  </a:lnTo>
                  <a:lnTo>
                    <a:pt x="34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2381190" y="612687"/>
              <a:ext cx="53842" cy="61560"/>
            </a:xfrm>
            <a:custGeom>
              <a:avLst/>
              <a:gdLst>
                <a:gd name="T0" fmla="*/ 0 w 33"/>
                <a:gd name="T1" fmla="*/ 8 h 40"/>
                <a:gd name="T2" fmla="*/ 14 w 33"/>
                <a:gd name="T3" fmla="*/ 0 h 40"/>
                <a:gd name="T4" fmla="*/ 33 w 33"/>
                <a:gd name="T5" fmla="*/ 31 h 40"/>
                <a:gd name="T6" fmla="*/ 20 w 33"/>
                <a:gd name="T7" fmla="*/ 40 h 40"/>
                <a:gd name="T8" fmla="*/ 0 w 33"/>
                <a:gd name="T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0">
                  <a:moveTo>
                    <a:pt x="0" y="8"/>
                  </a:moveTo>
                  <a:lnTo>
                    <a:pt x="14" y="0"/>
                  </a:lnTo>
                  <a:lnTo>
                    <a:pt x="33" y="31"/>
                  </a:lnTo>
                  <a:lnTo>
                    <a:pt x="20" y="4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Freeform 16"/>
            <p:cNvSpPr/>
            <p:nvPr/>
          </p:nvSpPr>
          <p:spPr bwMode="auto">
            <a:xfrm>
              <a:off x="2373498" y="535738"/>
              <a:ext cx="184600" cy="61560"/>
            </a:xfrm>
            <a:custGeom>
              <a:avLst/>
              <a:gdLst>
                <a:gd name="T0" fmla="*/ 0 w 117"/>
                <a:gd name="T1" fmla="*/ 23 h 39"/>
                <a:gd name="T2" fmla="*/ 112 w 117"/>
                <a:gd name="T3" fmla="*/ 0 h 39"/>
                <a:gd name="T4" fmla="*/ 117 w 117"/>
                <a:gd name="T5" fmla="*/ 15 h 39"/>
                <a:gd name="T6" fmla="*/ 4 w 117"/>
                <a:gd name="T7" fmla="*/ 39 h 39"/>
                <a:gd name="T8" fmla="*/ 0 w 117"/>
                <a:gd name="T9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39">
                  <a:moveTo>
                    <a:pt x="0" y="23"/>
                  </a:moveTo>
                  <a:lnTo>
                    <a:pt x="112" y="0"/>
                  </a:lnTo>
                  <a:lnTo>
                    <a:pt x="117" y="15"/>
                  </a:lnTo>
                  <a:lnTo>
                    <a:pt x="4" y="39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2204281" y="604992"/>
              <a:ext cx="157681" cy="280865"/>
            </a:xfrm>
            <a:custGeom>
              <a:avLst/>
              <a:gdLst>
                <a:gd name="T0" fmla="*/ 62 w 101"/>
                <a:gd name="T1" fmla="*/ 67 h 178"/>
                <a:gd name="T2" fmla="*/ 65 w 101"/>
                <a:gd name="T3" fmla="*/ 65 h 178"/>
                <a:gd name="T4" fmla="*/ 96 w 101"/>
                <a:gd name="T5" fmla="*/ 119 h 178"/>
                <a:gd name="T6" fmla="*/ 81 w 101"/>
                <a:gd name="T7" fmla="*/ 127 h 178"/>
                <a:gd name="T8" fmla="*/ 62 w 101"/>
                <a:gd name="T9" fmla="*/ 93 h 178"/>
                <a:gd name="T10" fmla="*/ 62 w 101"/>
                <a:gd name="T11" fmla="*/ 178 h 178"/>
                <a:gd name="T12" fmla="*/ 45 w 101"/>
                <a:gd name="T13" fmla="*/ 178 h 178"/>
                <a:gd name="T14" fmla="*/ 45 w 101"/>
                <a:gd name="T15" fmla="*/ 79 h 178"/>
                <a:gd name="T16" fmla="*/ 15 w 101"/>
                <a:gd name="T17" fmla="*/ 133 h 178"/>
                <a:gd name="T18" fmla="*/ 0 w 101"/>
                <a:gd name="T19" fmla="*/ 124 h 178"/>
                <a:gd name="T20" fmla="*/ 45 w 101"/>
                <a:gd name="T21" fmla="*/ 46 h 178"/>
                <a:gd name="T22" fmla="*/ 45 w 101"/>
                <a:gd name="T23" fmla="*/ 33 h 178"/>
                <a:gd name="T24" fmla="*/ 7 w 101"/>
                <a:gd name="T25" fmla="*/ 33 h 178"/>
                <a:gd name="T26" fmla="*/ 7 w 101"/>
                <a:gd name="T27" fmla="*/ 17 h 178"/>
                <a:gd name="T28" fmla="*/ 45 w 101"/>
                <a:gd name="T29" fmla="*/ 17 h 178"/>
                <a:gd name="T30" fmla="*/ 45 w 101"/>
                <a:gd name="T31" fmla="*/ 0 h 178"/>
                <a:gd name="T32" fmla="*/ 62 w 101"/>
                <a:gd name="T33" fmla="*/ 0 h 178"/>
                <a:gd name="T34" fmla="*/ 62 w 101"/>
                <a:gd name="T35" fmla="*/ 17 h 178"/>
                <a:gd name="T36" fmla="*/ 101 w 101"/>
                <a:gd name="T37" fmla="*/ 17 h 178"/>
                <a:gd name="T38" fmla="*/ 101 w 101"/>
                <a:gd name="T39" fmla="*/ 33 h 178"/>
                <a:gd name="T40" fmla="*/ 62 w 101"/>
                <a:gd name="T41" fmla="*/ 33 h 178"/>
                <a:gd name="T42" fmla="*/ 62 w 101"/>
                <a:gd name="T43" fmla="*/ 6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1" h="178">
                  <a:moveTo>
                    <a:pt x="62" y="67"/>
                  </a:moveTo>
                  <a:lnTo>
                    <a:pt x="65" y="65"/>
                  </a:lnTo>
                  <a:lnTo>
                    <a:pt x="96" y="119"/>
                  </a:lnTo>
                  <a:lnTo>
                    <a:pt x="81" y="127"/>
                  </a:lnTo>
                  <a:lnTo>
                    <a:pt x="62" y="93"/>
                  </a:lnTo>
                  <a:lnTo>
                    <a:pt x="62" y="178"/>
                  </a:lnTo>
                  <a:lnTo>
                    <a:pt x="45" y="178"/>
                  </a:lnTo>
                  <a:lnTo>
                    <a:pt x="45" y="79"/>
                  </a:lnTo>
                  <a:lnTo>
                    <a:pt x="15" y="133"/>
                  </a:lnTo>
                  <a:lnTo>
                    <a:pt x="0" y="124"/>
                  </a:lnTo>
                  <a:lnTo>
                    <a:pt x="45" y="46"/>
                  </a:lnTo>
                  <a:lnTo>
                    <a:pt x="45" y="33"/>
                  </a:lnTo>
                  <a:lnTo>
                    <a:pt x="7" y="33"/>
                  </a:lnTo>
                  <a:lnTo>
                    <a:pt x="7" y="17"/>
                  </a:lnTo>
                  <a:lnTo>
                    <a:pt x="45" y="17"/>
                  </a:lnTo>
                  <a:lnTo>
                    <a:pt x="45" y="0"/>
                  </a:lnTo>
                  <a:lnTo>
                    <a:pt x="62" y="0"/>
                  </a:lnTo>
                  <a:lnTo>
                    <a:pt x="62" y="17"/>
                  </a:lnTo>
                  <a:lnTo>
                    <a:pt x="101" y="17"/>
                  </a:lnTo>
                  <a:lnTo>
                    <a:pt x="101" y="33"/>
                  </a:lnTo>
                  <a:lnTo>
                    <a:pt x="62" y="33"/>
                  </a:lnTo>
                  <a:lnTo>
                    <a:pt x="62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2211973" y="535738"/>
              <a:ext cx="142297" cy="61560"/>
            </a:xfrm>
            <a:custGeom>
              <a:avLst/>
              <a:gdLst>
                <a:gd name="T0" fmla="*/ 0 w 89"/>
                <a:gd name="T1" fmla="*/ 22 h 38"/>
                <a:gd name="T2" fmla="*/ 84 w 89"/>
                <a:gd name="T3" fmla="*/ 0 h 38"/>
                <a:gd name="T4" fmla="*/ 89 w 89"/>
                <a:gd name="T5" fmla="*/ 16 h 38"/>
                <a:gd name="T6" fmla="*/ 4 w 89"/>
                <a:gd name="T7" fmla="*/ 38 h 38"/>
                <a:gd name="T8" fmla="*/ 0 w 89"/>
                <a:gd name="T9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38">
                  <a:moveTo>
                    <a:pt x="0" y="22"/>
                  </a:moveTo>
                  <a:lnTo>
                    <a:pt x="84" y="0"/>
                  </a:lnTo>
                  <a:lnTo>
                    <a:pt x="89" y="16"/>
                  </a:lnTo>
                  <a:lnTo>
                    <a:pt x="4" y="38"/>
                  </a:ln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Freeform 19"/>
            <p:cNvSpPr>
              <a:spLocks noEditPoints="1"/>
            </p:cNvSpPr>
            <p:nvPr/>
          </p:nvSpPr>
          <p:spPr bwMode="auto">
            <a:xfrm>
              <a:off x="1538952" y="993587"/>
              <a:ext cx="949922" cy="534801"/>
            </a:xfrm>
            <a:custGeom>
              <a:avLst/>
              <a:gdLst>
                <a:gd name="T0" fmla="*/ 740 w 776"/>
                <a:gd name="T1" fmla="*/ 336 h 436"/>
                <a:gd name="T2" fmla="*/ 626 w 776"/>
                <a:gd name="T3" fmla="*/ 383 h 436"/>
                <a:gd name="T4" fmla="*/ 462 w 776"/>
                <a:gd name="T5" fmla="*/ 218 h 436"/>
                <a:gd name="T6" fmla="*/ 626 w 776"/>
                <a:gd name="T7" fmla="*/ 54 h 436"/>
                <a:gd name="T8" fmla="*/ 738 w 776"/>
                <a:gd name="T9" fmla="*/ 99 h 436"/>
                <a:gd name="T10" fmla="*/ 774 w 776"/>
                <a:gd name="T11" fmla="*/ 58 h 436"/>
                <a:gd name="T12" fmla="*/ 626 w 776"/>
                <a:gd name="T13" fmla="*/ 0 h 436"/>
                <a:gd name="T14" fmla="*/ 422 w 776"/>
                <a:gd name="T15" fmla="*/ 141 h 436"/>
                <a:gd name="T16" fmla="*/ 218 w 776"/>
                <a:gd name="T17" fmla="*/ 0 h 436"/>
                <a:gd name="T18" fmla="*/ 0 w 776"/>
                <a:gd name="T19" fmla="*/ 218 h 436"/>
                <a:gd name="T20" fmla="*/ 218 w 776"/>
                <a:gd name="T21" fmla="*/ 436 h 436"/>
                <a:gd name="T22" fmla="*/ 422 w 776"/>
                <a:gd name="T23" fmla="*/ 294 h 436"/>
                <a:gd name="T24" fmla="*/ 626 w 776"/>
                <a:gd name="T25" fmla="*/ 436 h 436"/>
                <a:gd name="T26" fmla="*/ 776 w 776"/>
                <a:gd name="T27" fmla="*/ 375 h 436"/>
                <a:gd name="T28" fmla="*/ 740 w 776"/>
                <a:gd name="T29" fmla="*/ 336 h 436"/>
                <a:gd name="T30" fmla="*/ 218 w 776"/>
                <a:gd name="T31" fmla="*/ 382 h 436"/>
                <a:gd name="T32" fmla="*/ 55 w 776"/>
                <a:gd name="T33" fmla="*/ 219 h 436"/>
                <a:gd name="T34" fmla="*/ 218 w 776"/>
                <a:gd name="T35" fmla="*/ 55 h 436"/>
                <a:gd name="T36" fmla="*/ 381 w 776"/>
                <a:gd name="T37" fmla="*/ 219 h 436"/>
                <a:gd name="T38" fmla="*/ 218 w 776"/>
                <a:gd name="T39" fmla="*/ 382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6" h="436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Freeform 20"/>
            <p:cNvSpPr>
              <a:spLocks noEditPoints="1"/>
            </p:cNvSpPr>
            <p:nvPr/>
          </p:nvSpPr>
          <p:spPr bwMode="auto">
            <a:xfrm>
              <a:off x="615950" y="458788"/>
              <a:ext cx="926846" cy="1088836"/>
            </a:xfrm>
            <a:custGeom>
              <a:avLst/>
              <a:gdLst>
                <a:gd name="T0" fmla="*/ 313 w 756"/>
                <a:gd name="T1" fmla="*/ 0 h 888"/>
                <a:gd name="T2" fmla="*/ 296 w 756"/>
                <a:gd name="T3" fmla="*/ 1 h 888"/>
                <a:gd name="T4" fmla="*/ 296 w 756"/>
                <a:gd name="T5" fmla="*/ 0 h 888"/>
                <a:gd name="T6" fmla="*/ 0 w 756"/>
                <a:gd name="T7" fmla="*/ 0 h 888"/>
                <a:gd name="T8" fmla="*/ 0 w 756"/>
                <a:gd name="T9" fmla="*/ 888 h 888"/>
                <a:gd name="T10" fmla="*/ 296 w 756"/>
                <a:gd name="T11" fmla="*/ 888 h 888"/>
                <a:gd name="T12" fmla="*/ 296 w 756"/>
                <a:gd name="T13" fmla="*/ 888 h 888"/>
                <a:gd name="T14" fmla="*/ 311 w 756"/>
                <a:gd name="T15" fmla="*/ 888 h 888"/>
                <a:gd name="T16" fmla="*/ 756 w 756"/>
                <a:gd name="T17" fmla="*/ 442 h 888"/>
                <a:gd name="T18" fmla="*/ 313 w 756"/>
                <a:gd name="T19" fmla="*/ 0 h 888"/>
                <a:gd name="T20" fmla="*/ 257 w 756"/>
                <a:gd name="T21" fmla="*/ 326 h 888"/>
                <a:gd name="T22" fmla="*/ 349 w 756"/>
                <a:gd name="T23" fmla="*/ 92 h 888"/>
                <a:gd name="T24" fmla="*/ 411 w 756"/>
                <a:gd name="T25" fmla="*/ 341 h 888"/>
                <a:gd name="T26" fmla="*/ 317 w 756"/>
                <a:gd name="T27" fmla="*/ 578 h 888"/>
                <a:gd name="T28" fmla="*/ 257 w 756"/>
                <a:gd name="T29" fmla="*/ 326 h 888"/>
                <a:gd name="T30" fmla="*/ 234 w 756"/>
                <a:gd name="T31" fmla="*/ 790 h 888"/>
                <a:gd name="T32" fmla="*/ 118 w 756"/>
                <a:gd name="T33" fmla="*/ 558 h 888"/>
                <a:gd name="T34" fmla="*/ 212 w 756"/>
                <a:gd name="T35" fmla="*/ 279 h 888"/>
                <a:gd name="T36" fmla="*/ 273 w 756"/>
                <a:gd name="T37" fmla="*/ 573 h 888"/>
                <a:gd name="T38" fmla="*/ 278 w 756"/>
                <a:gd name="T39" fmla="*/ 667 h 888"/>
                <a:gd name="T40" fmla="*/ 234 w 756"/>
                <a:gd name="T41" fmla="*/ 790 h 888"/>
                <a:gd name="T42" fmla="*/ 505 w 756"/>
                <a:gd name="T43" fmla="*/ 664 h 888"/>
                <a:gd name="T44" fmla="*/ 278 w 756"/>
                <a:gd name="T45" fmla="*/ 789 h 888"/>
                <a:gd name="T46" fmla="*/ 395 w 756"/>
                <a:gd name="T47" fmla="*/ 559 h 888"/>
                <a:gd name="T48" fmla="*/ 616 w 756"/>
                <a:gd name="T49" fmla="*/ 426 h 888"/>
                <a:gd name="T50" fmla="*/ 505 w 756"/>
                <a:gd name="T51" fmla="*/ 66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6" h="888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430963"/>
            <a:ext cx="2185988" cy="290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9E60F58-3108-4415-857A-6D0360DF626E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6"/>
          <p:cNvGrpSpPr/>
          <p:nvPr/>
        </p:nvGrpSpPr>
        <p:grpSpPr>
          <a:xfrm>
            <a:off x="8089900" y="4095750"/>
            <a:ext cx="4102100" cy="2762250"/>
            <a:chOff x="7916038" y="3018945"/>
            <a:chExt cx="4275962" cy="3839054"/>
          </a:xfrm>
        </p:grpSpPr>
        <p:sp>
          <p:nvSpPr>
            <p:cNvPr id="10" name="任意多边形 9"/>
            <p:cNvSpPr/>
            <p:nvPr/>
          </p:nvSpPr>
          <p:spPr>
            <a:xfrm rot="10800000" flipV="1">
              <a:off x="10202950" y="3018945"/>
              <a:ext cx="1984087" cy="3816990"/>
            </a:xfrm>
            <a:custGeom>
              <a:avLst/>
              <a:gdLst>
                <a:gd name="connsiteX0" fmla="*/ 1866213 w 1984388"/>
                <a:gd name="connsiteY0" fmla="*/ 0 h 3816663"/>
                <a:gd name="connsiteX1" fmla="*/ 1984388 w 1984388"/>
                <a:gd name="connsiteY1" fmla="*/ 3816663 h 3816663"/>
                <a:gd name="connsiteX2" fmla="*/ 0 w 1984388"/>
                <a:gd name="connsiteY2" fmla="*/ 3029151 h 3816663"/>
                <a:gd name="connsiteX3" fmla="*/ 0 w 1984388"/>
                <a:gd name="connsiteY3" fmla="*/ 1052310 h 3816663"/>
                <a:gd name="connsiteX4" fmla="*/ 120001 w 1984388"/>
                <a:gd name="connsiteY4" fmla="*/ 949460 h 3816663"/>
                <a:gd name="connsiteX5" fmla="*/ 1866213 w 1984388"/>
                <a:gd name="connsiteY5" fmla="*/ 0 h 3816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84388" h="3816663">
                  <a:moveTo>
                    <a:pt x="1866213" y="0"/>
                  </a:moveTo>
                  <a:cubicBezTo>
                    <a:pt x="1573085" y="351709"/>
                    <a:pt x="1523264" y="2649876"/>
                    <a:pt x="1984388" y="3816663"/>
                  </a:cubicBezTo>
                  <a:lnTo>
                    <a:pt x="0" y="3029151"/>
                  </a:lnTo>
                  <a:lnTo>
                    <a:pt x="0" y="1052310"/>
                  </a:lnTo>
                  <a:lnTo>
                    <a:pt x="120001" y="949460"/>
                  </a:lnTo>
                  <a:cubicBezTo>
                    <a:pt x="725388" y="451507"/>
                    <a:pt x="1399206" y="61522"/>
                    <a:pt x="1866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任意多边形 10"/>
            <p:cNvSpPr/>
            <p:nvPr/>
          </p:nvSpPr>
          <p:spPr>
            <a:xfrm rot="10800000" flipV="1">
              <a:off x="7916038" y="3976502"/>
              <a:ext cx="4275962" cy="2881497"/>
            </a:xfrm>
            <a:custGeom>
              <a:avLst/>
              <a:gdLst>
                <a:gd name="connsiteX0" fmla="*/ 3976481 w 4275962"/>
                <a:gd name="connsiteY0" fmla="*/ 56 h 2880456"/>
                <a:gd name="connsiteX1" fmla="*/ 4275962 w 4275962"/>
                <a:gd name="connsiteY1" fmla="*/ 38832 h 2880456"/>
                <a:gd name="connsiteX2" fmla="*/ 3408565 w 4275962"/>
                <a:gd name="connsiteY2" fmla="*/ 2880456 h 2880456"/>
                <a:gd name="connsiteX3" fmla="*/ 0 w 4275962"/>
                <a:gd name="connsiteY3" fmla="*/ 2880456 h 2880456"/>
                <a:gd name="connsiteX4" fmla="*/ 1 w 4275962"/>
                <a:gd name="connsiteY4" fmla="*/ 1884170 h 2880456"/>
                <a:gd name="connsiteX5" fmla="*/ 3976481 w 4275962"/>
                <a:gd name="connsiteY5" fmla="*/ 56 h 288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5962" h="2880456">
                  <a:moveTo>
                    <a:pt x="3976481" y="56"/>
                  </a:moveTo>
                  <a:cubicBezTo>
                    <a:pt x="4102302" y="-958"/>
                    <a:pt x="4204243" y="11809"/>
                    <a:pt x="4275962" y="38832"/>
                  </a:cubicBezTo>
                  <a:cubicBezTo>
                    <a:pt x="4028977" y="409664"/>
                    <a:pt x="4050262" y="1983092"/>
                    <a:pt x="3408565" y="2880456"/>
                  </a:cubicBezTo>
                  <a:lnTo>
                    <a:pt x="0" y="2880456"/>
                  </a:lnTo>
                  <a:lnTo>
                    <a:pt x="1" y="1884170"/>
                  </a:lnTo>
                  <a:cubicBezTo>
                    <a:pt x="1044906" y="689524"/>
                    <a:pt x="3095736" y="7153"/>
                    <a:pt x="3976481" y="56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9659" y="1959428"/>
            <a:ext cx="9192683" cy="1069511"/>
          </a:xfrm>
        </p:spPr>
        <p:txBody>
          <a:bodyPr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5225" y="3213330"/>
            <a:ext cx="7321549" cy="69373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828" y="365127"/>
            <a:ext cx="9497560" cy="955674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组合 17"/>
          <p:cNvGrpSpPr/>
          <p:nvPr/>
        </p:nvGrpSpPr>
        <p:grpSpPr>
          <a:xfrm>
            <a:off x="2751138" y="1376363"/>
            <a:ext cx="8509000" cy="4041775"/>
            <a:chOff x="3514726" y="1376364"/>
            <a:chExt cx="6381749" cy="4041775"/>
          </a:xfrm>
        </p:grpSpPr>
        <p:sp>
          <p:nvSpPr>
            <p:cNvPr id="10" name="椭圆 9"/>
            <p:cNvSpPr/>
            <p:nvPr/>
          </p:nvSpPr>
          <p:spPr>
            <a:xfrm>
              <a:off x="4520804" y="1376364"/>
              <a:ext cx="3594497" cy="3595687"/>
            </a:xfrm>
            <a:prstGeom prst="ellipse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357688" y="1427164"/>
              <a:ext cx="3519487" cy="3517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lvl1pPr marL="0" lvl="0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457200" lvl="1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2pPr>
              <a:lvl3pPr marL="914400" lvl="2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3pPr>
              <a:lvl4pPr marL="1371600" lvl="3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4pPr>
              <a:lvl5pPr marL="1828800" lvl="4" indent="0" algn="l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+mn-cs"/>
                </a:defRPr>
              </a:lvl5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4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oadway BT" pitchFamily="82" charset="0"/>
                <a:ea typeface="汉仪丫丫体简" pitchFamily="2" charset="-122"/>
                <a:cs typeface="+mn-cs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9390459" y="2457451"/>
              <a:ext cx="506016" cy="5064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7997428" y="1719264"/>
              <a:ext cx="232172" cy="231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514726" y="4508501"/>
              <a:ext cx="506015" cy="5064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304235" y="5184776"/>
              <a:ext cx="233362" cy="2333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009" y="1427163"/>
            <a:ext cx="4692649" cy="3517899"/>
          </a:xfrm>
        </p:spPr>
        <p:txBody>
          <a:bodyPr>
            <a:normAutofit/>
          </a:bodyPr>
          <a:lstStyle>
            <a:lvl1pPr algn="ctr">
              <a:defRPr sz="8800" b="1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9125" y="349599"/>
            <a:ext cx="9534675" cy="101474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8200" y="1715180"/>
            <a:ext cx="6316800" cy="285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50667" y="3643086"/>
            <a:ext cx="3903133" cy="2713265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>
          <a:xfrm>
            <a:off x="838200" y="1058863"/>
            <a:ext cx="10515600" cy="511016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508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1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2538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3561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9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24585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4586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24588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3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25609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25614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25610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25612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6629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5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28681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28686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28682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28684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9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29705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29710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29706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29708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3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0730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7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1758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1748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1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2773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3797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3799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34820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35844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5851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7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6875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1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7899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38916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8926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8917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8924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940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1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3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40970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1993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1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43017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018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43020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5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44041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44046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44042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44044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5061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7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47113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47118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47114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47116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1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48137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48142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48138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48140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5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49162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9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0190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0180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3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05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2229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2231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53252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54276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4283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9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5307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3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6331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57348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7358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7349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7356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372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3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5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9402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0425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3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61449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1450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61452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7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62473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62478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62474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62476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3493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9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65545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65550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65546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65548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3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66569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66574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66570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66572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7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67594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11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68622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8612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635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9637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0661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0663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71684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72708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72715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31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73739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5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74763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75780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75790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5781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75788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804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6805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27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77834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8857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75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79881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79882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79884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99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80905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80910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80906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80908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1925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1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83977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83982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83978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83980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5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85001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85006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85002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85004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9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86026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3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87054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87044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7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8069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9093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9095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90116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91140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1147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3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2171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7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3195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94212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4222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94213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4220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236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7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59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6266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7289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07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98313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98314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98316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1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99337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99342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99338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99340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0357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03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02409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02414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02410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02412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427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03433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03438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03434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03436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1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4458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75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5486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05476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99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6501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7525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7527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08548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09572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09579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5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10603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9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11627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12644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12654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12645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12652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668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3669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1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14698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5721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39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116745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16746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16748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63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17769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17774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17770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17772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8789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835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20841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20846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20842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20844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59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21865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21870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21866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21868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83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2890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907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3918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23908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931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4933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5957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5959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26980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28004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8011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27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9035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51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0059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31076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1086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31077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1084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100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101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23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33130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4153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171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135177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35178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35180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5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36201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36206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36202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36204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7221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67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39273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39278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39274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39276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291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40297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40302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40298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40300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315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1322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39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2350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42340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63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365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4389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4391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45412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46436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6443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459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7467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83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8491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49508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9518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49509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49516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0532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533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555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1562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2585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03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153609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53610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53612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627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54633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54638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54634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54636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5653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699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57705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57710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57706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57708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723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58729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58734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58730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58732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747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59754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771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0782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0772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95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1797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2821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2823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63844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64868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4875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91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5899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915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6923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67940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7950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67941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7948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168650" y="4337050"/>
            <a:ext cx="5840413" cy="0"/>
          </a:xfrm>
          <a:prstGeom prst="line">
            <a:avLst/>
          </a:prstGeom>
          <a:ln w="12700"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8964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4663" y="736600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8965" name="图片 1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637213" y="6064250"/>
            <a:ext cx="969962" cy="484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495425" y="2133600"/>
            <a:ext cx="666750" cy="666750"/>
          </a:xfrm>
          <a:prstGeom prst="rect">
            <a:avLst/>
          </a:prstGeom>
          <a:solidFill>
            <a:schemeClr val="accent1">
              <a:lumMod val="40000"/>
              <a:lumOff val="6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: 形状 23"/>
          <p:cNvSpPr/>
          <p:nvPr>
            <p:custDataLst>
              <p:tags r:id="rId7"/>
            </p:custDataLst>
          </p:nvPr>
        </p:nvSpPr>
        <p:spPr>
          <a:xfrm rot="18900000">
            <a:off x="4900613" y="-1112837"/>
            <a:ext cx="2416175" cy="2452688"/>
          </a:xfrm>
          <a:custGeom>
            <a:avLst/>
            <a:gdLst>
              <a:gd name="connsiteX0" fmla="*/ 0 w 2595753"/>
              <a:gd name="connsiteY0" fmla="*/ 0 h 2595753"/>
              <a:gd name="connsiteX1" fmla="*/ 2595753 w 2595753"/>
              <a:gd name="connsiteY1" fmla="*/ 2595753 h 2595753"/>
              <a:gd name="connsiteX2" fmla="*/ 0 w 2595753"/>
              <a:gd name="connsiteY2" fmla="*/ 2595753 h 259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95753" h="2595753">
                <a:moveTo>
                  <a:pt x="0" y="0"/>
                </a:moveTo>
                <a:lnTo>
                  <a:pt x="2595753" y="2595753"/>
                </a:lnTo>
                <a:lnTo>
                  <a:pt x="0" y="2595753"/>
                </a:lnTo>
                <a:close/>
              </a:path>
            </a:pathLst>
          </a:custGeom>
          <a:noFill/>
          <a:ln w="2540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1828800" y="2486025"/>
            <a:ext cx="8599488" cy="124301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3053498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l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7680124" y="4427560"/>
            <a:ext cx="1458380" cy="430246"/>
          </a:xfrm>
        </p:spPr>
        <p:txBody>
          <a:bodyPr lIns="90000" tIns="46800" rIns="90000" bIns="46800" anchor="ctr">
            <a:normAutofit/>
          </a:bodyPr>
          <a:lstStyle>
            <a:lvl1pPr marL="0" indent="0" algn="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47404" y="2419564"/>
            <a:ext cx="8097191" cy="1240214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47404" y="3775744"/>
            <a:ext cx="8097191" cy="49794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10197219" y="3517776"/>
            <a:ext cx="1076601" cy="1057221"/>
            <a:chOff x="10197219" y="3517776"/>
            <a:chExt cx="1076601" cy="1057221"/>
          </a:xfrm>
          <a:solidFill>
            <a:schemeClr val="accent2"/>
          </a:solidFill>
        </p:grpSpPr>
        <p:sp>
          <p:nvSpPr>
            <p:cNvPr id="15" name="矩形 14"/>
            <p:cNvSpPr/>
            <p:nvPr/>
          </p:nvSpPr>
          <p:spPr>
            <a:xfrm>
              <a:off x="10607744" y="3517776"/>
              <a:ext cx="666076" cy="66607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197219" y="4157579"/>
              <a:ext cx="417418" cy="4174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日期占位符 15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页脚占位符 16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灯片编号占位符 17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987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69994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2174875"/>
            <a:ext cx="12192000" cy="2508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1102975" y="5019675"/>
            <a:ext cx="495300" cy="495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10787063" y="5514975"/>
            <a:ext cx="311150" cy="311150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1284288" y="1654175"/>
            <a:ext cx="9532938" cy="352107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1036638" y="1014413"/>
            <a:ext cx="495300" cy="4968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720725" y="1511300"/>
            <a:ext cx="311150" cy="309563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1017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2176463"/>
            <a:ext cx="3495675" cy="25098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86677" y="3920188"/>
            <a:ext cx="4723923" cy="45931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86676" y="2969064"/>
            <a:ext cx="4723923" cy="863945"/>
          </a:xfrm>
        </p:spPr>
        <p:txBody>
          <a:bodyPr lIns="90000" tIns="46800" rIns="90000" bIns="46800" anchor="b">
            <a:normAutofit/>
          </a:bodyPr>
          <a:lstStyle>
            <a:lvl1pPr>
              <a:defRPr sz="40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035" name="组合 7"/>
          <p:cNvGrpSpPr/>
          <p:nvPr userDrawn="1"/>
        </p:nvGrpSpPr>
        <p:grpSpPr>
          <a:xfrm>
            <a:off x="-6350" y="0"/>
            <a:ext cx="13203238" cy="6672263"/>
            <a:chOff x="-9" y="0"/>
            <a:chExt cx="20792" cy="10507"/>
          </a:xfrm>
        </p:grpSpPr>
        <p:grpSp>
          <p:nvGrpSpPr>
            <p:cNvPr id="172041" name="组合 8"/>
            <p:cNvGrpSpPr/>
            <p:nvPr userDrawn="1"/>
          </p:nvGrpSpPr>
          <p:grpSpPr>
            <a:xfrm>
              <a:off x="-9" y="0"/>
              <a:ext cx="1987" cy="1505"/>
              <a:chOff x="-5475" y="-61"/>
              <a:chExt cx="1261620" cy="955805"/>
            </a:xfrm>
          </p:grpSpPr>
          <p:sp>
            <p:nvSpPr>
              <p:cNvPr id="13" name="直角三角形 12"/>
              <p:cNvSpPr/>
              <p:nvPr>
                <p:custDataLst>
                  <p:tags r:id="rId2"/>
                </p:custDataLst>
              </p:nvPr>
            </p:nvSpPr>
            <p:spPr>
              <a:xfrm flipV="1">
                <a:off x="-5475" y="-61"/>
                <a:ext cx="1261908" cy="955759"/>
              </a:xfrm>
              <a:prstGeom prst="rtTriangle">
                <a:avLst/>
              </a:prstGeom>
              <a:solidFill>
                <a:schemeClr val="accent1">
                  <a:alpha val="4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直角三角形 13"/>
              <p:cNvSpPr/>
              <p:nvPr>
                <p:custDataLst>
                  <p:tags r:id="rId3"/>
                </p:custDataLst>
              </p:nvPr>
            </p:nvSpPr>
            <p:spPr>
              <a:xfrm flipV="1">
                <a:off x="-5475" y="-61"/>
                <a:ext cx="1103177" cy="835098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2042" name="组合 11"/>
            <p:cNvGrpSpPr/>
            <p:nvPr userDrawn="1"/>
          </p:nvGrpSpPr>
          <p:grpSpPr>
            <a:xfrm>
              <a:off x="18349" y="8087"/>
              <a:ext cx="2434" cy="2420"/>
              <a:chOff x="11651622" y="5135282"/>
              <a:chExt cx="1545463" cy="1536385"/>
            </a:xfrm>
          </p:grpSpPr>
          <p:sp>
            <p:nvSpPr>
              <p:cNvPr id="11" name="任意多边形: 形状 12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11660661" y="5135244"/>
                <a:ext cx="1536312" cy="1536537"/>
              </a:xfrm>
              <a:custGeom>
                <a:avLst/>
                <a:gdLst>
                  <a:gd name="connsiteX0" fmla="*/ 0 w 1536385"/>
                  <a:gd name="connsiteY0" fmla="*/ 0 h 1536385"/>
                  <a:gd name="connsiteX1" fmla="*/ 1536385 w 1536385"/>
                  <a:gd name="connsiteY1" fmla="*/ 1536385 h 1536385"/>
                  <a:gd name="connsiteX2" fmla="*/ 0 w 1536385"/>
                  <a:gd name="connsiteY2" fmla="*/ 1536385 h 1536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36385" h="1536385">
                    <a:moveTo>
                      <a:pt x="0" y="0"/>
                    </a:moveTo>
                    <a:lnTo>
                      <a:pt x="1536385" y="1536385"/>
                    </a:lnTo>
                    <a:lnTo>
                      <a:pt x="0" y="1536385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72044" name="图片 13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1381303" y="563315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lIns="90170" tIns="46990" rIns="90170" bIns="4699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marL="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9144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3716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1828800" indent="0">
              <a:buNone/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059" name="组合 9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73065" name="组合 10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73070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73066" name="组合 11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73068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>
                <a:sym typeface="+mn-ea"/>
              </a:rPr>
              <a:t>单击此处编辑母版文本样式</a:t>
            </a:r>
            <a:endParaRPr lang="zh-CN" altLang="en-US" noProof="1" smtClean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15" name="日期占位符 6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7"/>
          <p:cNvSpPr>
            <a:spLocks noGrp="1"/>
          </p:cNvSpPr>
          <p:nvPr>
            <p:ph type="ftr" sz="quarter" idx="1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8"/>
          <p:cNvSpPr>
            <a:spLocks noGrp="1"/>
          </p:cNvSpPr>
          <p:nvPr>
            <p:ph type="sldNum" sz="quarter" idx="1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391001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641350" y="544513"/>
            <a:ext cx="3911600" cy="6313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085" name="图片 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8175" y="544513"/>
            <a:ext cx="3911600" cy="6313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259" y="443230"/>
            <a:ext cx="6761860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131" name="组合 7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76137" name="组合 8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76142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76138" name="组合 9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76140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15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15" name="日期占位符 4"/>
          <p:cNvSpPr>
            <a:spLocks noGrp="1"/>
          </p:cNvSpPr>
          <p:nvPr>
            <p:ph type="dt" sz="half" idx="1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FD9D74-47D9-4702-A33C-335B63B48DBF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5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6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155" name="组合 6"/>
          <p:cNvGrpSpPr/>
          <p:nvPr userDrawn="1"/>
        </p:nvGrpSpPr>
        <p:grpSpPr>
          <a:xfrm>
            <a:off x="-563562" y="519113"/>
            <a:ext cx="13336587" cy="5773737"/>
            <a:chOff x="-887" y="817"/>
            <a:chExt cx="21001" cy="9093"/>
          </a:xfrm>
        </p:grpSpPr>
        <p:grpSp>
          <p:nvGrpSpPr>
            <p:cNvPr id="177161" name="组合 7"/>
            <p:cNvGrpSpPr/>
            <p:nvPr userDrawn="1"/>
          </p:nvGrpSpPr>
          <p:grpSpPr>
            <a:xfrm>
              <a:off x="-887" y="817"/>
              <a:ext cx="1886" cy="1886"/>
              <a:chOff x="-607130" y="518771"/>
              <a:chExt cx="1197505" cy="1197505"/>
            </a:xfrm>
          </p:grpSpPr>
          <p:sp>
            <p:nvSpPr>
              <p:cNvPr id="13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13500000">
                <a:off x="-607206" y="518848"/>
                <a:ext cx="1196936" cy="1196785"/>
              </a:xfrm>
              <a:custGeom>
                <a:avLst/>
                <a:gdLst>
                  <a:gd name="connsiteX0" fmla="*/ 1197505 w 1197505"/>
                  <a:gd name="connsiteY0" fmla="*/ 1197505 h 1197505"/>
                  <a:gd name="connsiteX1" fmla="*/ 0 w 1197505"/>
                  <a:gd name="connsiteY1" fmla="*/ 1197505 h 1197505"/>
                  <a:gd name="connsiteX2" fmla="*/ 0 w 1197505"/>
                  <a:gd name="connsiteY2" fmla="*/ 0 h 119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7505" h="1197505">
                    <a:moveTo>
                      <a:pt x="1197505" y="1197505"/>
                    </a:moveTo>
                    <a:lnTo>
                      <a:pt x="0" y="119750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77166" name="图片 18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-5400000">
                <a:off x="-281642" y="847205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grpSp>
          <p:nvGrpSpPr>
            <p:cNvPr id="177162" name="组合 8"/>
            <p:cNvGrpSpPr/>
            <p:nvPr userDrawn="1"/>
          </p:nvGrpSpPr>
          <p:grpSpPr>
            <a:xfrm>
              <a:off x="18216" y="8012"/>
              <a:ext cx="1899" cy="1899"/>
              <a:chOff x="11567189" y="5087518"/>
              <a:chExt cx="1205553" cy="1205553"/>
            </a:xfrm>
          </p:grpSpPr>
          <p:sp>
            <p:nvSpPr>
              <p:cNvPr id="11" name="任意多边形: 形状 21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11567517" y="5087846"/>
                <a:ext cx="1204666" cy="1204514"/>
              </a:xfrm>
              <a:custGeom>
                <a:avLst/>
                <a:gdLst>
                  <a:gd name="connsiteX0" fmla="*/ 0 w 1205553"/>
                  <a:gd name="connsiteY0" fmla="*/ 0 h 1205553"/>
                  <a:gd name="connsiteX1" fmla="*/ 1205553 w 1205553"/>
                  <a:gd name="connsiteY1" fmla="*/ 1205553 h 1205553"/>
                  <a:gd name="connsiteX2" fmla="*/ 1 w 1205553"/>
                  <a:gd name="connsiteY2" fmla="*/ 1205552 h 1205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05553" h="1205553">
                    <a:moveTo>
                      <a:pt x="0" y="0"/>
                    </a:moveTo>
                    <a:lnTo>
                      <a:pt x="1205553" y="1205553"/>
                    </a:lnTo>
                    <a:lnTo>
                      <a:pt x="1" y="1205552"/>
                    </a:lnTo>
                    <a:close/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1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pic>
            <p:nvPicPr>
              <p:cNvPr id="177164" name="图片 15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11378345" y="5419974"/>
                <a:ext cx="1081230" cy="54061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79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9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78186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03" name="组合 5"/>
          <p:cNvGrpSpPr/>
          <p:nvPr userDrawn="1"/>
        </p:nvGrpSpPr>
        <p:grpSpPr>
          <a:xfrm>
            <a:off x="5268913" y="5915025"/>
            <a:ext cx="1654175" cy="1654175"/>
            <a:chOff x="5269393" y="5915716"/>
            <a:chExt cx="1653212" cy="1653213"/>
          </a:xfrm>
        </p:grpSpPr>
        <p:sp>
          <p:nvSpPr>
            <p:cNvPr id="9" name="任意多边形: 形状 6"/>
            <p:cNvSpPr/>
            <p:nvPr>
              <p:custDataLst>
                <p:tags r:id="rId2"/>
              </p:custDataLst>
            </p:nvPr>
          </p:nvSpPr>
          <p:spPr>
            <a:xfrm rot="8100000">
              <a:off x="5269393" y="5915716"/>
              <a:ext cx="1653212" cy="1653213"/>
            </a:xfrm>
            <a:custGeom>
              <a:avLst/>
              <a:gdLst>
                <a:gd name="connsiteX0" fmla="*/ 0 w 1653212"/>
                <a:gd name="connsiteY0" fmla="*/ 1653213 h 1653213"/>
                <a:gd name="connsiteX1" fmla="*/ 0 w 1653212"/>
                <a:gd name="connsiteY1" fmla="*/ 0 h 1653213"/>
                <a:gd name="connsiteX2" fmla="*/ 1653212 w 1653212"/>
                <a:gd name="connsiteY2" fmla="*/ 1653213 h 1653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212" h="1653213">
                  <a:moveTo>
                    <a:pt x="0" y="1653213"/>
                  </a:moveTo>
                  <a:lnTo>
                    <a:pt x="0" y="0"/>
                  </a:lnTo>
                  <a:lnTo>
                    <a:pt x="1653212" y="1653213"/>
                  </a:lnTo>
                  <a:close/>
                </a:path>
              </a:pathLst>
            </a:custGeom>
            <a:noFill/>
            <a:ln w="2540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79214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10800000">
              <a:off x="5555385" y="6317385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79204" name="组合 8"/>
          <p:cNvGrpSpPr/>
          <p:nvPr userDrawn="1"/>
        </p:nvGrpSpPr>
        <p:grpSpPr>
          <a:xfrm>
            <a:off x="2749550" y="2016125"/>
            <a:ext cx="811213" cy="806450"/>
            <a:chOff x="2750213" y="2016254"/>
            <a:chExt cx="811134" cy="806524"/>
          </a:xfrm>
        </p:grpSpPr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066095" y="2016254"/>
              <a:ext cx="495252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6"/>
              </p:custDataLst>
            </p:nvPr>
          </p:nvSpPr>
          <p:spPr>
            <a:xfrm>
              <a:off x="2750213" y="2511599"/>
              <a:ext cx="311120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" name="矩形 13"/>
          <p:cNvSpPr/>
          <p:nvPr>
            <p:custDataLst>
              <p:tags r:id="rId7"/>
            </p:custDataLst>
          </p:nvPr>
        </p:nvSpPr>
        <p:spPr>
          <a:xfrm>
            <a:off x="8688388" y="3911600"/>
            <a:ext cx="311150" cy="311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8169" y="2258626"/>
            <a:ext cx="5335659" cy="1200329"/>
          </a:xfrm>
        </p:spPr>
        <p:txBody>
          <a:bodyPr lIns="90000" tIns="46800" rIns="90000" bIns="468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8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 smtClean="0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3428169" y="3638559"/>
            <a:ext cx="5354637" cy="495810"/>
          </a:xfrm>
        </p:spPr>
        <p:txBody>
          <a:bodyPr>
            <a:normAutofit/>
          </a:bodyPr>
          <a:lstStyle>
            <a:lvl1pPr marL="0" indent="0" algn="ctr">
              <a:buNone/>
              <a:defRPr sz="2000" spc="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227" name="组合 5"/>
          <p:cNvGrpSpPr/>
          <p:nvPr userDrawn="1"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Freeform 9"/>
          <p:cNvSpPr/>
          <p:nvPr>
            <p:custDataLst>
              <p:tags r:id="rId4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0229" name="图片 15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  <a:latin typeface="微软雅黑" panose="020B0503020204020204" pitchFamily="34" charset="-122"/>
              </a:rPr>
            </a:fld>
            <a:endParaRPr lang="zh-CN" altLang="en-US" dirty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Freeform 7"/>
          <p:cNvSpPr/>
          <p:nvPr>
            <p:custDataLst>
              <p:tags r:id="rId3"/>
            </p:custDataLst>
          </p:nvPr>
        </p:nvSpPr>
        <p:spPr>
          <a:xfrm>
            <a:off x="34925" y="271463"/>
            <a:ext cx="847725" cy="1692275"/>
          </a:xfrm>
          <a:custGeom>
            <a:avLst/>
            <a:gdLst>
              <a:gd name="connsiteX0" fmla="*/ 0 w 846836"/>
              <a:gd name="connsiteY0" fmla="*/ 0 h 1693676"/>
              <a:gd name="connsiteX1" fmla="*/ 846836 w 846836"/>
              <a:gd name="connsiteY1" fmla="*/ 846840 h 1693676"/>
              <a:gd name="connsiteX2" fmla="*/ 0 w 846836"/>
              <a:gd name="connsiteY2" fmla="*/ 1693676 h 16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836" h="1693676">
                <a:moveTo>
                  <a:pt x="0" y="0"/>
                </a:moveTo>
                <a:lnTo>
                  <a:pt x="846836" y="846840"/>
                </a:lnTo>
                <a:lnTo>
                  <a:pt x="0" y="1693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1253" name="图片 1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-5400000">
            <a:off x="-238125" y="847725"/>
            <a:ext cx="1082675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Freeform 9"/>
          <p:cNvSpPr/>
          <p:nvPr>
            <p:custDataLst>
              <p:tags r:id="rId6"/>
            </p:custDataLst>
          </p:nvPr>
        </p:nvSpPr>
        <p:spPr>
          <a:xfrm>
            <a:off x="11317288" y="4837113"/>
            <a:ext cx="852488" cy="1706563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1255" name="图片 20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376025" y="5418138"/>
            <a:ext cx="1081088" cy="539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2825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82276" name="组合 11"/>
          <p:cNvGrpSpPr/>
          <p:nvPr userDrawn="1"/>
        </p:nvGrpSpPr>
        <p:grpSpPr>
          <a:xfrm flipH="1">
            <a:off x="206375" y="5619750"/>
            <a:ext cx="1014413" cy="1008063"/>
            <a:chOff x="267875" y="162991"/>
            <a:chExt cx="811134" cy="806524"/>
          </a:xfrm>
        </p:grpSpPr>
        <p:sp>
          <p:nvSpPr>
            <p:cNvPr id="10" name="矩形 9"/>
            <p:cNvSpPr/>
            <p:nvPr>
              <p:custDataLst>
                <p:tags r:id="rId3"/>
              </p:custDataLst>
            </p:nvPr>
          </p:nvSpPr>
          <p:spPr>
            <a:xfrm>
              <a:off x="582681" y="162991"/>
              <a:ext cx="496328" cy="495345"/>
            </a:xfrm>
            <a:prstGeom prst="rect">
              <a:avLst/>
            </a:prstGeom>
            <a:solidFill>
              <a:schemeClr val="accent1">
                <a:alpha val="7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267875" y="658336"/>
              <a:ext cx="310998" cy="311179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2930" y="770255"/>
            <a:ext cx="3959860" cy="882015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740" y="1764030"/>
            <a:ext cx="3956685" cy="409321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83300" name="组合 7"/>
          <p:cNvGrpSpPr/>
          <p:nvPr userDrawn="1"/>
        </p:nvGrpSpPr>
        <p:grpSpPr>
          <a:xfrm>
            <a:off x="10504488" y="-576262"/>
            <a:ext cx="1201737" cy="1201737"/>
            <a:chOff x="10504763" y="-597753"/>
            <a:chExt cx="1201704" cy="1201704"/>
          </a:xfrm>
        </p:grpSpPr>
        <p:sp>
          <p:nvSpPr>
            <p:cNvPr id="10" name="任意多边形: 形状 16"/>
            <p:cNvSpPr/>
            <p:nvPr>
              <p:custDataLst>
                <p:tags r:id="rId3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83307" name="图片 15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23" name="组合 7"/>
          <p:cNvGrpSpPr/>
          <p:nvPr userDrawn="1"/>
        </p:nvGrpSpPr>
        <p:grpSpPr>
          <a:xfrm>
            <a:off x="10504488" y="-565150"/>
            <a:ext cx="1201737" cy="1201738"/>
            <a:chOff x="10504763" y="-597753"/>
            <a:chExt cx="1201704" cy="1201704"/>
          </a:xfrm>
        </p:grpSpPr>
        <p:sp>
          <p:nvSpPr>
            <p:cNvPr id="3" name="任意多边形: 形状 13"/>
            <p:cNvSpPr/>
            <p:nvPr>
              <p:custDataLst>
                <p:tags r:id="rId2"/>
              </p:custDataLst>
            </p:nvPr>
          </p:nvSpPr>
          <p:spPr>
            <a:xfrm rot="18900000">
              <a:off x="10504763" y="-597753"/>
              <a:ext cx="1201704" cy="1201704"/>
            </a:xfrm>
            <a:custGeom>
              <a:avLst/>
              <a:gdLst>
                <a:gd name="connsiteX0" fmla="*/ 0 w 1201704"/>
                <a:gd name="connsiteY0" fmla="*/ 0 h 1201704"/>
                <a:gd name="connsiteX1" fmla="*/ 1201704 w 1201704"/>
                <a:gd name="connsiteY1" fmla="*/ 1201704 h 1201704"/>
                <a:gd name="connsiteX2" fmla="*/ 0 w 1201704"/>
                <a:gd name="connsiteY2" fmla="*/ 1201703 h 120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1704" h="1201704">
                  <a:moveTo>
                    <a:pt x="0" y="0"/>
                  </a:moveTo>
                  <a:lnTo>
                    <a:pt x="1201704" y="1201704"/>
                  </a:lnTo>
                  <a:lnTo>
                    <a:pt x="0" y="1201703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84331" name="图片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10564998" y="3099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0" y="50419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2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347" name="组合 5"/>
          <p:cNvGrpSpPr/>
          <p:nvPr userDrawn="1"/>
        </p:nvGrpSpPr>
        <p:grpSpPr>
          <a:xfrm>
            <a:off x="11555413" y="5087938"/>
            <a:ext cx="1204912" cy="1204912"/>
            <a:chOff x="11567024" y="5087916"/>
            <a:chExt cx="1204758" cy="1204758"/>
          </a:xfrm>
        </p:grpSpPr>
        <p:sp>
          <p:nvSpPr>
            <p:cNvPr id="3" name="任意多边形: 形状 18"/>
            <p:cNvSpPr/>
            <p:nvPr>
              <p:custDataLst>
                <p:tags r:id="rId2"/>
              </p:custDataLst>
            </p:nvPr>
          </p:nvSpPr>
          <p:spPr>
            <a:xfrm rot="2700000">
              <a:off x="11567024" y="5087916"/>
              <a:ext cx="1204758" cy="1204758"/>
            </a:xfrm>
            <a:custGeom>
              <a:avLst/>
              <a:gdLst>
                <a:gd name="connsiteX0" fmla="*/ 0 w 1204758"/>
                <a:gd name="connsiteY0" fmla="*/ 0 h 1204758"/>
                <a:gd name="connsiteX1" fmla="*/ 1204758 w 1204758"/>
                <a:gd name="connsiteY1" fmla="*/ 1204758 h 1204758"/>
                <a:gd name="connsiteX2" fmla="*/ 1 w 1204758"/>
                <a:gd name="connsiteY2" fmla="*/ 1204757 h 120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04758" h="1204758">
                  <a:moveTo>
                    <a:pt x="0" y="0"/>
                  </a:moveTo>
                  <a:lnTo>
                    <a:pt x="1204758" y="1204758"/>
                  </a:lnTo>
                  <a:lnTo>
                    <a:pt x="1" y="1204757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85355" name="图片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rot="5400000">
              <a:off x="11367328" y="5419974"/>
              <a:ext cx="1081230" cy="54061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4" name="矩形 10"/>
          <p:cNvSpPr/>
          <p:nvPr>
            <p:custDataLst>
              <p:tags r:id="rId5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Viner Hand ITC" panose="03070502030502020203" pitchFamily="66" charset="0"/>
              <a:ea typeface="+mn-ea"/>
              <a:cs typeface="Viner Hand ITC" panose="03070502030502020203" pitchFamily="66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>
                <a:sym typeface="+mn-ea"/>
              </a:rPr>
              <a:t>第</a:t>
            </a:r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958850"/>
            <a:ext cx="12192000" cy="49403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pSp>
        <p:nvGrpSpPr>
          <p:cNvPr id="186372" name="组合 7"/>
          <p:cNvGrpSpPr/>
          <p:nvPr userDrawn="1"/>
        </p:nvGrpSpPr>
        <p:grpSpPr>
          <a:xfrm>
            <a:off x="-733425" y="2665413"/>
            <a:ext cx="1525588" cy="1527175"/>
            <a:chOff x="-777867" y="2665679"/>
            <a:chExt cx="1526642" cy="1526642"/>
          </a:xfrm>
        </p:grpSpPr>
        <p:sp>
          <p:nvSpPr>
            <p:cNvPr id="10" name="任意多边形: 形状 21"/>
            <p:cNvSpPr/>
            <p:nvPr>
              <p:custDataLst>
                <p:tags r:id="rId3"/>
              </p:custDataLst>
            </p:nvPr>
          </p:nvSpPr>
          <p:spPr>
            <a:xfrm rot="13500000">
              <a:off x="-777868" y="2665679"/>
              <a:ext cx="1526642" cy="1526642"/>
            </a:xfrm>
            <a:custGeom>
              <a:avLst/>
              <a:gdLst>
                <a:gd name="connsiteX0" fmla="*/ 1526642 w 1526642"/>
                <a:gd name="connsiteY0" fmla="*/ 1526642 h 1526642"/>
                <a:gd name="connsiteX1" fmla="*/ 0 w 1526642"/>
                <a:gd name="connsiteY1" fmla="*/ 1526642 h 1526642"/>
                <a:gd name="connsiteX2" fmla="*/ 0 w 1526642"/>
                <a:gd name="connsiteY2" fmla="*/ 0 h 152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6642" h="1526642">
                  <a:moveTo>
                    <a:pt x="1526642" y="1526642"/>
                  </a:moveTo>
                  <a:lnTo>
                    <a:pt x="0" y="15266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86382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-5400000">
              <a:off x="-357944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86373" name="组合 5"/>
          <p:cNvGrpSpPr/>
          <p:nvPr userDrawn="1"/>
        </p:nvGrpSpPr>
        <p:grpSpPr>
          <a:xfrm>
            <a:off x="11391900" y="2659063"/>
            <a:ext cx="1539875" cy="1539875"/>
            <a:chOff x="11425666" y="2659138"/>
            <a:chExt cx="1539725" cy="1539725"/>
          </a:xfrm>
        </p:grpSpPr>
        <p:sp>
          <p:nvSpPr>
            <p:cNvPr id="13" name="任意多边形: 形状 19"/>
            <p:cNvSpPr/>
            <p:nvPr>
              <p:custDataLst>
                <p:tags r:id="rId6"/>
              </p:custDataLst>
            </p:nvPr>
          </p:nvSpPr>
          <p:spPr>
            <a:xfrm rot="8100000" flipH="1">
              <a:off x="11425666" y="2659138"/>
              <a:ext cx="1539725" cy="1539725"/>
            </a:xfrm>
            <a:custGeom>
              <a:avLst/>
              <a:gdLst>
                <a:gd name="connsiteX0" fmla="*/ 1539725 w 1539725"/>
                <a:gd name="connsiteY0" fmla="*/ 1539725 h 1539725"/>
                <a:gd name="connsiteX1" fmla="*/ 0 w 1539725"/>
                <a:gd name="connsiteY1" fmla="*/ 0 h 1539725"/>
                <a:gd name="connsiteX2" fmla="*/ 0 w 1539725"/>
                <a:gd name="connsiteY2" fmla="*/ 1539725 h 1539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725" h="1539725">
                  <a:moveTo>
                    <a:pt x="1539725" y="1539725"/>
                  </a:moveTo>
                  <a:lnTo>
                    <a:pt x="0" y="0"/>
                  </a:lnTo>
                  <a:lnTo>
                    <a:pt x="0" y="1539725"/>
                  </a:lnTo>
                  <a:close/>
                </a:path>
              </a:pathLst>
            </a:custGeom>
            <a:noFill/>
            <a:ln w="76200" cap="rnd">
              <a:solidFill>
                <a:schemeClr val="accent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1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86380" name="图片 1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 flipH="1">
              <a:off x="11167101" y="3085603"/>
              <a:ext cx="1373592" cy="68679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730" y="3862705"/>
            <a:ext cx="9144000" cy="1656080"/>
          </a:xfrm>
        </p:spPr>
        <p:txBody>
          <a:bodyPr>
            <a:normAutofit/>
          </a:bodyPr>
          <a:lstStyle>
            <a:lvl1pPr marL="285750" indent="-28575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5" name="日期占位符 2"/>
          <p:cNvSpPr>
            <a:spLocks noGrp="1"/>
          </p:cNvSpPr>
          <p:nvPr>
            <p:ph type="dt" sz="half" idx="2"/>
            <p:custDataLst>
              <p:tags r:id="rId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dirty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  <p:custDataLst>
              <p:tags r:id="rId1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/>
            <a:fld id="{9A0DB2DC-4C9A-4742-B13C-FB6460FD3503}" type="slidenum">
              <a:rPr lang="zh-CN" altLang="en-US" dirty="0">
                <a:solidFill>
                  <a:srgbClr val="262626"/>
                </a:solidFill>
              </a:rPr>
            </a:fld>
            <a:endParaRPr lang="zh-CN" altLang="en-US" dirty="0">
              <a:solidFill>
                <a:srgbClr val="262626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5" Type="http://schemas.openxmlformats.org/officeDocument/2006/relationships/theme" Target="../theme/theme2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23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5" Type="http://schemas.openxmlformats.org/officeDocument/2006/relationships/theme" Target="../theme/theme3.xml"/><Relationship Id="rId24" Type="http://schemas.openxmlformats.org/officeDocument/2006/relationships/tags" Target="../tags/tag256.xml"/><Relationship Id="rId23" Type="http://schemas.openxmlformats.org/officeDocument/2006/relationships/tags" Target="../tags/tag255.xml"/><Relationship Id="rId22" Type="http://schemas.openxmlformats.org/officeDocument/2006/relationships/tags" Target="../tags/tag254.xml"/><Relationship Id="rId21" Type="http://schemas.openxmlformats.org/officeDocument/2006/relationships/tags" Target="../tags/tag253.xml"/><Relationship Id="rId20" Type="http://schemas.openxmlformats.org/officeDocument/2006/relationships/tags" Target="../tags/tag252.xml"/><Relationship Id="rId2" Type="http://schemas.openxmlformats.org/officeDocument/2006/relationships/slideLayout" Target="../slideLayouts/slideLayout30.xml"/><Relationship Id="rId19" Type="http://schemas.openxmlformats.org/officeDocument/2006/relationships/tags" Target="../tags/tag251.xml"/><Relationship Id="rId18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5" Type="http://schemas.openxmlformats.org/officeDocument/2006/relationships/theme" Target="../theme/theme4.xml"/><Relationship Id="rId24" Type="http://schemas.openxmlformats.org/officeDocument/2006/relationships/tags" Target="../tags/tag384.xml"/><Relationship Id="rId23" Type="http://schemas.openxmlformats.org/officeDocument/2006/relationships/tags" Target="../tags/tag383.xml"/><Relationship Id="rId22" Type="http://schemas.openxmlformats.org/officeDocument/2006/relationships/tags" Target="../tags/tag382.xml"/><Relationship Id="rId21" Type="http://schemas.openxmlformats.org/officeDocument/2006/relationships/tags" Target="../tags/tag381.xml"/><Relationship Id="rId20" Type="http://schemas.openxmlformats.org/officeDocument/2006/relationships/tags" Target="../tags/tag380.xml"/><Relationship Id="rId2" Type="http://schemas.openxmlformats.org/officeDocument/2006/relationships/slideLayout" Target="../slideLayouts/slideLayout48.xml"/><Relationship Id="rId19" Type="http://schemas.openxmlformats.org/officeDocument/2006/relationships/tags" Target="../tags/tag379.xml"/><Relationship Id="rId18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5" Type="http://schemas.openxmlformats.org/officeDocument/2006/relationships/theme" Target="../theme/theme5.xml"/><Relationship Id="rId24" Type="http://schemas.openxmlformats.org/officeDocument/2006/relationships/tags" Target="../tags/tag512.xml"/><Relationship Id="rId23" Type="http://schemas.openxmlformats.org/officeDocument/2006/relationships/tags" Target="../tags/tag511.xml"/><Relationship Id="rId22" Type="http://schemas.openxmlformats.org/officeDocument/2006/relationships/tags" Target="../tags/tag510.xml"/><Relationship Id="rId21" Type="http://schemas.openxmlformats.org/officeDocument/2006/relationships/tags" Target="../tags/tag509.xml"/><Relationship Id="rId20" Type="http://schemas.openxmlformats.org/officeDocument/2006/relationships/tags" Target="../tags/tag508.xml"/><Relationship Id="rId2" Type="http://schemas.openxmlformats.org/officeDocument/2006/relationships/slideLayout" Target="../slideLayouts/slideLayout66.xml"/><Relationship Id="rId19" Type="http://schemas.openxmlformats.org/officeDocument/2006/relationships/tags" Target="../tags/tag507.xml"/><Relationship Id="rId18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6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0.xml"/><Relationship Id="rId7" Type="http://schemas.openxmlformats.org/officeDocument/2006/relationships/slideLayout" Target="../slideLayouts/slideLayout89.xml"/><Relationship Id="rId6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5.xml"/><Relationship Id="rId25" Type="http://schemas.openxmlformats.org/officeDocument/2006/relationships/theme" Target="../theme/theme6.xml"/><Relationship Id="rId24" Type="http://schemas.openxmlformats.org/officeDocument/2006/relationships/tags" Target="../tags/tag640.xml"/><Relationship Id="rId23" Type="http://schemas.openxmlformats.org/officeDocument/2006/relationships/tags" Target="../tags/tag639.xml"/><Relationship Id="rId22" Type="http://schemas.openxmlformats.org/officeDocument/2006/relationships/tags" Target="../tags/tag638.xml"/><Relationship Id="rId21" Type="http://schemas.openxmlformats.org/officeDocument/2006/relationships/tags" Target="../tags/tag637.xml"/><Relationship Id="rId20" Type="http://schemas.openxmlformats.org/officeDocument/2006/relationships/tags" Target="../tags/tag636.xml"/><Relationship Id="rId2" Type="http://schemas.openxmlformats.org/officeDocument/2006/relationships/slideLayout" Target="../slideLayouts/slideLayout84.xml"/><Relationship Id="rId19" Type="http://schemas.openxmlformats.org/officeDocument/2006/relationships/tags" Target="../tags/tag635.xml"/><Relationship Id="rId18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2.xml"/><Relationship Id="rId1" Type="http://schemas.openxmlformats.org/officeDocument/2006/relationships/slideLayout" Target="../slideLayouts/slideLayout83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5" Type="http://schemas.openxmlformats.org/officeDocument/2006/relationships/theme" Target="../theme/theme7.xml"/><Relationship Id="rId24" Type="http://schemas.openxmlformats.org/officeDocument/2006/relationships/tags" Target="../tags/tag768.xml"/><Relationship Id="rId23" Type="http://schemas.openxmlformats.org/officeDocument/2006/relationships/tags" Target="../tags/tag767.xml"/><Relationship Id="rId22" Type="http://schemas.openxmlformats.org/officeDocument/2006/relationships/tags" Target="../tags/tag766.xml"/><Relationship Id="rId21" Type="http://schemas.openxmlformats.org/officeDocument/2006/relationships/tags" Target="../tags/tag765.xml"/><Relationship Id="rId20" Type="http://schemas.openxmlformats.org/officeDocument/2006/relationships/tags" Target="../tags/tag764.xml"/><Relationship Id="rId2" Type="http://schemas.openxmlformats.org/officeDocument/2006/relationships/slideLayout" Target="../slideLayouts/slideLayout102.xml"/><Relationship Id="rId19" Type="http://schemas.openxmlformats.org/officeDocument/2006/relationships/tags" Target="../tags/tag763.xml"/><Relationship Id="rId1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21.xml"/><Relationship Id="rId25" Type="http://schemas.openxmlformats.org/officeDocument/2006/relationships/theme" Target="../theme/theme8.xml"/><Relationship Id="rId24" Type="http://schemas.openxmlformats.org/officeDocument/2006/relationships/tags" Target="../tags/tag896.xml"/><Relationship Id="rId23" Type="http://schemas.openxmlformats.org/officeDocument/2006/relationships/tags" Target="../tags/tag895.xml"/><Relationship Id="rId22" Type="http://schemas.openxmlformats.org/officeDocument/2006/relationships/tags" Target="../tags/tag894.xml"/><Relationship Id="rId21" Type="http://schemas.openxmlformats.org/officeDocument/2006/relationships/tags" Target="../tags/tag893.xml"/><Relationship Id="rId20" Type="http://schemas.openxmlformats.org/officeDocument/2006/relationships/tags" Target="../tags/tag892.xml"/><Relationship Id="rId2" Type="http://schemas.openxmlformats.org/officeDocument/2006/relationships/slideLayout" Target="../slideLayouts/slideLayout120.xml"/><Relationship Id="rId19" Type="http://schemas.openxmlformats.org/officeDocument/2006/relationships/tags" Target="../tags/tag891.xml"/><Relationship Id="rId18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35.xml"/><Relationship Id="rId16" Type="http://schemas.openxmlformats.org/officeDocument/2006/relationships/slideLayout" Target="../slideLayouts/slideLayout134.xml"/><Relationship Id="rId15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19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144.xml"/><Relationship Id="rId7" Type="http://schemas.openxmlformats.org/officeDocument/2006/relationships/slideLayout" Target="../slideLayouts/slideLayout143.xml"/><Relationship Id="rId6" Type="http://schemas.openxmlformats.org/officeDocument/2006/relationships/slideLayout" Target="../slideLayouts/slideLayout142.xml"/><Relationship Id="rId5" Type="http://schemas.openxmlformats.org/officeDocument/2006/relationships/slideLayout" Target="../slideLayouts/slideLayout141.xml"/><Relationship Id="rId4" Type="http://schemas.openxmlformats.org/officeDocument/2006/relationships/slideLayout" Target="../slideLayouts/slideLayout140.xml"/><Relationship Id="rId3" Type="http://schemas.openxmlformats.org/officeDocument/2006/relationships/slideLayout" Target="../slideLayouts/slideLayout139.xml"/><Relationship Id="rId25" Type="http://schemas.openxmlformats.org/officeDocument/2006/relationships/theme" Target="../theme/theme9.xml"/><Relationship Id="rId24" Type="http://schemas.openxmlformats.org/officeDocument/2006/relationships/tags" Target="../tags/tag1024.xml"/><Relationship Id="rId23" Type="http://schemas.openxmlformats.org/officeDocument/2006/relationships/tags" Target="../tags/tag1023.xml"/><Relationship Id="rId22" Type="http://schemas.openxmlformats.org/officeDocument/2006/relationships/tags" Target="../tags/tag1022.xml"/><Relationship Id="rId21" Type="http://schemas.openxmlformats.org/officeDocument/2006/relationships/tags" Target="../tags/tag1021.xml"/><Relationship Id="rId20" Type="http://schemas.openxmlformats.org/officeDocument/2006/relationships/tags" Target="../tags/tag1020.xml"/><Relationship Id="rId2" Type="http://schemas.openxmlformats.org/officeDocument/2006/relationships/slideLayout" Target="../slideLayouts/slideLayout138.xml"/><Relationship Id="rId19" Type="http://schemas.openxmlformats.org/officeDocument/2006/relationships/tags" Target="../tags/tag1019.xml"/><Relationship Id="rId18" Type="http://schemas.openxmlformats.org/officeDocument/2006/relationships/slideLayout" Target="../slideLayouts/slideLayout154.xml"/><Relationship Id="rId17" Type="http://schemas.openxmlformats.org/officeDocument/2006/relationships/slideLayout" Target="../slideLayouts/slideLayout153.xml"/><Relationship Id="rId16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51.xml"/><Relationship Id="rId14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49.xml"/><Relationship Id="rId12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47.xml"/><Relationship Id="rId10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3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5" Type="http://schemas.openxmlformats.org/officeDocument/2006/relationships/theme" Target="../theme/theme10.xml"/><Relationship Id="rId24" Type="http://schemas.openxmlformats.org/officeDocument/2006/relationships/tags" Target="../tags/tag1152.xml"/><Relationship Id="rId23" Type="http://schemas.openxmlformats.org/officeDocument/2006/relationships/tags" Target="../tags/tag1151.xml"/><Relationship Id="rId22" Type="http://schemas.openxmlformats.org/officeDocument/2006/relationships/tags" Target="../tags/tag1150.xml"/><Relationship Id="rId21" Type="http://schemas.openxmlformats.org/officeDocument/2006/relationships/tags" Target="../tags/tag1149.xml"/><Relationship Id="rId20" Type="http://schemas.openxmlformats.org/officeDocument/2006/relationships/tags" Target="../tags/tag1148.xml"/><Relationship Id="rId2" Type="http://schemas.openxmlformats.org/officeDocument/2006/relationships/slideLayout" Target="../slideLayouts/slideLayout156.xml"/><Relationship Id="rId19" Type="http://schemas.openxmlformats.org/officeDocument/2006/relationships/tags" Target="../tags/tag1147.xml"/><Relationship Id="rId18" Type="http://schemas.openxmlformats.org/officeDocument/2006/relationships/slideLayout" Target="../slideLayouts/slideLayout172.xml"/><Relationship Id="rId17" Type="http://schemas.openxmlformats.org/officeDocument/2006/relationships/slideLayout" Target="../slideLayouts/slideLayout171.xml"/><Relationship Id="rId16" Type="http://schemas.openxmlformats.org/officeDocument/2006/relationships/slideLayout" Target="../slideLayouts/slideLayout170.xml"/><Relationship Id="rId15" Type="http://schemas.openxmlformats.org/officeDocument/2006/relationships/slideLayout" Target="../slideLayouts/slideLayout169.xml"/><Relationship Id="rId14" Type="http://schemas.openxmlformats.org/officeDocument/2006/relationships/slideLayout" Target="../slideLayouts/slideLayout168.xml"/><Relationship Id="rId13" Type="http://schemas.openxmlformats.org/officeDocument/2006/relationships/slideLayout" Target="../slideLayouts/slideLayout167.xml"/><Relationship Id="rId12" Type="http://schemas.openxmlformats.org/officeDocument/2006/relationships/slideLayout" Target="../slideLayouts/slideLayout166.xml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1808163" y="365125"/>
            <a:ext cx="9545637" cy="7270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457325"/>
            <a:ext cx="10515600" cy="47196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defRPr sz="160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D0CE79-49FB-443D-BEF8-6B709DE8FD0C}" type="datetimeFigureOut">
              <a:rPr kumimoji="0" lang="zh-CN" altLang="en-US" sz="16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6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defRPr sz="16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600">
                <a:solidFill>
                  <a:srgbClr val="969696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/>
        </p:nvSpPr>
        <p:spPr>
          <a:xfrm rot="5400000" flipH="1">
            <a:off x="-385762" y="296863"/>
            <a:ext cx="1612900" cy="628650"/>
          </a:xfrm>
          <a:custGeom>
            <a:avLst/>
            <a:gdLst>
              <a:gd name="connsiteX0" fmla="*/ 1209449 w 1209449"/>
              <a:gd name="connsiteY0" fmla="*/ 0 h 628826"/>
              <a:gd name="connsiteX1" fmla="*/ 959897 w 1209449"/>
              <a:gd name="connsiteY1" fmla="*/ 628826 h 628826"/>
              <a:gd name="connsiteX2" fmla="*/ 333463 w 1209449"/>
              <a:gd name="connsiteY2" fmla="*/ 628826 h 628826"/>
              <a:gd name="connsiteX3" fmla="*/ 300871 w 1209449"/>
              <a:gd name="connsiteY3" fmla="*/ 590799 h 628826"/>
              <a:gd name="connsiteX4" fmla="*/ 0 w 1209449"/>
              <a:gd name="connsiteY4" fmla="*/ 37448 h 628826"/>
              <a:gd name="connsiteX5" fmla="*/ 1209449 w 1209449"/>
              <a:gd name="connsiteY5" fmla="*/ 0 h 628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9449" h="628826">
                <a:moveTo>
                  <a:pt x="1209449" y="0"/>
                </a:moveTo>
                <a:lnTo>
                  <a:pt x="959897" y="628826"/>
                </a:lnTo>
                <a:lnTo>
                  <a:pt x="333463" y="628826"/>
                </a:lnTo>
                <a:lnTo>
                  <a:pt x="300871" y="590799"/>
                </a:lnTo>
                <a:cubicBezTo>
                  <a:pt x="143077" y="398960"/>
                  <a:pt x="19496" y="185436"/>
                  <a:pt x="0" y="37448"/>
                </a:cubicBezTo>
                <a:cubicBezTo>
                  <a:pt x="111452" y="130336"/>
                  <a:pt x="839710" y="146124"/>
                  <a:pt x="120944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/>
          <p:nvPr/>
        </p:nvSpPr>
        <p:spPr>
          <a:xfrm rot="5400000" flipH="1">
            <a:off x="294481" y="-221456"/>
            <a:ext cx="1217613" cy="1355725"/>
          </a:xfrm>
          <a:custGeom>
            <a:avLst/>
            <a:gdLst>
              <a:gd name="connsiteX0" fmla="*/ 12305 w 912778"/>
              <a:gd name="connsiteY0" fmla="*/ 0 h 1354995"/>
              <a:gd name="connsiteX1" fmla="*/ 912778 w 912778"/>
              <a:gd name="connsiteY1" fmla="*/ 274866 h 1354995"/>
              <a:gd name="connsiteX2" fmla="*/ 912778 w 912778"/>
              <a:gd name="connsiteY2" fmla="*/ 1354995 h 1354995"/>
              <a:gd name="connsiteX3" fmla="*/ 597068 w 912778"/>
              <a:gd name="connsiteY3" fmla="*/ 1354995 h 1354995"/>
              <a:gd name="connsiteX4" fmla="*/ 12305 w 912778"/>
              <a:gd name="connsiteY4" fmla="*/ 0 h 135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778" h="1354995">
                <a:moveTo>
                  <a:pt x="12305" y="0"/>
                </a:moveTo>
                <a:cubicBezTo>
                  <a:pt x="129817" y="78266"/>
                  <a:pt x="628415" y="71521"/>
                  <a:pt x="912778" y="274866"/>
                </a:cubicBezTo>
                <a:lnTo>
                  <a:pt x="912778" y="1354995"/>
                </a:lnTo>
                <a:lnTo>
                  <a:pt x="597068" y="1354995"/>
                </a:lnTo>
                <a:cubicBezTo>
                  <a:pt x="164419" y="976576"/>
                  <a:pt x="-56202" y="181812"/>
                  <a:pt x="1230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/>
  </p:transition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075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4099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5123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6147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7171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8195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9219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标题占位符 1"/>
          <p:cNvSpPr>
            <a:spLocks noGrp="1" noChangeArrowheads="1"/>
          </p:cNvSpPr>
          <p:nvPr>
            <p:ph type="title" idx="4294967295"/>
            <p:custDataLst>
              <p:tags r:id="rId19"/>
            </p:custDataLst>
          </p:nvPr>
        </p:nvSpPr>
        <p:spPr bwMode="auto">
          <a:xfrm>
            <a:off x="669925" y="442913"/>
            <a:ext cx="108521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43" name="文本占位符 2"/>
          <p:cNvSpPr>
            <a:spLocks noGrp="1" noChangeArrowheads="1"/>
          </p:cNvSpPr>
          <p:nvPr>
            <p:ph type="body" idx="9"/>
            <p:custDataLst>
              <p:tags r:id="rId20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0FBDFE-C587-4B4C-A407-44438C67B59E}" type="datetimeFigureOut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ransition>
    <p:fade/>
  </p:transition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rtl="0" fontAlgn="base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157.xml"/><Relationship Id="rId5" Type="http://schemas.openxmlformats.org/officeDocument/2006/relationships/tags" Target="../tags/tag1156.xml"/><Relationship Id="rId4" Type="http://schemas.openxmlformats.org/officeDocument/2006/relationships/tags" Target="../tags/tag1155.xml"/><Relationship Id="rId3" Type="http://schemas.openxmlformats.org/officeDocument/2006/relationships/tags" Target="../tags/tag1154.xml"/><Relationship Id="rId2" Type="http://schemas.openxmlformats.org/officeDocument/2006/relationships/image" Target="../media/image4.png"/><Relationship Id="rId1" Type="http://schemas.openxmlformats.org/officeDocument/2006/relationships/tags" Target="../tags/tag115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64.xml"/><Relationship Id="rId8" Type="http://schemas.openxmlformats.org/officeDocument/2006/relationships/tags" Target="../tags/tag1163.xml"/><Relationship Id="rId7" Type="http://schemas.openxmlformats.org/officeDocument/2006/relationships/tags" Target="../tags/tag1162.xml"/><Relationship Id="rId6" Type="http://schemas.openxmlformats.org/officeDocument/2006/relationships/image" Target="../media/image6.png"/><Relationship Id="rId5" Type="http://schemas.openxmlformats.org/officeDocument/2006/relationships/tags" Target="../tags/tag1161.xml"/><Relationship Id="rId4" Type="http://schemas.openxmlformats.org/officeDocument/2006/relationships/image" Target="../media/image5.png"/><Relationship Id="rId3" Type="http://schemas.openxmlformats.org/officeDocument/2006/relationships/tags" Target="../tags/tag1160.xml"/><Relationship Id="rId2" Type="http://schemas.openxmlformats.org/officeDocument/2006/relationships/tags" Target="../tags/tag1159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7.xml"/><Relationship Id="rId1" Type="http://schemas.openxmlformats.org/officeDocument/2006/relationships/tags" Target="../tags/tag115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73.xml"/><Relationship Id="rId8" Type="http://schemas.openxmlformats.org/officeDocument/2006/relationships/tags" Target="../tags/tag1172.xml"/><Relationship Id="rId7" Type="http://schemas.openxmlformats.org/officeDocument/2006/relationships/tags" Target="../tags/tag1171.xml"/><Relationship Id="rId6" Type="http://schemas.openxmlformats.org/officeDocument/2006/relationships/tags" Target="../tags/tag1170.xml"/><Relationship Id="rId5" Type="http://schemas.openxmlformats.org/officeDocument/2006/relationships/tags" Target="../tags/tag1169.xml"/><Relationship Id="rId4" Type="http://schemas.openxmlformats.org/officeDocument/2006/relationships/tags" Target="../tags/tag1168.xml"/><Relationship Id="rId3" Type="http://schemas.openxmlformats.org/officeDocument/2006/relationships/tags" Target="../tags/tag1167.xml"/><Relationship Id="rId2" Type="http://schemas.openxmlformats.org/officeDocument/2006/relationships/tags" Target="../tags/tag1166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7.xml"/><Relationship Id="rId14" Type="http://schemas.openxmlformats.org/officeDocument/2006/relationships/tags" Target="../tags/tag1177.xml"/><Relationship Id="rId13" Type="http://schemas.openxmlformats.org/officeDocument/2006/relationships/image" Target="../media/image7.png"/><Relationship Id="rId12" Type="http://schemas.openxmlformats.org/officeDocument/2006/relationships/tags" Target="../tags/tag1176.xml"/><Relationship Id="rId11" Type="http://schemas.openxmlformats.org/officeDocument/2006/relationships/tags" Target="../tags/tag1175.xml"/><Relationship Id="rId10" Type="http://schemas.openxmlformats.org/officeDocument/2006/relationships/tags" Target="../tags/tag1174.xml"/><Relationship Id="rId1" Type="http://schemas.openxmlformats.org/officeDocument/2006/relationships/tags" Target="../tags/tag116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.bin"/><Relationship Id="rId8" Type="http://schemas.openxmlformats.org/officeDocument/2006/relationships/tags" Target="../tags/tag1181.xml"/><Relationship Id="rId7" Type="http://schemas.openxmlformats.org/officeDocument/2006/relationships/image" Target="../media/image9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3" Type="http://schemas.openxmlformats.org/officeDocument/2006/relationships/tags" Target="../tags/tag1180.xml"/><Relationship Id="rId22" Type="http://schemas.openxmlformats.org/officeDocument/2006/relationships/notesSlide" Target="../notesSlides/notesSlide3.xml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45.xml"/><Relationship Id="rId2" Type="http://schemas.openxmlformats.org/officeDocument/2006/relationships/tags" Target="../tags/tag1179.xml"/><Relationship Id="rId19" Type="http://schemas.openxmlformats.org/officeDocument/2006/relationships/tags" Target="../tags/tag1183.xml"/><Relationship Id="rId18" Type="http://schemas.openxmlformats.org/officeDocument/2006/relationships/image" Target="../media/image14.png"/><Relationship Id="rId17" Type="http://schemas.openxmlformats.org/officeDocument/2006/relationships/image" Target="../media/image13.png"/><Relationship Id="rId16" Type="http://schemas.openxmlformats.org/officeDocument/2006/relationships/image" Target="../media/image12.wmf"/><Relationship Id="rId15" Type="http://schemas.openxmlformats.org/officeDocument/2006/relationships/oleObject" Target="../embeddings/oleObject6.bin"/><Relationship Id="rId14" Type="http://schemas.openxmlformats.org/officeDocument/2006/relationships/oleObject" Target="../embeddings/oleObject5.bin"/><Relationship Id="rId13" Type="http://schemas.openxmlformats.org/officeDocument/2006/relationships/tags" Target="../tags/tag1182.xml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4.bin"/><Relationship Id="rId10" Type="http://schemas.openxmlformats.org/officeDocument/2006/relationships/image" Target="../media/image10.wmf"/><Relationship Id="rId1" Type="http://schemas.openxmlformats.org/officeDocument/2006/relationships/tags" Target="../tags/tag117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tags" Target="../tags/tag1191.xml"/><Relationship Id="rId7" Type="http://schemas.openxmlformats.org/officeDocument/2006/relationships/tags" Target="../tags/tag1190.xml"/><Relationship Id="rId6" Type="http://schemas.openxmlformats.org/officeDocument/2006/relationships/tags" Target="../tags/tag1189.xml"/><Relationship Id="rId5" Type="http://schemas.openxmlformats.org/officeDocument/2006/relationships/tags" Target="../tags/tag1188.xml"/><Relationship Id="rId4" Type="http://schemas.openxmlformats.org/officeDocument/2006/relationships/tags" Target="../tags/tag1187.xml"/><Relationship Id="rId3" Type="http://schemas.openxmlformats.org/officeDocument/2006/relationships/tags" Target="../tags/tag1186.xml"/><Relationship Id="rId2" Type="http://schemas.openxmlformats.org/officeDocument/2006/relationships/tags" Target="../tags/tag1185.xml"/><Relationship Id="rId18" Type="http://schemas.openxmlformats.org/officeDocument/2006/relationships/notesSlide" Target="../notesSlides/notesSlide4.xml"/><Relationship Id="rId17" Type="http://schemas.openxmlformats.org/officeDocument/2006/relationships/vmlDrawing" Target="../drawings/vmlDrawing2.vml"/><Relationship Id="rId16" Type="http://schemas.openxmlformats.org/officeDocument/2006/relationships/slideLayout" Target="../slideLayouts/slideLayout27.xml"/><Relationship Id="rId15" Type="http://schemas.openxmlformats.org/officeDocument/2006/relationships/tags" Target="../tags/tag1194.xml"/><Relationship Id="rId14" Type="http://schemas.openxmlformats.org/officeDocument/2006/relationships/tags" Target="../tags/tag1193.xml"/><Relationship Id="rId13" Type="http://schemas.openxmlformats.org/officeDocument/2006/relationships/tags" Target="../tags/tag1192.xml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15.wmf"/><Relationship Id="rId1" Type="http://schemas.openxmlformats.org/officeDocument/2006/relationships/tags" Target="../tags/tag118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oleObject" Target="../embeddings/oleObject10.bin"/><Relationship Id="rId7" Type="http://schemas.openxmlformats.org/officeDocument/2006/relationships/tags" Target="../tags/tag1199.xml"/><Relationship Id="rId6" Type="http://schemas.openxmlformats.org/officeDocument/2006/relationships/tags" Target="../tags/tag1198.xml"/><Relationship Id="rId5" Type="http://schemas.openxmlformats.org/officeDocument/2006/relationships/tags" Target="../tags/tag1197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26" Type="http://schemas.openxmlformats.org/officeDocument/2006/relationships/notesSlide" Target="../notesSlides/notesSlide5.xml"/><Relationship Id="rId25" Type="http://schemas.openxmlformats.org/officeDocument/2006/relationships/vmlDrawing" Target="../drawings/vmlDrawing3.vml"/><Relationship Id="rId24" Type="http://schemas.openxmlformats.org/officeDocument/2006/relationships/slideLayout" Target="../slideLayouts/slideLayout27.xml"/><Relationship Id="rId23" Type="http://schemas.openxmlformats.org/officeDocument/2006/relationships/tags" Target="../tags/tag1205.xml"/><Relationship Id="rId22" Type="http://schemas.openxmlformats.org/officeDocument/2006/relationships/image" Target="../media/image21.wmf"/><Relationship Id="rId21" Type="http://schemas.openxmlformats.org/officeDocument/2006/relationships/oleObject" Target="../embeddings/oleObject14.bin"/><Relationship Id="rId20" Type="http://schemas.openxmlformats.org/officeDocument/2006/relationships/image" Target="../media/image20.wmf"/><Relationship Id="rId2" Type="http://schemas.openxmlformats.org/officeDocument/2006/relationships/tags" Target="../tags/tag1196.xml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19.wmf"/><Relationship Id="rId17" Type="http://schemas.openxmlformats.org/officeDocument/2006/relationships/oleObject" Target="../embeddings/oleObject12.bin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11.bin"/><Relationship Id="rId14" Type="http://schemas.openxmlformats.org/officeDocument/2006/relationships/tags" Target="../tags/tag1204.xml"/><Relationship Id="rId13" Type="http://schemas.openxmlformats.org/officeDocument/2006/relationships/tags" Target="../tags/tag1203.xml"/><Relationship Id="rId12" Type="http://schemas.openxmlformats.org/officeDocument/2006/relationships/tags" Target="../tags/tag1202.xml"/><Relationship Id="rId11" Type="http://schemas.openxmlformats.org/officeDocument/2006/relationships/tags" Target="../tags/tag1201.xml"/><Relationship Id="rId10" Type="http://schemas.openxmlformats.org/officeDocument/2006/relationships/tags" Target="../tags/tag1200.xml"/><Relationship Id="rId1" Type="http://schemas.openxmlformats.org/officeDocument/2006/relationships/tags" Target="../tags/tag119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23.w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5.bin"/><Relationship Id="rId3" Type="http://schemas.openxmlformats.org/officeDocument/2006/relationships/tags" Target="../tags/tag1208.xml"/><Relationship Id="rId23" Type="http://schemas.openxmlformats.org/officeDocument/2006/relationships/notesSlide" Target="../notesSlides/notesSlide6.xml"/><Relationship Id="rId22" Type="http://schemas.openxmlformats.org/officeDocument/2006/relationships/vmlDrawing" Target="../drawings/vmlDrawing4.vml"/><Relationship Id="rId21" Type="http://schemas.openxmlformats.org/officeDocument/2006/relationships/slideLayout" Target="../slideLayouts/slideLayout63.xml"/><Relationship Id="rId20" Type="http://schemas.openxmlformats.org/officeDocument/2006/relationships/tags" Target="../tags/tag1210.xml"/><Relationship Id="rId2" Type="http://schemas.openxmlformats.org/officeDocument/2006/relationships/tags" Target="../tags/tag1207.xml"/><Relationship Id="rId19" Type="http://schemas.openxmlformats.org/officeDocument/2006/relationships/image" Target="../media/image28.wmf"/><Relationship Id="rId18" Type="http://schemas.openxmlformats.org/officeDocument/2006/relationships/oleObject" Target="../embeddings/oleObject22.bin"/><Relationship Id="rId17" Type="http://schemas.openxmlformats.org/officeDocument/2006/relationships/image" Target="../media/image27.wmf"/><Relationship Id="rId16" Type="http://schemas.openxmlformats.org/officeDocument/2006/relationships/oleObject" Target="../embeddings/oleObject21.bin"/><Relationship Id="rId15" Type="http://schemas.openxmlformats.org/officeDocument/2006/relationships/oleObject" Target="../embeddings/oleObject20.bin"/><Relationship Id="rId14" Type="http://schemas.openxmlformats.org/officeDocument/2006/relationships/tags" Target="../tags/tag1209.xml"/><Relationship Id="rId13" Type="http://schemas.openxmlformats.org/officeDocument/2006/relationships/image" Target="../media/image26.wmf"/><Relationship Id="rId12" Type="http://schemas.openxmlformats.org/officeDocument/2006/relationships/oleObject" Target="../embeddings/oleObject19.bin"/><Relationship Id="rId11" Type="http://schemas.openxmlformats.org/officeDocument/2006/relationships/image" Target="../media/image25.wmf"/><Relationship Id="rId10" Type="http://schemas.openxmlformats.org/officeDocument/2006/relationships/oleObject" Target="../embeddings/oleObject18.bin"/><Relationship Id="rId1" Type="http://schemas.openxmlformats.org/officeDocument/2006/relationships/tags" Target="../tags/tag120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tags" Target="../tags/tag1214.xml"/><Relationship Id="rId3" Type="http://schemas.openxmlformats.org/officeDocument/2006/relationships/tags" Target="../tags/tag1213.xml"/><Relationship Id="rId2" Type="http://schemas.openxmlformats.org/officeDocument/2006/relationships/tags" Target="../tags/tag1212.xml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63.xml"/><Relationship Id="rId10" Type="http://schemas.openxmlformats.org/officeDocument/2006/relationships/tags" Target="../tags/tag1215.xml"/><Relationship Id="rId1" Type="http://schemas.openxmlformats.org/officeDocument/2006/relationships/tags" Target="../tags/tag121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tags" Target="../tags/tag1219.xml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Relationship Id="rId3" Type="http://schemas.openxmlformats.org/officeDocument/2006/relationships/tags" Target="../tags/tag1218.xml"/><Relationship Id="rId2" Type="http://schemas.openxmlformats.org/officeDocument/2006/relationships/tags" Target="../tags/tag1217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121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31.png"/><Relationship Id="rId7" Type="http://schemas.openxmlformats.org/officeDocument/2006/relationships/image" Target="../media/image38.wmf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3.bin"/><Relationship Id="rId3" Type="http://schemas.openxmlformats.org/officeDocument/2006/relationships/tags" Target="../tags/tag1222.xml"/><Relationship Id="rId2" Type="http://schemas.openxmlformats.org/officeDocument/2006/relationships/tags" Target="../tags/tag1221.xml"/><Relationship Id="rId16" Type="http://schemas.openxmlformats.org/officeDocument/2006/relationships/notesSlide" Target="../notesSlides/notesSlide9.xml"/><Relationship Id="rId15" Type="http://schemas.openxmlformats.org/officeDocument/2006/relationships/vmlDrawing" Target="../drawings/vmlDrawing5.vml"/><Relationship Id="rId14" Type="http://schemas.openxmlformats.org/officeDocument/2006/relationships/slideLayout" Target="../slideLayouts/slideLayout63.xml"/><Relationship Id="rId13" Type="http://schemas.openxmlformats.org/officeDocument/2006/relationships/tags" Target="../tags/tag1223.xml"/><Relationship Id="rId12" Type="http://schemas.openxmlformats.org/officeDocument/2006/relationships/image" Target="../media/image40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39.wmf"/><Relationship Id="rId1" Type="http://schemas.openxmlformats.org/officeDocument/2006/relationships/tags" Target="../tags/tag122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oleObject" Target="../embeddings/oleObject29.bin"/><Relationship Id="rId7" Type="http://schemas.openxmlformats.org/officeDocument/2006/relationships/image" Target="../media/image42.wmf"/><Relationship Id="rId6" Type="http://schemas.openxmlformats.org/officeDocument/2006/relationships/oleObject" Target="../embeddings/oleObject28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27.bin"/><Relationship Id="rId3" Type="http://schemas.openxmlformats.org/officeDocument/2006/relationships/tags" Target="../tags/tag1226.xml"/><Relationship Id="rId2" Type="http://schemas.openxmlformats.org/officeDocument/2006/relationships/tags" Target="../tags/tag1225.xml"/><Relationship Id="rId15" Type="http://schemas.openxmlformats.org/officeDocument/2006/relationships/notesSlide" Target="../notesSlides/notesSlide10.xml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81.xml"/><Relationship Id="rId12" Type="http://schemas.openxmlformats.org/officeDocument/2006/relationships/tags" Target="../tags/tag1227.xml"/><Relationship Id="rId11" Type="http://schemas.openxmlformats.org/officeDocument/2006/relationships/image" Target="../media/image44.wmf"/><Relationship Id="rId10" Type="http://schemas.openxmlformats.org/officeDocument/2006/relationships/oleObject" Target="../embeddings/oleObject30.bin"/><Relationship Id="rId1" Type="http://schemas.openxmlformats.org/officeDocument/2006/relationships/tags" Target="../tags/tag122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228.xml"/><Relationship Id="rId8" Type="http://schemas.openxmlformats.org/officeDocument/2006/relationships/image" Target="../media/image47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43.wmf"/><Relationship Id="rId11" Type="http://schemas.openxmlformats.org/officeDocument/2006/relationships/vmlDrawing" Target="../drawings/vmlDrawing7.vml"/><Relationship Id="rId10" Type="http://schemas.openxmlformats.org/officeDocument/2006/relationships/slideLayout" Target="../slideLayouts/slideLayout149.xml"/><Relationship Id="rId1" Type="http://schemas.openxmlformats.org/officeDocument/2006/relationships/oleObject" Target="../embeddings/oleObject31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.bin"/><Relationship Id="rId8" Type="http://schemas.openxmlformats.org/officeDocument/2006/relationships/image" Target="../media/image50.png"/><Relationship Id="rId7" Type="http://schemas.openxmlformats.org/officeDocument/2006/relationships/image" Target="../media/image49.wmf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35.bin"/><Relationship Id="rId3" Type="http://schemas.openxmlformats.org/officeDocument/2006/relationships/tags" Target="../tags/tag1231.xml"/><Relationship Id="rId2" Type="http://schemas.openxmlformats.org/officeDocument/2006/relationships/tags" Target="../tags/tag1230.xml"/><Relationship Id="rId19" Type="http://schemas.openxmlformats.org/officeDocument/2006/relationships/notesSlide" Target="../notesSlides/notesSlide11.xml"/><Relationship Id="rId18" Type="http://schemas.openxmlformats.org/officeDocument/2006/relationships/vmlDrawing" Target="../drawings/vmlDrawing8.vml"/><Relationship Id="rId17" Type="http://schemas.openxmlformats.org/officeDocument/2006/relationships/slideLayout" Target="../slideLayouts/slideLayout135.xml"/><Relationship Id="rId16" Type="http://schemas.openxmlformats.org/officeDocument/2006/relationships/tags" Target="../tags/tag1232.xml"/><Relationship Id="rId15" Type="http://schemas.openxmlformats.org/officeDocument/2006/relationships/image" Target="../media/image54.wmf"/><Relationship Id="rId14" Type="http://schemas.openxmlformats.org/officeDocument/2006/relationships/oleObject" Target="../embeddings/oleObject39.bin"/><Relationship Id="rId13" Type="http://schemas.openxmlformats.org/officeDocument/2006/relationships/image" Target="../media/image53.png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38.bin"/><Relationship Id="rId10" Type="http://schemas.openxmlformats.org/officeDocument/2006/relationships/image" Target="../media/image51.wmf"/><Relationship Id="rId1" Type="http://schemas.openxmlformats.org/officeDocument/2006/relationships/tags" Target="../tags/tag122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oleObject" Target="../embeddings/oleObject42.bin"/><Relationship Id="rId7" Type="http://schemas.openxmlformats.org/officeDocument/2006/relationships/image" Target="../media/image56.wmf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0.bin"/><Relationship Id="rId3" Type="http://schemas.openxmlformats.org/officeDocument/2006/relationships/tags" Target="../tags/tag1235.xml"/><Relationship Id="rId29" Type="http://schemas.openxmlformats.org/officeDocument/2006/relationships/notesSlide" Target="../notesSlides/notesSlide12.xml"/><Relationship Id="rId28" Type="http://schemas.openxmlformats.org/officeDocument/2006/relationships/vmlDrawing" Target="../drawings/vmlDrawing9.vml"/><Relationship Id="rId27" Type="http://schemas.openxmlformats.org/officeDocument/2006/relationships/slideLayout" Target="../slideLayouts/slideLayout135.xml"/><Relationship Id="rId26" Type="http://schemas.openxmlformats.org/officeDocument/2006/relationships/tags" Target="../tags/tag1236.xml"/><Relationship Id="rId25" Type="http://schemas.openxmlformats.org/officeDocument/2006/relationships/image" Target="../media/image65.wmf"/><Relationship Id="rId24" Type="http://schemas.openxmlformats.org/officeDocument/2006/relationships/oleObject" Target="../embeddings/oleObject50.bin"/><Relationship Id="rId23" Type="http://schemas.openxmlformats.org/officeDocument/2006/relationships/image" Target="../media/image64.wmf"/><Relationship Id="rId22" Type="http://schemas.openxmlformats.org/officeDocument/2006/relationships/oleObject" Target="../embeddings/oleObject49.bin"/><Relationship Id="rId21" Type="http://schemas.openxmlformats.org/officeDocument/2006/relationships/image" Target="../media/image63.wmf"/><Relationship Id="rId20" Type="http://schemas.openxmlformats.org/officeDocument/2006/relationships/oleObject" Target="../embeddings/oleObject48.bin"/><Relationship Id="rId2" Type="http://schemas.openxmlformats.org/officeDocument/2006/relationships/tags" Target="../tags/tag1234.xml"/><Relationship Id="rId19" Type="http://schemas.openxmlformats.org/officeDocument/2006/relationships/image" Target="../media/image62.wmf"/><Relationship Id="rId18" Type="http://schemas.openxmlformats.org/officeDocument/2006/relationships/oleObject" Target="../embeddings/oleObject47.bin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58.png"/><Relationship Id="rId1" Type="http://schemas.openxmlformats.org/officeDocument/2006/relationships/tags" Target="../tags/tag123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wmf"/><Relationship Id="rId8" Type="http://schemas.openxmlformats.org/officeDocument/2006/relationships/oleObject" Target="../embeddings/oleObject54.bin"/><Relationship Id="rId7" Type="http://schemas.openxmlformats.org/officeDocument/2006/relationships/image" Target="../media/image49.wmf"/><Relationship Id="rId6" Type="http://schemas.openxmlformats.org/officeDocument/2006/relationships/oleObject" Target="../embeddings/oleObject53.bin"/><Relationship Id="rId5" Type="http://schemas.openxmlformats.org/officeDocument/2006/relationships/image" Target="../media/image67.wmf"/><Relationship Id="rId4" Type="http://schemas.openxmlformats.org/officeDocument/2006/relationships/oleObject" Target="../embeddings/oleObject52.bin"/><Relationship Id="rId3" Type="http://schemas.openxmlformats.org/officeDocument/2006/relationships/image" Target="../media/image66.wmf"/><Relationship Id="rId2" Type="http://schemas.openxmlformats.org/officeDocument/2006/relationships/oleObject" Target="../embeddings/oleObject51.bin"/><Relationship Id="rId16" Type="http://schemas.openxmlformats.org/officeDocument/2006/relationships/vmlDrawing" Target="../drawings/vmlDrawing10.vml"/><Relationship Id="rId15" Type="http://schemas.openxmlformats.org/officeDocument/2006/relationships/slideLayout" Target="../slideLayouts/slideLayout71.xml"/><Relationship Id="rId14" Type="http://schemas.openxmlformats.org/officeDocument/2006/relationships/tags" Target="../tags/tag1238.xml"/><Relationship Id="rId13" Type="http://schemas.openxmlformats.org/officeDocument/2006/relationships/image" Target="../media/image54.wmf"/><Relationship Id="rId12" Type="http://schemas.openxmlformats.org/officeDocument/2006/relationships/oleObject" Target="../embeddings/oleObject56.bin"/><Relationship Id="rId11" Type="http://schemas.openxmlformats.org/officeDocument/2006/relationships/image" Target="../media/image52.wmf"/><Relationship Id="rId10" Type="http://schemas.openxmlformats.org/officeDocument/2006/relationships/oleObject" Target="../embeddings/oleObject55.bin"/><Relationship Id="rId1" Type="http://schemas.openxmlformats.org/officeDocument/2006/relationships/tags" Target="../tags/tag123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246.xml"/><Relationship Id="rId8" Type="http://schemas.openxmlformats.org/officeDocument/2006/relationships/tags" Target="../tags/tag1245.xml"/><Relationship Id="rId7" Type="http://schemas.openxmlformats.org/officeDocument/2006/relationships/tags" Target="../tags/tag1244.xml"/><Relationship Id="rId6" Type="http://schemas.openxmlformats.org/officeDocument/2006/relationships/tags" Target="../tags/tag1243.xml"/><Relationship Id="rId5" Type="http://schemas.openxmlformats.org/officeDocument/2006/relationships/image" Target="../media/image1.emf"/><Relationship Id="rId4" Type="http://schemas.openxmlformats.org/officeDocument/2006/relationships/tags" Target="../tags/tag1242.xml"/><Relationship Id="rId3" Type="http://schemas.openxmlformats.org/officeDocument/2006/relationships/tags" Target="../tags/tag1241.xml"/><Relationship Id="rId28" Type="http://schemas.openxmlformats.org/officeDocument/2006/relationships/notesSlide" Target="../notesSlides/notesSlide13.xml"/><Relationship Id="rId27" Type="http://schemas.openxmlformats.org/officeDocument/2006/relationships/vmlDrawing" Target="../drawings/vmlDrawing11.vml"/><Relationship Id="rId26" Type="http://schemas.openxmlformats.org/officeDocument/2006/relationships/slideLayout" Target="../slideLayouts/slideLayout53.xml"/><Relationship Id="rId25" Type="http://schemas.openxmlformats.org/officeDocument/2006/relationships/tags" Target="../tags/tag1260.xml"/><Relationship Id="rId24" Type="http://schemas.openxmlformats.org/officeDocument/2006/relationships/image" Target="../media/image68.wmf"/><Relationship Id="rId23" Type="http://schemas.openxmlformats.org/officeDocument/2006/relationships/oleObject" Target="../embeddings/oleObject57.bin"/><Relationship Id="rId22" Type="http://schemas.openxmlformats.org/officeDocument/2006/relationships/tags" Target="../tags/tag1259.xml"/><Relationship Id="rId21" Type="http://schemas.openxmlformats.org/officeDocument/2006/relationships/tags" Target="../tags/tag1258.xml"/><Relationship Id="rId20" Type="http://schemas.openxmlformats.org/officeDocument/2006/relationships/tags" Target="../tags/tag1257.xml"/><Relationship Id="rId2" Type="http://schemas.openxmlformats.org/officeDocument/2006/relationships/tags" Target="../tags/tag1240.xml"/><Relationship Id="rId19" Type="http://schemas.openxmlformats.org/officeDocument/2006/relationships/tags" Target="../tags/tag1256.xml"/><Relationship Id="rId18" Type="http://schemas.openxmlformats.org/officeDocument/2006/relationships/tags" Target="../tags/tag1255.xml"/><Relationship Id="rId17" Type="http://schemas.openxmlformats.org/officeDocument/2006/relationships/tags" Target="../tags/tag1254.xml"/><Relationship Id="rId16" Type="http://schemas.openxmlformats.org/officeDocument/2006/relationships/tags" Target="../tags/tag1253.xml"/><Relationship Id="rId15" Type="http://schemas.openxmlformats.org/officeDocument/2006/relationships/tags" Target="../tags/tag1252.xml"/><Relationship Id="rId14" Type="http://schemas.openxmlformats.org/officeDocument/2006/relationships/tags" Target="../tags/tag1251.xml"/><Relationship Id="rId13" Type="http://schemas.openxmlformats.org/officeDocument/2006/relationships/tags" Target="../tags/tag1250.xml"/><Relationship Id="rId12" Type="http://schemas.openxmlformats.org/officeDocument/2006/relationships/tags" Target="../tags/tag1249.xml"/><Relationship Id="rId11" Type="http://schemas.openxmlformats.org/officeDocument/2006/relationships/tags" Target="../tags/tag1248.xml"/><Relationship Id="rId10" Type="http://schemas.openxmlformats.org/officeDocument/2006/relationships/tags" Target="../tags/tag1247.xml"/><Relationship Id="rId1" Type="http://schemas.openxmlformats.org/officeDocument/2006/relationships/tags" Target="../tags/tag123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oleObject" Target="../embeddings/oleObject60.bin"/><Relationship Id="rId7" Type="http://schemas.openxmlformats.org/officeDocument/2006/relationships/image" Target="../media/image56.wmf"/><Relationship Id="rId6" Type="http://schemas.openxmlformats.org/officeDocument/2006/relationships/oleObject" Target="../embeddings/oleObject59.bin"/><Relationship Id="rId5" Type="http://schemas.openxmlformats.org/officeDocument/2006/relationships/image" Target="../media/image69.wmf"/><Relationship Id="rId4" Type="http://schemas.openxmlformats.org/officeDocument/2006/relationships/oleObject" Target="../embeddings/oleObject58.bin"/><Relationship Id="rId31" Type="http://schemas.openxmlformats.org/officeDocument/2006/relationships/notesSlide" Target="../notesSlides/notesSlide14.xml"/><Relationship Id="rId30" Type="http://schemas.openxmlformats.org/officeDocument/2006/relationships/vmlDrawing" Target="../drawings/vmlDrawing12.vml"/><Relationship Id="rId3" Type="http://schemas.openxmlformats.org/officeDocument/2006/relationships/tags" Target="../tags/tag1263.xml"/><Relationship Id="rId29" Type="http://schemas.openxmlformats.org/officeDocument/2006/relationships/slideLayout" Target="../slideLayouts/slideLayout81.xml"/><Relationship Id="rId28" Type="http://schemas.openxmlformats.org/officeDocument/2006/relationships/tags" Target="../tags/tag1264.xml"/><Relationship Id="rId27" Type="http://schemas.openxmlformats.org/officeDocument/2006/relationships/image" Target="../media/image65.wmf"/><Relationship Id="rId26" Type="http://schemas.openxmlformats.org/officeDocument/2006/relationships/oleObject" Target="../embeddings/oleObject69.bin"/><Relationship Id="rId25" Type="http://schemas.openxmlformats.org/officeDocument/2006/relationships/image" Target="../media/image64.wmf"/><Relationship Id="rId24" Type="http://schemas.openxmlformats.org/officeDocument/2006/relationships/oleObject" Target="../embeddings/oleObject68.bin"/><Relationship Id="rId23" Type="http://schemas.openxmlformats.org/officeDocument/2006/relationships/image" Target="../media/image63.wmf"/><Relationship Id="rId22" Type="http://schemas.openxmlformats.org/officeDocument/2006/relationships/oleObject" Target="../embeddings/oleObject67.bin"/><Relationship Id="rId21" Type="http://schemas.openxmlformats.org/officeDocument/2006/relationships/image" Target="../media/image62.wmf"/><Relationship Id="rId20" Type="http://schemas.openxmlformats.org/officeDocument/2006/relationships/oleObject" Target="../embeddings/oleObject66.bin"/><Relationship Id="rId2" Type="http://schemas.openxmlformats.org/officeDocument/2006/relationships/tags" Target="../tags/tag1262.xml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70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8.png"/><Relationship Id="rId1" Type="http://schemas.openxmlformats.org/officeDocument/2006/relationships/tags" Target="../tags/tag126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oleObject" Target="../embeddings/oleObject71.bin"/><Relationship Id="rId7" Type="http://schemas.openxmlformats.org/officeDocument/2006/relationships/image" Target="../media/image72.png"/><Relationship Id="rId6" Type="http://schemas.openxmlformats.org/officeDocument/2006/relationships/tags" Target="../tags/tag1268.x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70.bin"/><Relationship Id="rId3" Type="http://schemas.openxmlformats.org/officeDocument/2006/relationships/tags" Target="../tags/tag1267.xml"/><Relationship Id="rId2" Type="http://schemas.openxmlformats.org/officeDocument/2006/relationships/tags" Target="../tags/tag1266.xml"/><Relationship Id="rId17" Type="http://schemas.openxmlformats.org/officeDocument/2006/relationships/notesSlide" Target="../notesSlides/notesSlide15.xml"/><Relationship Id="rId16" Type="http://schemas.openxmlformats.org/officeDocument/2006/relationships/vmlDrawing" Target="../drawings/vmlDrawing13.vml"/><Relationship Id="rId15" Type="http://schemas.openxmlformats.org/officeDocument/2006/relationships/slideLayout" Target="../slideLayouts/slideLayout99.xml"/><Relationship Id="rId14" Type="http://schemas.openxmlformats.org/officeDocument/2006/relationships/tags" Target="../tags/tag1269.xml"/><Relationship Id="rId13" Type="http://schemas.openxmlformats.org/officeDocument/2006/relationships/image" Target="../media/image75.wmf"/><Relationship Id="rId12" Type="http://schemas.openxmlformats.org/officeDocument/2006/relationships/oleObject" Target="../embeddings/oleObject73.bin"/><Relationship Id="rId11" Type="http://schemas.openxmlformats.org/officeDocument/2006/relationships/image" Target="../media/image74.wmf"/><Relationship Id="rId10" Type="http://schemas.openxmlformats.org/officeDocument/2006/relationships/oleObject" Target="../embeddings/oleObject72.bin"/><Relationship Id="rId1" Type="http://schemas.openxmlformats.org/officeDocument/2006/relationships/tags" Target="../tags/tag126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wmf"/><Relationship Id="rId8" Type="http://schemas.openxmlformats.org/officeDocument/2006/relationships/oleObject" Target="../embeddings/oleObject76.bin"/><Relationship Id="rId7" Type="http://schemas.openxmlformats.org/officeDocument/2006/relationships/image" Target="../media/image77.wmf"/><Relationship Id="rId6" Type="http://schemas.openxmlformats.org/officeDocument/2006/relationships/oleObject" Target="../embeddings/oleObject75.bin"/><Relationship Id="rId5" Type="http://schemas.openxmlformats.org/officeDocument/2006/relationships/image" Target="../media/image76.wmf"/><Relationship Id="rId4" Type="http://schemas.openxmlformats.org/officeDocument/2006/relationships/oleObject" Target="../embeddings/oleObject74.bin"/><Relationship Id="rId3" Type="http://schemas.openxmlformats.org/officeDocument/2006/relationships/tags" Target="../tags/tag1272.xml"/><Relationship Id="rId2" Type="http://schemas.openxmlformats.org/officeDocument/2006/relationships/tags" Target="../tags/tag1271.xml"/><Relationship Id="rId19" Type="http://schemas.openxmlformats.org/officeDocument/2006/relationships/notesSlide" Target="../notesSlides/notesSlide16.xml"/><Relationship Id="rId18" Type="http://schemas.openxmlformats.org/officeDocument/2006/relationships/vmlDrawing" Target="../drawings/vmlDrawing14.vml"/><Relationship Id="rId17" Type="http://schemas.openxmlformats.org/officeDocument/2006/relationships/slideLayout" Target="../slideLayouts/slideLayout81.xml"/><Relationship Id="rId16" Type="http://schemas.openxmlformats.org/officeDocument/2006/relationships/tags" Target="../tags/tag1273.xml"/><Relationship Id="rId15" Type="http://schemas.openxmlformats.org/officeDocument/2006/relationships/image" Target="../media/image81.wmf"/><Relationship Id="rId14" Type="http://schemas.openxmlformats.org/officeDocument/2006/relationships/oleObject" Target="../embeddings/oleObject79.bin"/><Relationship Id="rId13" Type="http://schemas.openxmlformats.org/officeDocument/2006/relationships/image" Target="../media/image80.wmf"/><Relationship Id="rId12" Type="http://schemas.openxmlformats.org/officeDocument/2006/relationships/oleObject" Target="../embeddings/oleObject78.bin"/><Relationship Id="rId11" Type="http://schemas.openxmlformats.org/officeDocument/2006/relationships/image" Target="../media/image79.wmf"/><Relationship Id="rId10" Type="http://schemas.openxmlformats.org/officeDocument/2006/relationships/oleObject" Target="../embeddings/oleObject77.bin"/><Relationship Id="rId1" Type="http://schemas.openxmlformats.org/officeDocument/2006/relationships/tags" Target="../tags/tag127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wmf"/><Relationship Id="rId8" Type="http://schemas.openxmlformats.org/officeDocument/2006/relationships/oleObject" Target="../embeddings/oleObject82.bin"/><Relationship Id="rId7" Type="http://schemas.openxmlformats.org/officeDocument/2006/relationships/image" Target="../media/image83.wmf"/><Relationship Id="rId6" Type="http://schemas.openxmlformats.org/officeDocument/2006/relationships/oleObject" Target="../embeddings/oleObject81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80.bin"/><Relationship Id="rId3" Type="http://schemas.openxmlformats.org/officeDocument/2006/relationships/tags" Target="../tags/tag1276.xml"/><Relationship Id="rId24" Type="http://schemas.openxmlformats.org/officeDocument/2006/relationships/notesSlide" Target="../notesSlides/notesSlide17.xml"/><Relationship Id="rId23" Type="http://schemas.openxmlformats.org/officeDocument/2006/relationships/vmlDrawing" Target="../drawings/vmlDrawing15.vml"/><Relationship Id="rId22" Type="http://schemas.openxmlformats.org/officeDocument/2006/relationships/slideLayout" Target="../slideLayouts/slideLayout81.xml"/><Relationship Id="rId21" Type="http://schemas.openxmlformats.org/officeDocument/2006/relationships/tags" Target="../tags/tag1285.xml"/><Relationship Id="rId20" Type="http://schemas.openxmlformats.org/officeDocument/2006/relationships/tags" Target="../tags/tag1284.xml"/><Relationship Id="rId2" Type="http://schemas.openxmlformats.org/officeDocument/2006/relationships/tags" Target="../tags/tag1275.xml"/><Relationship Id="rId19" Type="http://schemas.openxmlformats.org/officeDocument/2006/relationships/tags" Target="../tags/tag1283.xml"/><Relationship Id="rId18" Type="http://schemas.openxmlformats.org/officeDocument/2006/relationships/tags" Target="../tags/tag1282.xml"/><Relationship Id="rId17" Type="http://schemas.openxmlformats.org/officeDocument/2006/relationships/tags" Target="../tags/tag1281.xml"/><Relationship Id="rId16" Type="http://schemas.openxmlformats.org/officeDocument/2006/relationships/tags" Target="../tags/tag1280.xml"/><Relationship Id="rId15" Type="http://schemas.openxmlformats.org/officeDocument/2006/relationships/tags" Target="../tags/tag1279.xml"/><Relationship Id="rId14" Type="http://schemas.openxmlformats.org/officeDocument/2006/relationships/tags" Target="../tags/tag1278.xml"/><Relationship Id="rId13" Type="http://schemas.openxmlformats.org/officeDocument/2006/relationships/tags" Target="../tags/tag1277.xml"/><Relationship Id="rId12" Type="http://schemas.openxmlformats.org/officeDocument/2006/relationships/image" Target="../media/image86.png"/><Relationship Id="rId11" Type="http://schemas.openxmlformats.org/officeDocument/2006/relationships/image" Target="../media/image85.wmf"/><Relationship Id="rId10" Type="http://schemas.openxmlformats.org/officeDocument/2006/relationships/oleObject" Target="../embeddings/oleObject83.bin"/><Relationship Id="rId1" Type="http://schemas.openxmlformats.org/officeDocument/2006/relationships/tags" Target="../tags/tag127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wmf"/><Relationship Id="rId8" Type="http://schemas.openxmlformats.org/officeDocument/2006/relationships/oleObject" Target="../embeddings/oleObject86.bin"/><Relationship Id="rId7" Type="http://schemas.openxmlformats.org/officeDocument/2006/relationships/image" Target="../media/image88.wmf"/><Relationship Id="rId6" Type="http://schemas.openxmlformats.org/officeDocument/2006/relationships/oleObject" Target="../embeddings/oleObject85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84.bin"/><Relationship Id="rId31" Type="http://schemas.openxmlformats.org/officeDocument/2006/relationships/notesSlide" Target="../notesSlides/notesSlide18.xml"/><Relationship Id="rId30" Type="http://schemas.openxmlformats.org/officeDocument/2006/relationships/vmlDrawing" Target="../drawings/vmlDrawing16.vml"/><Relationship Id="rId3" Type="http://schemas.openxmlformats.org/officeDocument/2006/relationships/tags" Target="../tags/tag1288.xml"/><Relationship Id="rId29" Type="http://schemas.openxmlformats.org/officeDocument/2006/relationships/slideLayout" Target="../slideLayouts/slideLayout117.xml"/><Relationship Id="rId28" Type="http://schemas.openxmlformats.org/officeDocument/2006/relationships/tags" Target="../tags/tag1289.xml"/><Relationship Id="rId27" Type="http://schemas.openxmlformats.org/officeDocument/2006/relationships/image" Target="../media/image100.png"/><Relationship Id="rId26" Type="http://schemas.openxmlformats.org/officeDocument/2006/relationships/image" Target="../media/image99.png"/><Relationship Id="rId25" Type="http://schemas.openxmlformats.org/officeDocument/2006/relationships/image" Target="../media/image98.png"/><Relationship Id="rId24" Type="http://schemas.openxmlformats.org/officeDocument/2006/relationships/image" Target="../media/image97.png"/><Relationship Id="rId23" Type="http://schemas.openxmlformats.org/officeDocument/2006/relationships/image" Target="../media/image96.wmf"/><Relationship Id="rId22" Type="http://schemas.openxmlformats.org/officeDocument/2006/relationships/oleObject" Target="../embeddings/oleObject93.bin"/><Relationship Id="rId21" Type="http://schemas.openxmlformats.org/officeDocument/2006/relationships/image" Target="../media/image95.wmf"/><Relationship Id="rId20" Type="http://schemas.openxmlformats.org/officeDocument/2006/relationships/oleObject" Target="../embeddings/oleObject92.bin"/><Relationship Id="rId2" Type="http://schemas.openxmlformats.org/officeDocument/2006/relationships/tags" Target="../tags/tag1287.xml"/><Relationship Id="rId19" Type="http://schemas.openxmlformats.org/officeDocument/2006/relationships/image" Target="../media/image94.wmf"/><Relationship Id="rId18" Type="http://schemas.openxmlformats.org/officeDocument/2006/relationships/oleObject" Target="../embeddings/oleObject91.bin"/><Relationship Id="rId17" Type="http://schemas.openxmlformats.org/officeDocument/2006/relationships/image" Target="../media/image93.wmf"/><Relationship Id="rId16" Type="http://schemas.openxmlformats.org/officeDocument/2006/relationships/oleObject" Target="../embeddings/oleObject90.bin"/><Relationship Id="rId15" Type="http://schemas.openxmlformats.org/officeDocument/2006/relationships/image" Target="../media/image92.wmf"/><Relationship Id="rId14" Type="http://schemas.openxmlformats.org/officeDocument/2006/relationships/oleObject" Target="../embeddings/oleObject89.bin"/><Relationship Id="rId13" Type="http://schemas.openxmlformats.org/officeDocument/2006/relationships/image" Target="../media/image91.wmf"/><Relationship Id="rId12" Type="http://schemas.openxmlformats.org/officeDocument/2006/relationships/oleObject" Target="../embeddings/oleObject88.bin"/><Relationship Id="rId11" Type="http://schemas.openxmlformats.org/officeDocument/2006/relationships/image" Target="../media/image90.wmf"/><Relationship Id="rId10" Type="http://schemas.openxmlformats.org/officeDocument/2006/relationships/oleObject" Target="../embeddings/oleObject87.bin"/><Relationship Id="rId1" Type="http://schemas.openxmlformats.org/officeDocument/2006/relationships/tags" Target="../tags/tag1286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297.xml"/><Relationship Id="rId8" Type="http://schemas.openxmlformats.org/officeDocument/2006/relationships/tags" Target="../tags/tag1296.xml"/><Relationship Id="rId7" Type="http://schemas.openxmlformats.org/officeDocument/2006/relationships/tags" Target="../tags/tag1295.xml"/><Relationship Id="rId6" Type="http://schemas.openxmlformats.org/officeDocument/2006/relationships/tags" Target="../tags/tag1294.xml"/><Relationship Id="rId5" Type="http://schemas.openxmlformats.org/officeDocument/2006/relationships/image" Target="../media/image1.emf"/><Relationship Id="rId4" Type="http://schemas.openxmlformats.org/officeDocument/2006/relationships/tags" Target="../tags/tag1293.xml"/><Relationship Id="rId3" Type="http://schemas.openxmlformats.org/officeDocument/2006/relationships/tags" Target="../tags/tag1292.xml"/><Relationship Id="rId23" Type="http://schemas.openxmlformats.org/officeDocument/2006/relationships/notesSlide" Target="../notesSlides/notesSlide19.xml"/><Relationship Id="rId22" Type="http://schemas.openxmlformats.org/officeDocument/2006/relationships/vmlDrawing" Target="../drawings/vmlDrawing17.vml"/><Relationship Id="rId21" Type="http://schemas.openxmlformats.org/officeDocument/2006/relationships/slideLayout" Target="../slideLayouts/slideLayout35.xml"/><Relationship Id="rId20" Type="http://schemas.openxmlformats.org/officeDocument/2006/relationships/tags" Target="../tags/tag1304.xml"/><Relationship Id="rId2" Type="http://schemas.openxmlformats.org/officeDocument/2006/relationships/tags" Target="../tags/tag1291.xml"/><Relationship Id="rId19" Type="http://schemas.openxmlformats.org/officeDocument/2006/relationships/tags" Target="../tags/tag1303.xml"/><Relationship Id="rId18" Type="http://schemas.openxmlformats.org/officeDocument/2006/relationships/tags" Target="../tags/tag1302.xml"/><Relationship Id="rId17" Type="http://schemas.openxmlformats.org/officeDocument/2006/relationships/image" Target="../media/image102.wmf"/><Relationship Id="rId16" Type="http://schemas.openxmlformats.org/officeDocument/2006/relationships/oleObject" Target="../embeddings/oleObject95.bin"/><Relationship Id="rId15" Type="http://schemas.openxmlformats.org/officeDocument/2006/relationships/image" Target="../media/image101.wmf"/><Relationship Id="rId14" Type="http://schemas.openxmlformats.org/officeDocument/2006/relationships/oleObject" Target="../embeddings/oleObject94.bin"/><Relationship Id="rId13" Type="http://schemas.openxmlformats.org/officeDocument/2006/relationships/tags" Target="../tags/tag1301.xml"/><Relationship Id="rId12" Type="http://schemas.openxmlformats.org/officeDocument/2006/relationships/tags" Target="../tags/tag1300.xml"/><Relationship Id="rId11" Type="http://schemas.openxmlformats.org/officeDocument/2006/relationships/tags" Target="../tags/tag1299.xml"/><Relationship Id="rId10" Type="http://schemas.openxmlformats.org/officeDocument/2006/relationships/tags" Target="../tags/tag1298.xml"/><Relationship Id="rId1" Type="http://schemas.openxmlformats.org/officeDocument/2006/relationships/tags" Target="../tags/tag129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311.xml"/><Relationship Id="rId8" Type="http://schemas.openxmlformats.org/officeDocument/2006/relationships/image" Target="../media/image103.jpeg"/><Relationship Id="rId7" Type="http://schemas.openxmlformats.org/officeDocument/2006/relationships/tags" Target="../tags/tag1310.xml"/><Relationship Id="rId6" Type="http://schemas.openxmlformats.org/officeDocument/2006/relationships/tags" Target="../tags/tag1309.xml"/><Relationship Id="rId5" Type="http://schemas.openxmlformats.org/officeDocument/2006/relationships/image" Target="../media/image1.emf"/><Relationship Id="rId4" Type="http://schemas.openxmlformats.org/officeDocument/2006/relationships/tags" Target="../tags/tag1308.xml"/><Relationship Id="rId3" Type="http://schemas.openxmlformats.org/officeDocument/2006/relationships/tags" Target="../tags/tag1307.xml"/><Relationship Id="rId2" Type="http://schemas.openxmlformats.org/officeDocument/2006/relationships/tags" Target="../tags/tag1306.xml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161.xml"/><Relationship Id="rId1" Type="http://schemas.openxmlformats.org/officeDocument/2006/relationships/tags" Target="../tags/tag13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739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4963" y="117475"/>
            <a:ext cx="1622425" cy="73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占位符 15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3495675" y="3284538"/>
            <a:ext cx="8696325" cy="1295400"/>
          </a:xfrm>
        </p:spPr>
        <p:txBody>
          <a:bodyPr vert="horz" wrap="square" lIns="90000" tIns="46800" rIns="90000" bIns="46800" numCol="1" anchor="t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1" i="0" u="none" strike="noStrike" kern="1200" cap="none" spc="30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汉仪旗黑-85S" pitchFamily="18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kumimoji="0" lang="en-US" altLang="zh-CN" sz="6000" b="1" i="0" u="none" strike="noStrike" kern="1200" cap="none" spc="30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汉仪旗黑-85S" pitchFamily="18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0" lang="zh-CN" altLang="en-US" sz="6000" b="1" i="0" u="none" strike="noStrike" kern="1200" cap="none" spc="30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汉仪旗黑-85S" pitchFamily="18" charset="-122"/>
                <a:cs typeface="Times New Roman" panose="02020603050405020304" pitchFamily="18" charset="0"/>
                <a:sym typeface="+mn-ea"/>
              </a:rPr>
              <a:t> 集合间的基本关系</a:t>
            </a:r>
            <a:endParaRPr kumimoji="0" lang="en-US" altLang="zh-CN" sz="6000" b="1" i="0" u="none" strike="noStrike" kern="1200" cap="none" spc="300" normalizeH="0" baseline="0" noProof="1">
              <a:ln>
                <a:noFill/>
              </a:ln>
              <a:solidFill>
                <a:schemeClr val="dk1">
                  <a:lumMod val="85000"/>
                  <a:lumOff val="1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汉仪旗黑-85S" pitchFamily="18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4323" name="标题 14"/>
          <p:cNvSpPr>
            <a:spLocks noGrp="1" noChangeArrowheads="1"/>
          </p:cNvSpPr>
          <p:nvPr>
            <p:ph type="title"/>
            <p:custDataLst>
              <p:tags r:id="rId4"/>
            </p:custDataLst>
          </p:nvPr>
        </p:nvSpPr>
        <p:spPr>
          <a:xfrm>
            <a:off x="3762375" y="2324100"/>
            <a:ext cx="7950200" cy="863600"/>
          </a:xfrm>
        </p:spPr>
        <p:txBody>
          <a:bodyPr vert="horz" wrap="square" lIns="90000" tIns="46800" rIns="90000" bIns="46800" numCol="1" anchor="b" anchorCtr="0" compatLnSpc="1">
            <a:norm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300" normalizeH="0" baseline="0" noProof="0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汉仪旗黑-85S" pitchFamily="18" charset="-122"/>
                <a:cs typeface="+mj-cs"/>
              </a:rPr>
              <a:t>第一章 集合与常用逻辑用语</a:t>
            </a:r>
            <a:endParaRPr kumimoji="0" lang="zh-CN" altLang="en-US" sz="4000" b="1" i="0" u="none" strike="noStrike" kern="1200" cap="none" spc="300" normalizeH="0" baseline="0" noProof="0" smtClean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汉仪旗黑-85S" pitchFamily="18" charset="-122"/>
              <a:cs typeface="+mj-cs"/>
            </a:endParaRPr>
          </a:p>
        </p:txBody>
      </p:sp>
      <p:sp>
        <p:nvSpPr>
          <p:cNvPr id="5127" name="文本框 99"/>
          <p:cNvSpPr txBox="1"/>
          <p:nvPr>
            <p:custDataLst>
              <p:tags r:id="rId5"/>
            </p:custDataLst>
          </p:nvPr>
        </p:nvSpPr>
        <p:spPr>
          <a:xfrm>
            <a:off x="3287395" y="4221480"/>
            <a:ext cx="508000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成套的课件成套的教案成套的试题成套的微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	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专题尽在高中数学同步资源大全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QQ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552511468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也可联系微信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fjshuxue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加入百度或夸克网盘群</a:t>
            </a:r>
            <a:r>
              <a:rPr lang="en-US" altLang="zh-CN" sz="1800">
                <a:latin typeface="Calibri" panose="020F0502020204030204" pitchFamily="34" charset="0"/>
                <a:ea typeface="宋体" panose="02010600030101010101" pitchFamily="2" charset="-122"/>
              </a:rPr>
              <a:t>4000G</a:t>
            </a:r>
            <a:r>
              <a:rPr lang="zh-CN" altLang="zh-CN" sz="1800">
                <a:latin typeface="Calibri" panose="020F0502020204030204" pitchFamily="34" charset="0"/>
                <a:ea typeface="宋体" panose="02010600030101010101" pitchFamily="2" charset="-122"/>
              </a:rPr>
              <a:t>一线老师必备资料一键转存自动更新永不过期  </a:t>
            </a:r>
            <a:endParaRPr lang="zh-CN" altLang="en-US" sz="18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custDataLst>
      <p:tags r:id="rId6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8418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2" name="直角三角形 1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3" name="直角三角形 2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88419" name="文本框 1"/>
          <p:cNvSpPr txBox="1"/>
          <p:nvPr>
            <p:custDataLst>
              <p:tags r:id="rId3"/>
            </p:custDataLst>
          </p:nvPr>
        </p:nvSpPr>
        <p:spPr>
          <a:xfrm>
            <a:off x="1016000" y="123825"/>
            <a:ext cx="7134225" cy="70802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40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观察与思考</a:t>
            </a:r>
            <a:endParaRPr lang="zh-CN" altLang="en-US" sz="40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8420" name="文本框 3"/>
          <p:cNvSpPr txBox="1"/>
          <p:nvPr/>
        </p:nvSpPr>
        <p:spPr>
          <a:xfrm>
            <a:off x="1216025" y="1978025"/>
            <a:ext cx="8836025" cy="329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(1)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={1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3}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={1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2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3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4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5}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；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黑体" panose="02010609060101010101" pitchFamily="49" charset="-122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(2)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为揭阳一中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102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届高一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(1)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班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全体女生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组成的集合，   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黑体" panose="02010609060101010101" pitchFamily="49" charset="-122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  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为揭阳一中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102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届高一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(1)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班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全体学生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组成的集合；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黑体" panose="02010609060101010101" pitchFamily="49" charset="-122"/>
            </a:endParaRPr>
          </a:p>
          <a:p>
            <a:pPr algn="just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(3)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等边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三角形}，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等腰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三角形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}；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(4)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}；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en-US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∈Z</a:t>
            </a:r>
            <a:r>
              <a:rPr lang="en-US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|&lt;2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={-1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1}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1813" y="5392738"/>
            <a:ext cx="7272337" cy="522287"/>
          </a:xfrm>
          <a:prstGeom prst="rect">
            <a:avLst/>
          </a:prstGeom>
          <a:solidFill>
            <a:srgbClr val="FEF3E0"/>
          </a:solidFill>
          <a:ln w="9525">
            <a:noFill/>
          </a:ln>
        </p:spPr>
        <p:txBody>
          <a:bodyPr>
            <a:spAutoFit/>
          </a:bodyPr>
          <a:p>
            <a:pPr algn="ctr"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中的任何一个元素都是集合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中的元素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899400" y="5287963"/>
            <a:ext cx="3500438" cy="747712"/>
            <a:chOff x="4205" y="8046"/>
            <a:chExt cx="8880" cy="1177"/>
          </a:xfrm>
        </p:grpSpPr>
        <p:pic>
          <p:nvPicPr>
            <p:cNvPr id="188428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5" y="8046"/>
              <a:ext cx="8880" cy="117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8429" name="文本框 9"/>
            <p:cNvSpPr txBox="1"/>
            <p:nvPr>
              <p:custDataLst>
                <p:tags r:id="rId5"/>
              </p:custDataLst>
            </p:nvPr>
          </p:nvSpPr>
          <p:spPr>
            <a:xfrm>
              <a:off x="4720" y="8251"/>
              <a:ext cx="8365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None/>
              </a:pP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集合间的包含关系</a:t>
              </a:r>
              <a:endPara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23050" y="4314825"/>
            <a:ext cx="2447925" cy="720725"/>
            <a:chOff x="12300" y="9623"/>
            <a:chExt cx="3855" cy="1133"/>
          </a:xfrm>
        </p:grpSpPr>
        <p:pic>
          <p:nvPicPr>
            <p:cNvPr id="188426" name="图片 18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2300" y="9623"/>
              <a:ext cx="3855" cy="113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8427" name="文本框 17"/>
            <p:cNvSpPr txBox="1"/>
            <p:nvPr>
              <p:custDataLst>
                <p:tags r:id="rId7"/>
              </p:custDataLst>
            </p:nvPr>
          </p:nvSpPr>
          <p:spPr>
            <a:xfrm>
              <a:off x="12930" y="9733"/>
              <a:ext cx="2635" cy="8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None/>
              </a:pP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集合相等</a:t>
              </a:r>
              <a:endPara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5071" name="文本框 18"/>
          <p:cNvSpPr txBox="1"/>
          <p:nvPr>
            <p:custDataLst>
              <p:tags r:id="rId8"/>
            </p:custDataLst>
          </p:nvPr>
        </p:nvSpPr>
        <p:spPr>
          <a:xfrm>
            <a:off x="1041400" y="990600"/>
            <a:ext cx="9791700" cy="952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观察下面的例子，</a:t>
            </a:r>
            <a:r>
              <a:rPr kumimoji="0" lang="zh-CN" altLang="en-US" sz="2800" b="1" kern="1200" cap="none" spc="0" normalizeH="0" baseline="0" noProof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类比</a:t>
            </a:r>
            <a:r>
              <a:rPr kumimoji="0" lang="zh-CN" altLang="en-US" sz="2800" b="1" u="sng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实数间的大小或相等关系</a:t>
            </a:r>
            <a:r>
              <a:rPr kumimoji="0" lang="zh-CN" altLang="en-US" sz="2800" b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，试说说每组的两个集合间有何关系?</a:t>
            </a:r>
            <a:endParaRPr kumimoji="0" lang="zh-CN" altLang="en-US" sz="2800" b="1" kern="1200" cap="none" spc="0" normalizeH="0" baseline="0" noProof="1">
              <a:solidFill>
                <a:schemeClr val="dk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907588" y="2238375"/>
            <a:ext cx="1492250" cy="9525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集合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A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小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集合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B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黑体" panose="02010609060101010101" pitchFamily="49" charset="-122"/>
              </a:rPr>
              <a:t>大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sym typeface="黑体" panose="02010609060101010101" pitchFamily="49" charset="-122"/>
            </a:endParaRPr>
          </a:p>
        </p:txBody>
      </p:sp>
    </p:spTree>
    <p:custDataLst>
      <p:tags r:id="rId9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9442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2" name="直角三角形 1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3" name="直角三角形 2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417888" y="5046663"/>
            <a:ext cx="2159000" cy="1449387"/>
            <a:chOff x="8053" y="4182"/>
            <a:chExt cx="2777" cy="2777"/>
          </a:xfrm>
        </p:grpSpPr>
        <p:sp>
          <p:nvSpPr>
            <p:cNvPr id="15" name="椭圆 14"/>
            <p:cNvSpPr/>
            <p:nvPr>
              <p:custDataLst>
                <p:tags r:id="rId3"/>
              </p:custDataLst>
            </p:nvPr>
          </p:nvSpPr>
          <p:spPr>
            <a:xfrm>
              <a:off x="8053" y="4182"/>
              <a:ext cx="2777" cy="2777"/>
            </a:xfrm>
            <a:prstGeom prst="ellipse">
              <a:avLst/>
            </a:prstGeom>
            <a:solidFill>
              <a:schemeClr val="dk2"/>
            </a:solidFill>
            <a:ln w="285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89460" name="组合 15"/>
            <p:cNvGrpSpPr/>
            <p:nvPr/>
          </p:nvGrpSpPr>
          <p:grpSpPr>
            <a:xfrm>
              <a:off x="9004" y="4588"/>
              <a:ext cx="1458" cy="1660"/>
              <a:chOff x="2415" y="3896"/>
              <a:chExt cx="2702" cy="3079"/>
            </a:xfrm>
          </p:grpSpPr>
          <p:sp>
            <p:nvSpPr>
              <p:cNvPr id="17" name="椭圆 16"/>
              <p:cNvSpPr/>
              <p:nvPr>
                <p:custDataLst>
                  <p:tags r:id="rId4"/>
                </p:custDataLst>
              </p:nvPr>
            </p:nvSpPr>
            <p:spPr>
              <a:xfrm>
                <a:off x="2416" y="3893"/>
                <a:ext cx="2702" cy="3080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chemeClr val="dk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463" name="文本框 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086" y="3893"/>
                <a:ext cx="1563" cy="18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buNone/>
                </a:pP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189461" name="文本框 12"/>
            <p:cNvSpPr txBox="1"/>
            <p:nvPr>
              <p:custDataLst>
                <p:tags r:id="rId6"/>
              </p:custDataLst>
            </p:nvPr>
          </p:nvSpPr>
          <p:spPr>
            <a:xfrm>
              <a:off x="8323" y="5250"/>
              <a:ext cx="1217" cy="10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992813" y="5065713"/>
            <a:ext cx="2443162" cy="1454150"/>
            <a:chOff x="11133" y="4182"/>
            <a:chExt cx="3047" cy="2777"/>
          </a:xfrm>
        </p:grpSpPr>
        <p:sp>
          <p:nvSpPr>
            <p:cNvPr id="18" name="椭圆 17"/>
            <p:cNvSpPr/>
            <p:nvPr>
              <p:custDataLst>
                <p:tags r:id="rId7"/>
              </p:custDataLst>
            </p:nvPr>
          </p:nvSpPr>
          <p:spPr>
            <a:xfrm>
              <a:off x="11133" y="4182"/>
              <a:ext cx="2778" cy="2777"/>
            </a:xfrm>
            <a:prstGeom prst="ellipse">
              <a:avLst/>
            </a:prstGeom>
            <a:solidFill>
              <a:schemeClr val="dk2"/>
            </a:solidFill>
            <a:ln w="285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89458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11569" y="4794"/>
              <a:ext cx="2611" cy="9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189445" name="文本框 1"/>
          <p:cNvSpPr txBox="1"/>
          <p:nvPr>
            <p:custDataLst>
              <p:tags r:id="rId9"/>
            </p:custDataLst>
          </p:nvPr>
        </p:nvSpPr>
        <p:spPr>
          <a:xfrm>
            <a:off x="1096963" y="161925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Arial" panose="020B0604020202020204" pitchFamily="34" charset="0"/>
              </a:rPr>
              <a:t>新知</a:t>
            </a:r>
            <a:r>
              <a:rPr lang="en-US" altLang="zh-CN" sz="3600" b="1" dirty="0">
                <a:solidFill>
                  <a:srgbClr val="B285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3600" b="1" dirty="0">
                <a:solidFill>
                  <a:srgbClr val="B285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Arial" panose="020B0604020202020204" pitchFamily="34" charset="0"/>
              </a:rPr>
              <a:t>包含关系与子集</a:t>
            </a:r>
            <a:endParaRPr lang="en-US" altLang="zh-CN" sz="3600" b="1" dirty="0">
              <a:solidFill>
                <a:srgbClr val="B285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9446" name="文本框 4"/>
          <p:cNvSpPr txBox="1"/>
          <p:nvPr/>
        </p:nvSpPr>
        <p:spPr>
          <a:xfrm>
            <a:off x="844550" y="1004888"/>
            <a:ext cx="8613775" cy="1985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包含关系与子集的概念：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中的任何一个元素都是集合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中的元素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则说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包含于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并称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子集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9447" name="文本框 6"/>
          <p:cNvSpPr txBox="1"/>
          <p:nvPr>
            <p:custDataLst>
              <p:tags r:id="rId10"/>
            </p:custDataLst>
          </p:nvPr>
        </p:nvSpPr>
        <p:spPr>
          <a:xfrm>
            <a:off x="844550" y="4267200"/>
            <a:ext cx="2414588" cy="565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符号语言：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9448" name="文本框 7"/>
          <p:cNvSpPr txBox="1"/>
          <p:nvPr>
            <p:custDataLst>
              <p:tags r:id="rId11"/>
            </p:custDataLst>
          </p:nvPr>
        </p:nvSpPr>
        <p:spPr>
          <a:xfrm>
            <a:off x="844550" y="4905375"/>
            <a:ext cx="2414588" cy="565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1.3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图形语言：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8636000" y="4968875"/>
            <a:ext cx="2511425" cy="130810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Venn</a:t>
            </a: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图：用平面上封闭曲线的内部代表集合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89450" name="文本框 5"/>
          <p:cNvSpPr txBox="1"/>
          <p:nvPr/>
        </p:nvSpPr>
        <p:spPr>
          <a:xfrm>
            <a:off x="1255713" y="2986088"/>
            <a:ext cx="7466012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记作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⊆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⊇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).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读作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包含于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包含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+mn-ea"/>
            </a:endParaRPr>
          </a:p>
        </p:txBody>
      </p:sp>
      <p:sp>
        <p:nvSpPr>
          <p:cNvPr id="189451" name="文本框 7"/>
          <p:cNvSpPr txBox="1"/>
          <p:nvPr/>
        </p:nvSpPr>
        <p:spPr>
          <a:xfrm>
            <a:off x="1255713" y="3587750"/>
            <a:ext cx="3294062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如：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{1,2}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⊆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{1,2,3,5} 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49800" y="3587750"/>
            <a:ext cx="33274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{0,1,2}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⊆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∈N|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&lt;3} 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76575" y="4278313"/>
            <a:ext cx="57721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对任意的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，总有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B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，则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⊆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B</a:t>
            </a:r>
            <a:endParaRPr lang="en-US" altLang="zh-CN" sz="2800" b="1" i="1" dirty="0">
              <a:solidFill>
                <a:srgbClr val="7030A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92169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58325" y="1004888"/>
            <a:ext cx="2168525" cy="2898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9405938" y="4029075"/>
            <a:ext cx="2271712" cy="646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1880年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Venn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首次采用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黑体" panose="02010609060101010101" pitchFamily="49" charset="-122"/>
            </a:endParaRPr>
          </a:p>
          <a:p>
            <a:pPr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也称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韦恩图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或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文氏图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35650" y="3968750"/>
            <a:ext cx="385763" cy="434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8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4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2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3" grpId="0"/>
      <p:bldP spid="16" grpId="0"/>
      <p:bldP spid="4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0466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90467" name="文本框 2"/>
          <p:cNvSpPr txBox="1"/>
          <p:nvPr>
            <p:custDataLst>
              <p:tags r:id="rId3"/>
            </p:custDataLst>
          </p:nvPr>
        </p:nvSpPr>
        <p:spPr>
          <a:xfrm>
            <a:off x="966788" y="963613"/>
            <a:ext cx="8613775" cy="1106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</a:t>
            </a:r>
            <a:r>
              <a:rPr lang="en-US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性质：</a:t>
            </a:r>
            <a:endParaRPr lang="en-US" altLang="en-US" sz="3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任何一个集合是它本身的子集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en-US" altLang="en-US" sz="30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8921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05625" y="1516063"/>
          <a:ext cx="11160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4" imgW="393700" imgH="177165" progId="Equation.KSEE3">
                  <p:embed/>
                </p:oleObj>
              </mc:Choice>
              <mc:Fallback>
                <p:oleObj name="" r:id="rId4" imgW="393700" imgH="177165" progId="Equation.KSEE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05625" y="1516063"/>
                        <a:ext cx="1116013" cy="5016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966788" y="2082800"/>
            <a:ext cx="7539037" cy="600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en-US" altLang="en-US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规定：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空集是任何集合的子集</a:t>
            </a:r>
            <a:r>
              <a: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en-US" altLang="en-US" sz="30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9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05625" y="2135188"/>
          <a:ext cx="11493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6" imgW="405765" imgH="177165" progId="Equation.KSEE3">
                  <p:embed/>
                </p:oleObj>
              </mc:Choice>
              <mc:Fallback>
                <p:oleObj name="" r:id="rId6" imgW="405765" imgH="177165" progId="Equation.KSEE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05625" y="2135188"/>
                        <a:ext cx="1149350" cy="5016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1395413" y="2695575"/>
            <a:ext cx="6784975" cy="552450"/>
            <a:chOff x="2320" y="4757"/>
            <a:chExt cx="10685" cy="869"/>
          </a:xfrm>
        </p:grpSpPr>
        <p:sp>
          <p:nvSpPr>
            <p:cNvPr id="190484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2320" y="4757"/>
              <a:ext cx="10685" cy="8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buNone/>
              </a:pPr>
              <a:r>
                <a:rPr lang="en-US" altLang="en-US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  <a:r>
                <a:rPr lang="en-US" altLang="en-US" sz="3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空集</a:t>
              </a:r>
              <a:r>
                <a:rPr lang="en-US" altLang="en-US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r>
                <a:rPr lang="en-US" altLang="en-US" sz="30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不含任何元素</a:t>
              </a:r>
              <a:r>
                <a:rPr lang="en-US" altLang="en-US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的集合，记作</a:t>
              </a:r>
              <a:r>
                <a:rPr lang="en-US" altLang="zh-CN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.</a:t>
              </a:r>
              <a:endParaRPr lang="en-US" altLang="zh-CN" sz="3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aphicFrame>
          <p:nvGraphicFramePr>
            <p:cNvPr id="190485" name="对象 2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2018" y="4791"/>
            <a:ext cx="737" cy="7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9" imgW="165100" imgH="177165" progId="Equation.KSEE3">
                    <p:embed/>
                  </p:oleObj>
                </mc:Choice>
                <mc:Fallback>
                  <p:oleObj name="" r:id="rId9" imgW="165100" imgH="177165" progId="Equation.KSEE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018" y="4791"/>
                          <a:ext cx="737" cy="7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文本框 23"/>
          <p:cNvSpPr txBox="1"/>
          <p:nvPr/>
        </p:nvSpPr>
        <p:spPr>
          <a:xfrm>
            <a:off x="966788" y="3792538"/>
            <a:ext cx="6503987" cy="598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en-US" sz="3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传递性：若</a:t>
            </a:r>
            <a:r>
              <a:rPr lang="en-US" altLang="zh-CN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⊆</a:t>
            </a:r>
            <a:r>
              <a:rPr lang="en-US" altLang="zh-CN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r>
              <a:rPr lang="en-US" altLang="zh-CN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⊆</a:t>
            </a:r>
            <a:r>
              <a:rPr lang="en-US" altLang="zh-CN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，则</a:t>
            </a:r>
            <a:r>
              <a:rPr lang="en-US" altLang="zh-CN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⊆</a:t>
            </a:r>
            <a:r>
              <a:rPr lang="en-US" altLang="zh-CN" sz="3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000" b="1" dirty="0">
              <a:solidFill>
                <a:srgbClr val="C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1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54200" y="3227388"/>
          <a:ext cx="57134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1" imgW="2286000" imgH="215900" progId="Equation.KSEE3">
                  <p:embed/>
                </p:oleObj>
              </mc:Choice>
              <mc:Fallback>
                <p:oleObj name="" r:id="rId11" imgW="2286000" imgH="215900" progId="Equation.KSEE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54200" y="3227388"/>
                        <a:ext cx="5713413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4" name="文本框 1"/>
          <p:cNvSpPr txBox="1"/>
          <p:nvPr>
            <p:custDataLst>
              <p:tags r:id="rId13"/>
            </p:custDataLst>
          </p:nvPr>
        </p:nvSpPr>
        <p:spPr>
          <a:xfrm>
            <a:off x="1111250" y="171450"/>
            <a:ext cx="9285288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Arial" panose="020B0604020202020204" pitchFamily="34" charset="0"/>
              </a:rPr>
              <a:t>新知</a:t>
            </a:r>
            <a:r>
              <a:rPr lang="en-US" altLang="zh-CN" sz="3600" b="1" dirty="0">
                <a:solidFill>
                  <a:srgbClr val="B285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Arial" panose="020B0604020202020204" pitchFamily="34" charset="0"/>
              </a:rPr>
              <a:t>1.</a:t>
            </a:r>
            <a:r>
              <a:rPr lang="zh-CN" altLang="en-US" sz="3600" b="1" dirty="0">
                <a:solidFill>
                  <a:srgbClr val="B285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Arial" panose="020B0604020202020204" pitchFamily="34" charset="0"/>
              </a:rPr>
              <a:t>包含关系与子集</a:t>
            </a:r>
            <a:endParaRPr lang="en-US" altLang="zh-CN" sz="3600" b="1" dirty="0">
              <a:solidFill>
                <a:srgbClr val="B285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5813" y="4487863"/>
            <a:ext cx="6503987" cy="565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写出集合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的所有子集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85813" y="5060950"/>
            <a:ext cx="11225212" cy="1512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={1,2,3},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的约数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的子集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     )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是长方形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是两条对角线相等的平行四边形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          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则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是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的子集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.(     )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32538" y="4525963"/>
          <a:ext cx="4683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4" imgW="165100" imgH="177165" progId="Equation.KSEE3">
                  <p:embed/>
                </p:oleObj>
              </mc:Choice>
              <mc:Fallback>
                <p:oleObj name="" r:id="rId14" imgW="165100" imgH="177165" progId="Equation.KSEE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32538" y="4525963"/>
                        <a:ext cx="468312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00850" y="4489450"/>
          <a:ext cx="26273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5" imgW="927100" imgH="203200" progId="Equation.KSEE3">
                  <p:embed/>
                </p:oleObj>
              </mc:Choice>
              <mc:Fallback>
                <p:oleObj name="" r:id="rId15" imgW="927100" imgH="203200" progId="Equation.KSEE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00850" y="4489450"/>
                        <a:ext cx="2627313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671050" y="5097463"/>
            <a:ext cx="188277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={1,2,4,8}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Grp="1"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62488" y="6113463"/>
            <a:ext cx="361950" cy="360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" name="图片 10"/>
          <p:cNvPicPr>
            <a:picLocks noGrp="1"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9388" y="5176838"/>
            <a:ext cx="358775" cy="360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圆角矩形 12"/>
          <p:cNvSpPr/>
          <p:nvPr/>
        </p:nvSpPr>
        <p:spPr>
          <a:xfrm>
            <a:off x="6354763" y="4538663"/>
            <a:ext cx="457200" cy="43656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8420100" y="4487863"/>
            <a:ext cx="923925" cy="53975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9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2" grpId="0"/>
      <p:bldP spid="26" grpId="0"/>
      <p:bldP spid="6" grpId="0"/>
      <p:bldP spid="13" grpId="0" bldLvl="0" animBg="1"/>
      <p:bldP spid="14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1490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355975" y="4598988"/>
            <a:ext cx="2441575" cy="1455737"/>
            <a:chOff x="11133" y="4182"/>
            <a:chExt cx="3047" cy="2777"/>
          </a:xfrm>
        </p:grpSpPr>
        <p:sp>
          <p:nvSpPr>
            <p:cNvPr id="3" name="椭圆 2"/>
            <p:cNvSpPr/>
            <p:nvPr>
              <p:custDataLst>
                <p:tags r:id="rId3"/>
              </p:custDataLst>
            </p:nvPr>
          </p:nvSpPr>
          <p:spPr>
            <a:xfrm>
              <a:off x="11133" y="4182"/>
              <a:ext cx="2778" cy="2777"/>
            </a:xfrm>
            <a:prstGeom prst="ellipse">
              <a:avLst/>
            </a:prstGeom>
            <a:solidFill>
              <a:schemeClr val="dk2"/>
            </a:solidFill>
            <a:ln w="285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91504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11569" y="4794"/>
              <a:ext cx="2611" cy="9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191492" name="文本框 1"/>
          <p:cNvSpPr txBox="1"/>
          <p:nvPr>
            <p:custDataLst>
              <p:tags r:id="rId5"/>
            </p:custDataLst>
          </p:nvPr>
        </p:nvSpPr>
        <p:spPr>
          <a:xfrm>
            <a:off x="1133475" y="123825"/>
            <a:ext cx="9285288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2.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集合相等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91493" name="直接连接符 4"/>
          <p:cNvCxnSpPr/>
          <p:nvPr>
            <p:custDataLst>
              <p:tags r:id="rId6"/>
            </p:custDataLst>
          </p:nvPr>
        </p:nvCxnSpPr>
        <p:spPr>
          <a:xfrm>
            <a:off x="1733550" y="941388"/>
            <a:ext cx="78232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91494" name="文本框 3"/>
          <p:cNvSpPr txBox="1"/>
          <p:nvPr/>
        </p:nvSpPr>
        <p:spPr>
          <a:xfrm>
            <a:off x="844550" y="1079500"/>
            <a:ext cx="8613775" cy="2159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集合相等的概念：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中的任何一个元素都是集合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中的元素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中的任何一个元素都是集合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中的元素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则说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相等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记作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1495" name="文本框 6"/>
          <p:cNvSpPr txBox="1"/>
          <p:nvPr>
            <p:custDataLst>
              <p:tags r:id="rId7"/>
            </p:custDataLst>
          </p:nvPr>
        </p:nvSpPr>
        <p:spPr>
          <a:xfrm>
            <a:off x="854075" y="3962400"/>
            <a:ext cx="2414588" cy="565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2.2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符号语言：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91496" name="文本框 7"/>
          <p:cNvSpPr txBox="1"/>
          <p:nvPr>
            <p:custDataLst>
              <p:tags r:id="rId8"/>
            </p:custDataLst>
          </p:nvPr>
        </p:nvSpPr>
        <p:spPr>
          <a:xfrm>
            <a:off x="854075" y="4598988"/>
            <a:ext cx="2414588" cy="565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2.3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图形语言：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aphicFrame>
        <p:nvGraphicFramePr>
          <p:cNvPr id="43013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50388" y="1654175"/>
          <a:ext cx="1143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9" imgW="431800" imgH="177165" progId="Equation.KSEE3">
                  <p:embed/>
                </p:oleObj>
              </mc:Choice>
              <mc:Fallback>
                <p:oleObj name="" r:id="rId9" imgW="431800" imgH="177165" progId="Equation.KSEE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50388" y="1654175"/>
                        <a:ext cx="1143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对象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50388" y="2251075"/>
          <a:ext cx="11430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1" imgW="431800" imgH="177165" progId="Equation.KSEE3">
                  <p:embed/>
                </p:oleObj>
              </mc:Choice>
              <mc:Fallback>
                <p:oleObj name="" r:id="rId11" imgW="431800" imgH="177165" progId="Equation.KSEE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50388" y="2251075"/>
                        <a:ext cx="114300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右箭头 10"/>
          <p:cNvSpPr/>
          <p:nvPr>
            <p:custDataLst>
              <p:tags r:id="rId13"/>
            </p:custDataLst>
          </p:nvPr>
        </p:nvSpPr>
        <p:spPr>
          <a:xfrm>
            <a:off x="8748713" y="1741488"/>
            <a:ext cx="709612" cy="295275"/>
          </a:xfrm>
          <a:prstGeom prst="rightArrow">
            <a:avLst>
              <a:gd name="adj1" fmla="val 50000"/>
              <a:gd name="adj2" fmla="val 49744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>
              <a:buNone/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3016" name="右箭头 13"/>
          <p:cNvSpPr/>
          <p:nvPr>
            <p:custDataLst>
              <p:tags r:id="rId14"/>
            </p:custDataLst>
          </p:nvPr>
        </p:nvSpPr>
        <p:spPr>
          <a:xfrm>
            <a:off x="8748713" y="2338388"/>
            <a:ext cx="709612" cy="293687"/>
          </a:xfrm>
          <a:prstGeom prst="rightArrow">
            <a:avLst>
              <a:gd name="adj1" fmla="val 50000"/>
              <a:gd name="adj2" fmla="val 5001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>
              <a:buNone/>
            </a:pP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33475" y="3238500"/>
            <a:ext cx="367347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如：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|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|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x|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=1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}={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|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baseline="30000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=1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} 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1650" y="3979863"/>
            <a:ext cx="4040188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若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⊆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B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且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B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⊇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，则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A=B.</a:t>
            </a:r>
            <a:endParaRPr lang="en-US" altLang="zh-CN" sz="2800" b="1" i="1" dirty="0">
              <a:solidFill>
                <a:srgbClr val="7030A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</p:spTree>
    <p:custDataLst>
      <p:tags r:id="rId15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5" grpId="0" bldLvl="0" animBg="1"/>
      <p:bldP spid="43016" grpId="0" bldLvl="0" animBg="1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579688" y="4778375"/>
            <a:ext cx="4046538" cy="5778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92515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24138" y="3986213"/>
          <a:ext cx="600233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2400300" imgH="431800" progId="Equation.KSEE3">
                  <p:embed/>
                </p:oleObj>
              </mc:Choice>
              <mc:Fallback>
                <p:oleObj name="" r:id="rId3" imgW="2400300" imgH="431800" progId="Equation.KSEE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4138" y="3986213"/>
                        <a:ext cx="6002337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7" name="文本框 1"/>
          <p:cNvSpPr txBox="1"/>
          <p:nvPr>
            <p:custDataLst>
              <p:tags r:id="rId5"/>
            </p:custDataLst>
          </p:nvPr>
        </p:nvSpPr>
        <p:spPr>
          <a:xfrm>
            <a:off x="1098550" y="158750"/>
            <a:ext cx="9285288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3.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真包含关系与真子集</a:t>
            </a:r>
            <a:endParaRPr lang="en-US" altLang="zh-CN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2518" name="文本框 6"/>
          <p:cNvSpPr txBox="1"/>
          <p:nvPr/>
        </p:nvSpPr>
        <p:spPr>
          <a:xfrm>
            <a:off x="473075" y="1022350"/>
            <a:ext cx="8613775" cy="2589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真包含关系与真子集的概念：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中的任何一个元素都是集合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中的元素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中存在一些元素不是集合</a:t>
            </a:r>
            <a:r>
              <a:rPr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中的元素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，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则说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真包含于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或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真包含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并称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真子集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2519" name="文本框 6"/>
          <p:cNvSpPr txBox="1"/>
          <p:nvPr>
            <p:custDataLst>
              <p:tags r:id="rId6"/>
            </p:custDataLst>
          </p:nvPr>
        </p:nvSpPr>
        <p:spPr>
          <a:xfrm>
            <a:off x="473075" y="4200525"/>
            <a:ext cx="2414588" cy="565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3.2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符号语言：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192520" name="文本框 7"/>
          <p:cNvSpPr txBox="1"/>
          <p:nvPr>
            <p:custDataLst>
              <p:tags r:id="rId7"/>
            </p:custDataLst>
          </p:nvPr>
        </p:nvSpPr>
        <p:spPr>
          <a:xfrm>
            <a:off x="473075" y="5440363"/>
            <a:ext cx="2414588" cy="565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1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3.3</a:t>
            </a: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图形语言：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graphicFrame>
        <p:nvGraphicFramePr>
          <p:cNvPr id="8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10663" y="1600200"/>
          <a:ext cx="1143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8" imgW="431800" imgH="177165" progId="Equation.KSEE3">
                  <p:embed/>
                </p:oleObj>
              </mc:Choice>
              <mc:Fallback>
                <p:oleObj name="" r:id="rId8" imgW="431800" imgH="177165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110663" y="1600200"/>
                        <a:ext cx="1143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0"/>
          <p:cNvSpPr/>
          <p:nvPr>
            <p:custDataLst>
              <p:tags r:id="rId10"/>
            </p:custDataLst>
          </p:nvPr>
        </p:nvSpPr>
        <p:spPr>
          <a:xfrm>
            <a:off x="8408988" y="1687513"/>
            <a:ext cx="709613" cy="295275"/>
          </a:xfrm>
          <a:prstGeom prst="rightArrow">
            <a:avLst>
              <a:gd name="adj1" fmla="val 50000"/>
              <a:gd name="adj2" fmla="val 49744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714625" y="5454650"/>
            <a:ext cx="1933575" cy="1147763"/>
            <a:chOff x="8053" y="4182"/>
            <a:chExt cx="2777" cy="2777"/>
          </a:xfrm>
        </p:grpSpPr>
        <p:sp>
          <p:nvSpPr>
            <p:cNvPr id="15" name="椭圆 14"/>
            <p:cNvSpPr/>
            <p:nvPr>
              <p:custDataLst>
                <p:tags r:id="rId11"/>
              </p:custDataLst>
            </p:nvPr>
          </p:nvSpPr>
          <p:spPr>
            <a:xfrm>
              <a:off x="8053" y="4182"/>
              <a:ext cx="2777" cy="2777"/>
            </a:xfrm>
            <a:prstGeom prst="ellipse">
              <a:avLst/>
            </a:prstGeom>
            <a:solidFill>
              <a:schemeClr val="dk2"/>
            </a:solidFill>
            <a:ln w="285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92531" name="组合 15"/>
            <p:cNvGrpSpPr/>
            <p:nvPr/>
          </p:nvGrpSpPr>
          <p:grpSpPr>
            <a:xfrm>
              <a:off x="9108" y="4588"/>
              <a:ext cx="1355" cy="1355"/>
              <a:chOff x="2607" y="3896"/>
              <a:chExt cx="2510" cy="2510"/>
            </a:xfrm>
          </p:grpSpPr>
          <p:sp>
            <p:nvSpPr>
              <p:cNvPr id="17" name="椭圆 16"/>
              <p:cNvSpPr/>
              <p:nvPr>
                <p:custDataLst>
                  <p:tags r:id="rId12"/>
                </p:custDataLst>
              </p:nvPr>
            </p:nvSpPr>
            <p:spPr>
              <a:xfrm>
                <a:off x="2608" y="3898"/>
                <a:ext cx="2509" cy="2504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chemeClr val="dk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534" name="文本框 4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085" y="3898"/>
                <a:ext cx="1563" cy="23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buNone/>
                </a:pP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192532" name="文本框 12"/>
            <p:cNvSpPr txBox="1"/>
            <p:nvPr>
              <p:custDataLst>
                <p:tags r:id="rId14"/>
              </p:custDataLst>
            </p:nvPr>
          </p:nvSpPr>
          <p:spPr>
            <a:xfrm>
              <a:off x="8322" y="5250"/>
              <a:ext cx="1218" cy="12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aphicFrame>
        <p:nvGraphicFramePr>
          <p:cNvPr id="192524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3113" y="3387725"/>
          <a:ext cx="32702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5" imgW="1308100" imgH="431800" progId="Equation.KSEE3">
                  <p:embed/>
                </p:oleObj>
              </mc:Choice>
              <mc:Fallback>
                <p:oleObj name="" r:id="rId15" imgW="1308100" imgH="431800" progId="Equation.KSEE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3113" y="3387725"/>
                        <a:ext cx="3270250" cy="1081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71975" y="3387725"/>
          <a:ext cx="3017838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7" imgW="1206500" imgH="431800" progId="Equation.KSEE3">
                  <p:embed/>
                </p:oleObj>
              </mc:Choice>
              <mc:Fallback>
                <p:oleObj name="" r:id="rId17" imgW="1206500" imgH="431800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71975" y="3387725"/>
                        <a:ext cx="3017838" cy="1081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4768850" y="5440363"/>
            <a:ext cx="6918325" cy="10398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3.4</a:t>
            </a:r>
            <a:r>
              <a:rPr lang="zh-CN" altLang="en-US" sz="2800" b="1" dirty="0">
                <a:latin typeface="Times New Roman" panose="02020603050405020304" pitchFamily="18" charset="0"/>
              </a:rPr>
              <a:t>性质：①空集是任何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非空</a:t>
            </a:r>
            <a:r>
              <a:rPr lang="zh-CN" altLang="en-US" sz="2800" b="1" dirty="0">
                <a:latin typeface="Times New Roman" panose="02020603050405020304" pitchFamily="18" charset="0"/>
              </a:rPr>
              <a:t>集合的真子集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②传递性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" name="对象 2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605088" y="4557713"/>
          <a:ext cx="4033837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9" imgW="1612900" imgH="431800" progId="Equation.KSEE3">
                  <p:embed/>
                </p:oleObj>
              </mc:Choice>
              <mc:Fallback>
                <p:oleObj name="" r:id="rId19" imgW="1612900" imgH="431800" progId="Equation.KSEE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05088" y="4557713"/>
                        <a:ext cx="4033837" cy="108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心形 25"/>
          <p:cNvSpPr/>
          <p:nvPr/>
        </p:nvSpPr>
        <p:spPr>
          <a:xfrm>
            <a:off x="6638925" y="4889500"/>
            <a:ext cx="477838" cy="415925"/>
          </a:xfrm>
          <a:prstGeom prst="heart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61798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626475" y="3890963"/>
          <a:ext cx="3429000" cy="140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1" imgW="1651000" imgH="673100" progId="Equation.KSEE3">
                  <p:embed/>
                </p:oleObj>
              </mc:Choice>
              <mc:Fallback>
                <p:oleObj name="" r:id="rId21" imgW="1651000" imgH="673100" progId="Equation.KSEE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626475" y="3890963"/>
                        <a:ext cx="3429000" cy="1404937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3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2" grpId="0" bldLvl="0" animBg="1"/>
      <p:bldP spid="2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3538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93539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观察与推理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元素个数与子集个数的关系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3540" name="组合 12"/>
          <p:cNvGrpSpPr/>
          <p:nvPr/>
        </p:nvGrpSpPr>
        <p:grpSpPr>
          <a:xfrm>
            <a:off x="682625" y="835025"/>
            <a:ext cx="5605463" cy="2755900"/>
            <a:chOff x="1627" y="1609"/>
            <a:chExt cx="8827" cy="4340"/>
          </a:xfrm>
        </p:grpSpPr>
        <p:sp>
          <p:nvSpPr>
            <p:cNvPr id="193552" name="文本框 3"/>
            <p:cNvSpPr txBox="1"/>
            <p:nvPr/>
          </p:nvSpPr>
          <p:spPr>
            <a:xfrm>
              <a:off x="1627" y="1737"/>
              <a:ext cx="8827" cy="4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just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(1)</a:t>
              </a: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写出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     </a:t>
              </a: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的所有子集；</a:t>
              </a:r>
              <a:endPara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endParaRP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(2)</a:t>
              </a: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写出集合</a:t>
              </a:r>
              <a:r>
                <a:rPr lang="en-US" alt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{</a:t>
              </a:r>
              <a:r>
                <a:rPr lang="en-US" altLang="en-US" sz="28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a</a:t>
              </a:r>
              <a:r>
                <a:rPr lang="en-US" alt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}</a:t>
              </a: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的所有子集；</a:t>
              </a:r>
              <a:endPara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endParaRP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(3)</a:t>
              </a: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写出集合</a:t>
              </a:r>
              <a:r>
                <a:rPr lang="en-US" alt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{</a:t>
              </a:r>
              <a:r>
                <a:rPr lang="en-US" altLang="en-US" sz="28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a,b</a:t>
              </a:r>
              <a:r>
                <a:rPr lang="en-US" alt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}</a:t>
              </a: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的所有子集;</a:t>
              </a:r>
              <a:endPara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endParaRP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(4)</a:t>
              </a: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写出集合</a:t>
              </a:r>
              <a:r>
                <a:rPr lang="en-US" alt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{</a:t>
              </a:r>
              <a:r>
                <a:rPr lang="en-US" altLang="en-US" sz="28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a,b,c</a:t>
              </a:r>
              <a:r>
                <a:rPr lang="en-US" alt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}</a:t>
              </a: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的所有子集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.</a:t>
              </a:r>
              <a:endPara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endParaRP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  <a:buNone/>
              </a:pPr>
              <a:r>
                <a:rPr lang="en-US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黑体" panose="02010609060101010101" pitchFamily="49" charset="-122"/>
                </a:rPr>
                <a:t>你从中发现了什么规律？</a:t>
              </a:r>
              <a:endPara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sym typeface="黑体" panose="02010609060101010101" pitchFamily="49" charset="-122"/>
              </a:endParaRPr>
            </a:p>
          </p:txBody>
        </p:sp>
        <p:graphicFrame>
          <p:nvGraphicFramePr>
            <p:cNvPr id="193553" name="对象 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3511" y="1609"/>
            <a:ext cx="719" cy="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4" imgW="165100" imgH="177165" progId="Equation.KSEE3">
                    <p:embed/>
                  </p:oleObj>
                </mc:Choice>
                <mc:Fallback>
                  <p:oleObj name="" r:id="rId4" imgW="165100" imgH="177165" progId="Equation.KSEE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511" y="1609"/>
                          <a:ext cx="719" cy="8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26088" y="2024063"/>
          <a:ext cx="26146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6" imgW="1054100" imgH="203200" progId="Equation.KSEE3">
                  <p:embed/>
                </p:oleObj>
              </mc:Choice>
              <mc:Fallback>
                <p:oleObj name="" r:id="rId6" imgW="1054100" imgH="2032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26088" y="2024063"/>
                        <a:ext cx="2614612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26088" y="1479550"/>
          <a:ext cx="10398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8" imgW="419100" imgH="203200" progId="Equation.KSEE3">
                  <p:embed/>
                </p:oleObj>
              </mc:Choice>
              <mc:Fallback>
                <p:oleObj name="" r:id="rId8" imgW="419100" imgH="2032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526088" y="1479550"/>
                        <a:ext cx="1039812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26088" y="2565400"/>
          <a:ext cx="6359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0" imgW="2565400" imgH="203200" progId="Equation.KSEE3">
                  <p:embed/>
                </p:oleObj>
              </mc:Choice>
              <mc:Fallback>
                <p:oleObj name="" r:id="rId10" imgW="2565400" imgH="203200" progId="Equation.KSEE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26088" y="2565400"/>
                        <a:ext cx="63595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26088" y="920750"/>
          <a:ext cx="4016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2" imgW="165100" imgH="177165" progId="Equation.KSEE3">
                  <p:embed/>
                </p:oleObj>
              </mc:Choice>
              <mc:Fallback>
                <p:oleObj name="" r:id="rId12" imgW="165100" imgH="177165" progId="Equation.KSEE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26088" y="920750"/>
                        <a:ext cx="401637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表格 26"/>
          <p:cNvGraphicFramePr/>
          <p:nvPr>
            <p:custDataLst>
              <p:tags r:id="rId14"/>
            </p:custDataLst>
          </p:nvPr>
        </p:nvGraphicFramePr>
        <p:xfrm>
          <a:off x="4672325" y="3079750"/>
          <a:ext cx="7533010" cy="333883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17988"/>
                <a:gridCol w="1359624"/>
                <a:gridCol w="1518275"/>
                <a:gridCol w="1483750"/>
                <a:gridCol w="1753373"/>
              </a:tblGrid>
              <a:tr h="74231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u="none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集合</a:t>
                      </a:r>
                      <a:endParaRPr lang="zh-CN" altLang="en-US" sz="2000" u="none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u="none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元素个数</a:t>
                      </a:r>
                      <a:endParaRPr lang="zh-CN" altLang="en-US" sz="2000" u="none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u="none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子集个数</a:t>
                      </a:r>
                      <a:endParaRPr lang="zh-CN" altLang="en-US" sz="2000" u="none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 u="none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真子集</a:t>
                      </a:r>
                      <a:endParaRPr lang="zh-CN" altLang="en-US" sz="2000" u="none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zh-CN" altLang="en-US" sz="2000" u="none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个数</a:t>
                      </a:r>
                      <a:endParaRPr lang="zh-CN" altLang="en-US" sz="2000" u="none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非空子集</a:t>
                      </a:r>
                      <a:endParaRPr lang="zh-CN" altLang="en-US" sz="200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个数</a:t>
                      </a:r>
                      <a:endParaRPr lang="zh-CN" altLang="en-US" sz="2000" u="none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</a:tr>
              <a:tr h="486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20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rgbClr val="FFA9A9">
                        <a:alpha val="54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hMerge="1">
                  <a:tcPr marL="0" marR="0" marT="0" marB="1" anchor="ctr"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1" i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0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rgbClr val="FFA9A9">
                        <a:alpha val="54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hMerge="1">
                  <a:tcPr marL="0" marR="0" marT="0" marB="1" anchor="ctr"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1" i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0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zh-CN" sz="2000" b="1" i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0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0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rgbClr val="FFA9A9">
                        <a:alpha val="54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hMerge="1">
                  <a:tcPr marL="0" marR="0" marT="0" marB="1" anchor="ctr"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</a:tr>
              <a:tr h="4845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,</a:t>
                      </a:r>
                      <a:r>
                        <a:rPr lang="en-US" altLang="zh-CN" sz="20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,</a:t>
                      </a:r>
                      <a:r>
                        <a:rPr lang="en-US" altLang="zh-CN" sz="20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0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rgbClr val="FFA9A9">
                        <a:alpha val="54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hMerge="1">
                  <a:tcPr marL="0" marR="0" marT="0" marB="1" anchor="ctr"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</a:tr>
              <a:tr h="657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,</a:t>
                      </a:r>
                      <a:r>
                        <a:rPr lang="en-US" altLang="zh-CN" sz="20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lang="en-US" altLang="zh-CN" sz="2000" b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,</a:t>
                      </a:r>
                      <a:r>
                        <a:rPr lang="en-US" altLang="zh-CN" sz="20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,…}</a:t>
                      </a:r>
                      <a:endParaRPr lang="en-US" altLang="zh-CN" sz="2000" b="1" u="none">
                        <a:solidFill>
                          <a:schemeClr val="tx1"/>
                        </a:solidFill>
                        <a:highlight>
                          <a:srgbClr val="BEBEBE"/>
                        </a:highlight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800" b="1" i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lang="en-US" altLang="zh-CN" sz="2800" b="1" i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highlight>
                          <a:srgbClr val="BEBEBE"/>
                        </a:highlight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rgbClr val="FFA9A9">
                        <a:alpha val="54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2400" b="1" u="none">
                        <a:solidFill>
                          <a:schemeClr val="tx1"/>
                        </a:solidFill>
                        <a:highlight>
                          <a:srgbClr val="BEBEBE"/>
                        </a:highlight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 hMerge="1">
                  <a:tcPr marL="0" marR="0" marT="0" marB="1" anchor="ctr"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</a:tr>
            </a:tbl>
          </a:graphicData>
        </a:graphic>
      </p:graphicFrame>
      <p:graphicFrame>
        <p:nvGraphicFramePr>
          <p:cNvPr id="67597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10288" y="3894138"/>
          <a:ext cx="33496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5" imgW="165100" imgH="177165" progId="Equation.KSEE3">
                  <p:embed/>
                </p:oleObj>
              </mc:Choice>
              <mc:Fallback>
                <p:oleObj name="" r:id="rId15" imgW="165100" imgH="177165" progId="Equation.KSEE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10288" y="3894138"/>
                        <a:ext cx="334962" cy="395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204200" y="5856288"/>
          <a:ext cx="46831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6" imgW="177165" imgH="190500" progId="Equation.KSEE3">
                  <p:embed/>
                </p:oleObj>
              </mc:Choice>
              <mc:Fallback>
                <p:oleObj name="" r:id="rId16" imgW="177165" imgH="190500" progId="Equation.KSEE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204200" y="5856288"/>
                        <a:ext cx="468313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818688" y="5856288"/>
          <a:ext cx="10064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8" imgW="381000" imgH="190500" progId="Equation.KSEE3">
                  <p:embed/>
                </p:oleObj>
              </mc:Choice>
              <mc:Fallback>
                <p:oleObj name="" r:id="rId18" imgW="381000" imgH="1905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818688" y="5856288"/>
                        <a:ext cx="100647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393700" y="3781743"/>
            <a:ext cx="5132388" cy="1568450"/>
          </a:xfrm>
          <a:prstGeom prst="rect">
            <a:avLst/>
          </a:prstGeom>
          <a:solidFill>
            <a:srgbClr val="FFEFC1">
              <a:alpha val="54117"/>
            </a:srgbClr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有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≥0)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个元素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则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的子集有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个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真子集</a:t>
            </a:r>
            <a:r>
              <a:rPr lang="zh-CN" altLang="en-US" sz="2400" b="1" dirty="0">
                <a:latin typeface="Times New Roman" panose="02020603050405020304" pitchFamily="18" charset="0"/>
              </a:rPr>
              <a:t>或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非空子集</a:t>
            </a:r>
            <a:r>
              <a:rPr lang="zh-CN" altLang="en-US" sz="2400" b="1" dirty="0">
                <a:latin typeface="Times New Roman" panose="02020603050405020304" pitchFamily="18" charset="0"/>
              </a:rPr>
              <a:t>有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sz="2400" b="1" dirty="0">
                <a:latin typeface="Times New Roman" panose="02020603050405020304" pitchFamily="18" charset="0"/>
              </a:rPr>
              <a:t>个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非空真子集有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-2</a:t>
            </a:r>
            <a:r>
              <a:rPr lang="zh-CN" altLang="en-US" sz="2400" b="1" dirty="0">
                <a:latin typeface="Times New Roman" panose="02020603050405020304" pitchFamily="18" charset="0"/>
              </a:rPr>
              <a:t>个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≥1).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9818688" y="3930650"/>
            <a:ext cx="906463" cy="1797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85125" y="3879850"/>
            <a:ext cx="906463" cy="1797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20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7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7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6" grpId="0" bldLvl="0" animBg="1"/>
      <p:bldP spid="36" grpId="1" bldLvl="0" animBg="1"/>
      <p:bldP spid="2" grpId="0" bldLvl="0" animBg="1"/>
      <p:bldP spid="2" grpId="1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4562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94563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新知基础巩固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——P8-9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的练习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lang="en-US" altLang="zh-CN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94564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r="11975"/>
          <a:stretch>
            <a:fillRect/>
          </a:stretch>
        </p:blipFill>
        <p:spPr>
          <a:xfrm>
            <a:off x="760413" y="971550"/>
            <a:ext cx="10669587" cy="298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565" name="图片 5"/>
          <p:cNvPicPr>
            <a:picLocks noChangeAspect="1"/>
          </p:cNvPicPr>
          <p:nvPr/>
        </p:nvPicPr>
        <p:blipFill>
          <a:blip r:embed="rId6"/>
          <a:srcRect r="25819"/>
          <a:stretch>
            <a:fillRect/>
          </a:stretch>
        </p:blipFill>
        <p:spPr>
          <a:xfrm>
            <a:off x="760413" y="3975100"/>
            <a:ext cx="8955087" cy="2089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871663" y="2428875"/>
            <a:ext cx="538162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∈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51738" y="2428875"/>
            <a:ext cx="538162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∈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955800" y="2876550"/>
            <a:ext cx="45402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300" y="2876550"/>
            <a:ext cx="549275" cy="52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文本框 23"/>
          <p:cNvSpPr txBox="1"/>
          <p:nvPr/>
        </p:nvSpPr>
        <p:spPr>
          <a:xfrm>
            <a:off x="2613025" y="3236913"/>
            <a:ext cx="56038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⊆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3775" y="3398838"/>
            <a:ext cx="549275" cy="525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文本框 39"/>
          <p:cNvSpPr txBox="1"/>
          <p:nvPr/>
        </p:nvSpPr>
        <p:spPr>
          <a:xfrm>
            <a:off x="8369300" y="3398838"/>
            <a:ext cx="4540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265613" y="3460750"/>
            <a:ext cx="804862" cy="46037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0,1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434013" y="3956050"/>
            <a:ext cx="3856037" cy="4603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注：连续数集借助数轴分析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551738" y="4784725"/>
            <a:ext cx="2387600" cy="522288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=3·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和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=3·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z</a:t>
            </a:r>
            <a:endParaRPr lang="en-US" altLang="zh-CN" sz="2800" b="1" i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504363" y="5311775"/>
            <a:ext cx="1057275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A=B</a:t>
            </a:r>
            <a:endParaRPr lang="en-US" altLang="zh-CN" sz="2800" b="1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4013" y="4324350"/>
            <a:ext cx="1058862" cy="525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9338" y="4784725"/>
            <a:ext cx="1058862" cy="5270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0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6" grpId="0"/>
      <p:bldP spid="24" grpId="0"/>
      <p:bldP spid="40" grpId="0"/>
      <p:bldP spid="43" grpId="0" bldLvl="0" animBg="1"/>
      <p:bldP spid="45" grpId="0" bldLvl="0" animBg="1"/>
      <p:bldP spid="47" grpId="0" bldLvl="0" animBg="1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5586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95587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新知基础巩固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——P9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习题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1.2</a:t>
            </a:r>
            <a:endParaRPr lang="en-US" altLang="zh-CN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95588" name="图片 1"/>
          <p:cNvPicPr>
            <a:picLocks noChangeAspect="1"/>
          </p:cNvPicPr>
          <p:nvPr/>
        </p:nvPicPr>
        <p:blipFill>
          <a:blip r:embed="rId4"/>
          <a:srcRect b="17848"/>
          <a:stretch>
            <a:fillRect/>
          </a:stretch>
        </p:blipFill>
        <p:spPr>
          <a:xfrm>
            <a:off x="517525" y="944563"/>
            <a:ext cx="11056938" cy="3781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921125" y="1603375"/>
            <a:ext cx="1820863" cy="46037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|</a:t>
            </a:r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&gt;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﹣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}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73263" y="2455863"/>
            <a:ext cx="481012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∉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9463" y="2455863"/>
            <a:ext cx="4794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∉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188" y="2455863"/>
            <a:ext cx="547687" cy="527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2455863"/>
            <a:ext cx="549275" cy="52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056188" y="2982913"/>
            <a:ext cx="1487487" cy="46037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1,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﹣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}</a:t>
            </a:r>
            <a:endParaRPr lang="zh-CN" altLang="en-US" sz="24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38300" y="3313113"/>
            <a:ext cx="481013" cy="520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∈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3252788"/>
            <a:ext cx="547688" cy="527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文本框 17"/>
          <p:cNvSpPr txBox="1"/>
          <p:nvPr/>
        </p:nvSpPr>
        <p:spPr>
          <a:xfrm>
            <a:off x="4681538" y="3343275"/>
            <a:ext cx="48101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⊆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97688" y="3343275"/>
            <a:ext cx="4794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613" y="3714750"/>
            <a:ext cx="549275" cy="525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600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4788" y="4146550"/>
            <a:ext cx="549275" cy="525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5601" name="图片 4"/>
          <p:cNvPicPr>
            <a:picLocks noChangeAspect="1"/>
          </p:cNvPicPr>
          <p:nvPr/>
        </p:nvPicPr>
        <p:blipFill>
          <a:blip r:embed="rId7"/>
          <a:srcRect t="15353" r="21327" b="42268"/>
          <a:stretch>
            <a:fillRect/>
          </a:stretch>
        </p:blipFill>
        <p:spPr>
          <a:xfrm>
            <a:off x="581025" y="4725988"/>
            <a:ext cx="9202738" cy="1484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" name="文本框 42"/>
          <p:cNvSpPr txBox="1"/>
          <p:nvPr/>
        </p:nvSpPr>
        <p:spPr>
          <a:xfrm>
            <a:off x="4635500" y="4787900"/>
            <a:ext cx="3835400" cy="4905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</a:t>
            </a:r>
            <a:r>
              <a:rPr lang="en-US" altLang="zh-CN" sz="26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|</a:t>
            </a:r>
            <a:r>
              <a:rPr lang="en-US" altLang="zh-CN" sz="26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是立德中学的女学生}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88475" y="5278438"/>
            <a:ext cx="2690813" cy="4921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</a:t>
            </a:r>
            <a:r>
              <a:rPr lang="en-US" altLang="zh-CN" sz="26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t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|</a:t>
            </a:r>
            <a:r>
              <a:rPr lang="en-US" altLang="zh-CN" sz="26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t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是直角三角形}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35288" y="5605463"/>
            <a:ext cx="792162" cy="8302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4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∅</a:t>
            </a:r>
            <a:endParaRPr lang="en-US" altLang="zh-CN" sz="4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572625" y="5694363"/>
            <a:ext cx="1603375" cy="4921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{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4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5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6</a:t>
            </a:r>
            <a:r>
              <a:rPr lang="zh-CN" altLang="en-US" sz="26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}</a:t>
            </a:r>
            <a:endParaRPr lang="zh-CN" altLang="en-US" sz="26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</p:spTree>
    <p:custDataLst>
      <p:tags r:id="rId8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5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/>
      <p:bldP spid="7" grpId="0"/>
      <p:bldP spid="13" grpId="0" bldLvl="0" animBg="1"/>
      <p:bldP spid="14" grpId="0"/>
      <p:bldP spid="18" grpId="0"/>
      <p:bldP spid="19" grpId="0"/>
      <p:bldP spid="43" grpId="0" bldLvl="0" animBg="1"/>
      <p:bldP spid="6" grpId="0" bldLvl="0" animBg="1"/>
      <p:bldP spid="8" grpId="0" bldLvl="0" animBg="1"/>
      <p:bldP spid="1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6610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96611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新知巩固提升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判断集合间的关系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196612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5450" y="1085850"/>
          <a:ext cx="109442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4" imgW="4483100" imgH="215900" progId="Equation.KSEE3">
                  <p:embed/>
                </p:oleObj>
              </mc:Choice>
              <mc:Fallback>
                <p:oleObj name="" r:id="rId4" imgW="4483100" imgH="2159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450" y="1085850"/>
                        <a:ext cx="10944225" cy="528638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416050" y="1697038"/>
            <a:ext cx="3201988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析：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+1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∈N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63763" y="2266950"/>
            <a:ext cx="2733675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∈N</a:t>
            </a:r>
            <a:r>
              <a:rPr lang="en-US" altLang="zh-CN" sz="2800" b="1" baseline="-25000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</a:t>
            </a:r>
            <a:endParaRPr lang="en-US" altLang="zh-CN" sz="2800" b="1" baseline="-25000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63763" y="2266950"/>
            <a:ext cx="4443412" cy="5222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2=3(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)+1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∈N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</a:t>
            </a:r>
            <a:endParaRPr lang="en-US" altLang="zh-CN" sz="2800" b="1" baseline="-25000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30825" y="1697038"/>
            <a:ext cx="2005013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n=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0,1,2,3,…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9" name="右箭头 18"/>
          <p:cNvSpPr/>
          <p:nvPr/>
        </p:nvSpPr>
        <p:spPr>
          <a:xfrm>
            <a:off x="4600575" y="1774825"/>
            <a:ext cx="741363" cy="3714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6607175" y="2363788"/>
            <a:ext cx="739775" cy="3698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46950" y="2289175"/>
            <a:ext cx="25209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0,1,2,3,…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382250" y="955675"/>
            <a:ext cx="473075" cy="706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微软雅黑" panose="020B0503020204020204" pitchFamily="34" charset="-122"/>
              </a:rPr>
              <a:t>=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196621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5450" y="2862263"/>
          <a:ext cx="112236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6" imgW="4597400" imgH="215900" progId="Equation.KSEE3">
                  <p:embed/>
                </p:oleObj>
              </mc:Choice>
              <mc:Fallback>
                <p:oleObj name="" r:id="rId6" imgW="4597400" imgH="2159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5450" y="2862263"/>
                        <a:ext cx="11223625" cy="530225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1416050" y="3441700"/>
            <a:ext cx="3201988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析：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+1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∈N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63763" y="3963988"/>
            <a:ext cx="4292600" cy="5222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2=3(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)+1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∈Z</a:t>
            </a:r>
            <a:endParaRPr lang="en-US" altLang="zh-CN" sz="2800" b="1" baseline="-25000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346700" y="3438525"/>
            <a:ext cx="20066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n=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0,1,2,3,…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28" name="右箭头 27"/>
          <p:cNvSpPr/>
          <p:nvPr/>
        </p:nvSpPr>
        <p:spPr>
          <a:xfrm>
            <a:off x="4618038" y="3517900"/>
            <a:ext cx="739775" cy="3698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右箭头 28"/>
          <p:cNvSpPr/>
          <p:nvPr/>
        </p:nvSpPr>
        <p:spPr>
          <a:xfrm>
            <a:off x="6667500" y="4057650"/>
            <a:ext cx="739775" cy="3714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407275" y="3983038"/>
            <a:ext cx="320040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=…,-2,-1,0,1,2,3,…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675" y="2657475"/>
            <a:ext cx="765175" cy="735013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3208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25450" y="4562475"/>
          <a:ext cx="9828213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9" imgW="4025900" imgH="457200" progId="Equation.KSEE3">
                  <p:embed/>
                </p:oleObj>
              </mc:Choice>
              <mc:Fallback>
                <p:oleObj name="" r:id="rId9" imgW="4025900" imgH="457200" progId="Equation.KSEE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5450" y="4562475"/>
                        <a:ext cx="9828213" cy="1120775"/>
                      </a:xfrm>
                      <a:prstGeom prst="rect">
                        <a:avLst/>
                      </a:prstGeom>
                      <a:solidFill>
                        <a:srgbClr val="E0F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文本框 34"/>
          <p:cNvSpPr txBox="1"/>
          <p:nvPr/>
        </p:nvSpPr>
        <p:spPr>
          <a:xfrm>
            <a:off x="425450" y="5740400"/>
            <a:ext cx="4827588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析：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2=3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1)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+1,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∈Z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756275" y="5740400"/>
            <a:ext cx="224790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y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+1,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k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∈Z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304213" y="5740400"/>
            <a:ext cx="3740150" cy="5222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z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=6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m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+1=3·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m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+1, 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m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∈Z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67500" y="4791075"/>
          <a:ext cx="169862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1" imgW="634365" imgH="444500" progId="Equation.KSEE3">
                  <p:embed/>
                </p:oleObj>
              </mc:Choice>
              <mc:Fallback>
                <p:oleObj name="" r:id="rId11" imgW="634365" imgH="4445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67500" y="4791075"/>
                        <a:ext cx="1698625" cy="1187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801100" y="80963"/>
            <a:ext cx="2755900" cy="922337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关键：不同集合化为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同一形式</a:t>
            </a:r>
            <a:endParaRPr lang="zh-CN" altLang="en-US" sz="27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5070475" y="1074738"/>
            <a:ext cx="314325" cy="5080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991600" y="1074738"/>
            <a:ext cx="404813" cy="5080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3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93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93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 animBg="1"/>
      <p:bldP spid="17" grpId="0" animBg="1"/>
      <p:bldP spid="18" grpId="0" bldLvl="0" animBg="1"/>
      <p:bldP spid="19" grpId="0" bldLvl="0" animBg="1"/>
      <p:bldP spid="20" grpId="0" bldLvl="0" animBg="1"/>
      <p:bldP spid="21" grpId="0" bldLvl="0" animBg="1"/>
      <p:bldP spid="22" grpId="0"/>
      <p:bldP spid="25" grpId="0" bldLvl="0" animBg="1"/>
      <p:bldP spid="26" grpId="0" bldLvl="0" animBg="1"/>
      <p:bldP spid="27" grpId="0" bldLvl="0" animBg="1"/>
      <p:bldP spid="28" grpId="0" bldLvl="0" animBg="1"/>
      <p:bldP spid="29" grpId="0" bldLvl="0" animBg="1"/>
      <p:bldP spid="30" grpId="0" bldLvl="0" animBg="1"/>
      <p:bldP spid="35" grpId="0" bldLvl="0" animBg="1"/>
      <p:bldP spid="36" grpId="0" bldLvl="0" animBg="1"/>
      <p:bldP spid="37" grpId="0" bldLvl="0" animBg="1"/>
      <p:bldP spid="2" grpId="0" bldLvl="0" animBg="1"/>
      <p:bldP spid="3" grpId="0" animBg="1"/>
      <p:bldP spid="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7634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97635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课后思考巩固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197636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5125" y="1049338"/>
          <a:ext cx="109283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4" imgW="4800600" imgH="393700" progId="Equation.KSEE3">
                  <p:embed/>
                </p:oleObj>
              </mc:Choice>
              <mc:Fallback>
                <p:oleObj name="" r:id="rId4" imgW="4800600" imgH="393700" progId="Equation.KSEE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125" y="1049338"/>
                        <a:ext cx="10928350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37" name="文本框 1"/>
          <p:cNvSpPr txBox="1"/>
          <p:nvPr/>
        </p:nvSpPr>
        <p:spPr>
          <a:xfrm>
            <a:off x="4835525" y="217488"/>
            <a:ext cx="4830763" cy="5207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关键：不同集合化为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统一形式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aphicFrame>
        <p:nvGraphicFramePr>
          <p:cNvPr id="197638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5125" y="2079625"/>
          <a:ext cx="9532938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6" imgW="4076700" imgH="812800" progId="Equation.KSEE3">
                  <p:embed/>
                </p:oleObj>
              </mc:Choice>
              <mc:Fallback>
                <p:oleObj name="" r:id="rId6" imgW="4076700" imgH="812800" progId="Equation.KSEE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5125" y="2079625"/>
                        <a:ext cx="9532938" cy="1908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9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5125" y="4279900"/>
          <a:ext cx="11488738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8" imgW="4851400" imgH="393700" progId="Equation.KSEE3">
                  <p:embed/>
                </p:oleObj>
              </mc:Choice>
              <mc:Fallback>
                <p:oleObj name="" r:id="rId8" imgW="4851400" imgH="393700" progId="Equation.KSEE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5125" y="4279900"/>
                        <a:ext cx="11488738" cy="93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0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5125" y="5594350"/>
          <a:ext cx="117602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0" imgW="4965700" imgH="215900" progId="Equation.KSEE3">
                  <p:embed/>
                </p:oleObj>
              </mc:Choice>
              <mc:Fallback>
                <p:oleObj name="" r:id="rId10" imgW="4965700" imgH="215900" progId="Equation.KSEE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5125" y="5594350"/>
                        <a:ext cx="11760200" cy="5127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2"/>
    </p:custData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8658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98513" y="509588"/>
          <a:ext cx="110585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4851400" imgH="393700" progId="Equation.KSEE3">
                  <p:embed/>
                </p:oleObj>
              </mc:Choice>
              <mc:Fallback>
                <p:oleObj name="" r:id="rId1" imgW="4851400" imgH="393700" progId="Equation.KSEE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8513" y="509588"/>
                        <a:ext cx="11058525" cy="9001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59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03363" y="1306513"/>
          <a:ext cx="29479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244600" imgH="393700" progId="Equation.KSEE3">
                  <p:embed/>
                </p:oleObj>
              </mc:Choice>
              <mc:Fallback>
                <p:oleObj name="" r:id="rId3" imgW="1244600" imgH="393700" progId="Equation.KSEE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3363" y="1306513"/>
                        <a:ext cx="2947987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0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46475" y="2044700"/>
          <a:ext cx="3941763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5" imgW="1663700" imgH="838200" progId="Equation.KSEE3">
                  <p:embed/>
                </p:oleObj>
              </mc:Choice>
              <mc:Fallback>
                <p:oleObj name="" r:id="rId5" imgW="1663700" imgH="838200" progId="Equation.KSEE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46475" y="2044700"/>
                        <a:ext cx="3941763" cy="199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1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503363" y="2573338"/>
          <a:ext cx="20431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862965" imgH="393700" progId="Equation.KSEE3">
                  <p:embed/>
                </p:oleObj>
              </mc:Choice>
              <mc:Fallback>
                <p:oleObj name="" r:id="rId7" imgW="862965" imgH="393700" progId="Equation.KSEE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3363" y="2573338"/>
                        <a:ext cx="2043112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 13"/>
          <p:cNvSpPr/>
          <p:nvPr/>
        </p:nvSpPr>
        <p:spPr>
          <a:xfrm>
            <a:off x="2665413" y="1562100"/>
            <a:ext cx="284163" cy="41592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824413" y="2319338"/>
            <a:ext cx="457200" cy="41751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824413" y="3340100"/>
            <a:ext cx="1176338" cy="41592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9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99682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99683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新知巩固提升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由集合关系求参数</a:t>
            </a:r>
            <a:endParaRPr lang="en-US" altLang="zh-CN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199684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68375" y="1027113"/>
          <a:ext cx="95424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4" imgW="4038600" imgH="457200" progId="Equation.KSEE3">
                  <p:embed/>
                </p:oleObj>
              </mc:Choice>
              <mc:Fallback>
                <p:oleObj name="" r:id="rId4" imgW="4038600" imgH="4572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8375" y="1027113"/>
                        <a:ext cx="9542463" cy="1079500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211513" y="1509713"/>
            <a:ext cx="1174750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m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sym typeface="微软雅黑" panose="020B0503020204020204" pitchFamily="34" charset="-122"/>
              </a:rPr>
              <a:t>≤-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aphicFrame>
        <p:nvGraphicFramePr>
          <p:cNvPr id="6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96963" y="3629025"/>
          <a:ext cx="4029075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6" imgW="1676400" imgH="711200" progId="Equation.KSEE3">
                  <p:embed/>
                </p:oleObj>
              </mc:Choice>
              <mc:Fallback>
                <p:oleObj name="" r:id="rId6" imgW="1676400" imgH="711200" progId="Equation.KSEE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96963" y="3629025"/>
                        <a:ext cx="4029075" cy="1711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9687" name="图片 11"/>
          <p:cNvPicPr>
            <a:picLocks noChangeAspect="1"/>
          </p:cNvPicPr>
          <p:nvPr/>
        </p:nvPicPr>
        <p:blipFill>
          <a:blip r:embed="rId8"/>
          <a:srcRect t="16537"/>
          <a:stretch>
            <a:fillRect/>
          </a:stretch>
        </p:blipFill>
        <p:spPr>
          <a:xfrm>
            <a:off x="981075" y="2236788"/>
            <a:ext cx="10458450" cy="11874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4" name="直接连接符 13"/>
          <p:cNvCxnSpPr/>
          <p:nvPr/>
        </p:nvCxnSpPr>
        <p:spPr>
          <a:xfrm flipV="1">
            <a:off x="4125913" y="4565650"/>
            <a:ext cx="173038" cy="1016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3925888" y="5099050"/>
            <a:ext cx="173038" cy="1016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316663" y="3589338"/>
            <a:ext cx="5110162" cy="4905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+3=4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时，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</a:t>
            </a:r>
            <a:r>
              <a:rPr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－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1=1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N={</a:t>
            </a:r>
            <a:r>
              <a:rPr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|1&lt;</a:t>
            </a:r>
            <a:r>
              <a:rPr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&lt;4}.</a:t>
            </a:r>
            <a:endParaRPr lang="en-US" altLang="zh-CN" sz="26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17" name="五角星 16"/>
          <p:cNvSpPr/>
          <p:nvPr/>
        </p:nvSpPr>
        <p:spPr>
          <a:xfrm>
            <a:off x="360363" y="2236788"/>
            <a:ext cx="598488" cy="59848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30788" y="4244975"/>
          <a:ext cx="24733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9" imgW="1028700" imgH="203200" progId="Equation.KSEE3">
                  <p:embed/>
                </p:oleObj>
              </mc:Choice>
              <mc:Fallback>
                <p:oleObj name="" r:id="rId9" imgW="1028700" imgH="203200" progId="Equation.KSEE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30788" y="4244975"/>
                        <a:ext cx="247332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96963" y="5340350"/>
          <a:ext cx="54959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1" imgW="2286000" imgH="203200" progId="Equation.KSEE3">
                  <p:embed/>
                </p:oleObj>
              </mc:Choice>
              <mc:Fallback>
                <p:oleObj name="" r:id="rId11" imgW="2286000" imgH="2032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96963" y="5340350"/>
                        <a:ext cx="5495925" cy="488950"/>
                      </a:xfrm>
                      <a:prstGeom prst="rect">
                        <a:avLst/>
                      </a:prstGeom>
                      <a:solidFill>
                        <a:srgbClr val="E0F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右箭头 21"/>
          <p:cNvSpPr/>
          <p:nvPr/>
        </p:nvSpPr>
        <p:spPr>
          <a:xfrm rot="21120000">
            <a:off x="5299075" y="3763963"/>
            <a:ext cx="1001713" cy="30003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文本框 2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15905" y="2799969"/>
            <a:ext cx="2837181" cy="474343"/>
          </a:xfrm>
          <a:prstGeom prst="rect">
            <a:avLst/>
          </a:prstGeom>
          <a:blipFill rotWithShape="0">
            <a:blip r:embed="rId13"/>
            <a:stretch>
              <a:fillRect l="-20" t="-54" r="20" b="54"/>
            </a:stretch>
          </a:blipFill>
        </p:spPr>
        <p:txBody>
          <a:bodyPr/>
          <a:lstStyle/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kern="1200" cap="none" spc="0" normalizeH="0" baseline="0" noProof="1">
                <a:noFill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 </a:t>
            </a:r>
            <a:endParaRPr kumimoji="0" lang="zh-CN" altLang="en-US" kern="1200" cap="none" spc="0" normalizeH="0" baseline="0" noProof="1">
              <a:noFill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16663" y="3097213"/>
            <a:ext cx="5578475" cy="492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</a:t>
            </a:r>
            <a:r>
              <a:rPr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-1=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﹣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3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时，</a:t>
            </a:r>
            <a:r>
              <a:rPr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+3=2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N={</a:t>
            </a:r>
            <a:r>
              <a:rPr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|</a:t>
            </a:r>
            <a:r>
              <a:rPr lang="zh-CN" altLang="en-US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﹣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3&lt;</a:t>
            </a:r>
            <a:r>
              <a:rPr lang="en-US" altLang="zh-CN" sz="26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x</a:t>
            </a:r>
            <a:r>
              <a:rPr lang="en-US" altLang="zh-CN" sz="26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&lt;2};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96963" y="5969000"/>
          <a:ext cx="68087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4" imgW="2831465" imgH="203200" progId="Equation.KSEE3">
                  <p:embed/>
                </p:oleObj>
              </mc:Choice>
              <mc:Fallback>
                <p:oleObj name="" r:id="rId14" imgW="2831465" imgH="2032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96963" y="5969000"/>
                        <a:ext cx="6808787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905750" y="4244975"/>
            <a:ext cx="4064000" cy="216852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关键：</a:t>
            </a:r>
            <a:endParaRPr lang="zh-CN" altLang="en-US" sz="2700" b="1" dirty="0">
              <a:latin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1.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连续数集</a:t>
            </a:r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借助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数轴</a:t>
            </a:r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分析</a:t>
            </a:r>
            <a:endParaRPr lang="en-US" altLang="zh-CN" sz="27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2.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考虑真子集是否为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空集</a:t>
            </a:r>
            <a:endParaRPr lang="zh-CN" altLang="en-US" sz="27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3.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不等式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左右端点值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比较</a:t>
            </a:r>
            <a:endParaRPr lang="zh-CN" altLang="en-US" sz="27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4.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判断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临界情况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是否符合</a:t>
            </a:r>
            <a:endParaRPr lang="zh-CN" altLang="en-US" sz="2700" b="1" dirty="0">
              <a:solidFill>
                <a:srgbClr val="0D0D0D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163888" y="3702050"/>
            <a:ext cx="1957388" cy="385763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6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0.00000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6" grpId="0" bldLvl="0" animBg="1"/>
      <p:bldP spid="22" grpId="0" bldLvl="0" animBg="1"/>
      <p:bldP spid="5" grpId="0"/>
      <p:bldP spid="4" grpId="0" bldLvl="0" animBg="1"/>
      <p:bldP spid="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0706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00707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新知巩固提升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由集合关系求参数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00708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198563" y="892175"/>
          <a:ext cx="9367837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4" imgW="3834765" imgH="457200" progId="Equation.KSEE3">
                  <p:embed/>
                </p:oleObj>
              </mc:Choice>
              <mc:Fallback>
                <p:oleObj name="" r:id="rId4" imgW="3834765" imgH="457200" progId="Equation.KSEE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8563" y="892175"/>
                        <a:ext cx="9367837" cy="1122363"/>
                      </a:xfrm>
                      <a:prstGeom prst="rect">
                        <a:avLst/>
                      </a:prstGeom>
                      <a:solidFill>
                        <a:srgbClr val="E0F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7688" y="2216150"/>
          <a:ext cx="34512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6" imgW="1485900" imgH="215900" progId="Equation.KSEE3">
                  <p:embed/>
                </p:oleObj>
              </mc:Choice>
              <mc:Fallback>
                <p:oleObj name="" r:id="rId6" imgW="1485900" imgH="215900" progId="Equation.KSEE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7688" y="2216150"/>
                        <a:ext cx="34512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7688" y="2697163"/>
          <a:ext cx="45545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8" imgW="1993900" imgH="203200" progId="Equation.KSEE3">
                  <p:embed/>
                </p:oleObj>
              </mc:Choice>
              <mc:Fallback>
                <p:oleObj name="" r:id="rId8" imgW="1993900" imgH="203200" progId="Equation.KSEE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47688" y="2697163"/>
                        <a:ext cx="4554537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12901" y="1244219"/>
            <a:ext cx="2053590" cy="778510"/>
          </a:xfrm>
          <a:prstGeom prst="rect">
            <a:avLst/>
          </a:prstGeom>
          <a:blipFill rotWithShape="0">
            <a:blip r:embed="rId10"/>
            <a:stretch>
              <a:fillRect l="-28" t="-33" r="28" b="33"/>
            </a:stretch>
          </a:blipFill>
        </p:spPr>
        <p:txBody>
          <a:bodyPr/>
          <a:lstStyle/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kern="1200" cap="none" spc="0" normalizeH="0" baseline="0" noProof="1">
                <a:noFill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 </a:t>
            </a:r>
            <a:endParaRPr kumimoji="0" lang="zh-CN" altLang="en-US" kern="1200" cap="none" spc="0" normalizeH="0" baseline="0" noProof="1">
              <a:noFill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6100" y="3224213"/>
          <a:ext cx="63563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1" imgW="2743200" imgH="215900" progId="Equation.KSEE3">
                  <p:embed/>
                </p:oleObj>
              </mc:Choice>
              <mc:Fallback>
                <p:oleObj name="" r:id="rId11" imgW="2743200" imgH="215900" progId="Equation.KSEE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6100" y="3224213"/>
                        <a:ext cx="6356350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7688" y="4460875"/>
          <a:ext cx="55673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3" imgW="2362200" imgH="393700" progId="Equation.KSEE3">
                  <p:embed/>
                </p:oleObj>
              </mc:Choice>
              <mc:Fallback>
                <p:oleObj name="" r:id="rId13" imgW="2362200" imgH="393700" progId="Equation.KSEE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7688" y="4460875"/>
                        <a:ext cx="5567362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/>
          <p:cNvSpPr txBox="1"/>
          <p:nvPr/>
        </p:nvSpPr>
        <p:spPr>
          <a:xfrm>
            <a:off x="642938" y="5397500"/>
            <a:ext cx="4946650" cy="52228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关键：考虑子集为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空集</a:t>
            </a:r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的情况</a:t>
            </a:r>
            <a:endParaRPr lang="zh-CN" altLang="en-US" sz="2800" b="1" dirty="0"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aphicFrame>
        <p:nvGraphicFramePr>
          <p:cNvPr id="3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49500" y="3689350"/>
          <a:ext cx="45529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5" imgW="1930400" imgH="393700" progId="Equation.KSEE3">
                  <p:embed/>
                </p:oleObj>
              </mc:Choice>
              <mc:Fallback>
                <p:oleObj name="" r:id="rId15" imgW="1930400" imgH="393700" progId="Equation.KSEE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49500" y="3689350"/>
                        <a:ext cx="4552950" cy="93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96150" y="2216150"/>
          <a:ext cx="34528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7" imgW="1485900" imgH="215900" progId="Equation.KSEE3">
                  <p:embed/>
                </p:oleObj>
              </mc:Choice>
              <mc:Fallback>
                <p:oleObj name="" r:id="rId17" imgW="1485900" imgH="215900" progId="Equation.KSEE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96150" y="2216150"/>
                        <a:ext cx="3452813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96150" y="2687638"/>
          <a:ext cx="46037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8" imgW="1981200" imgH="203200" progId="Equation.KSEE3">
                  <p:embed/>
                </p:oleObj>
              </mc:Choice>
              <mc:Fallback>
                <p:oleObj name="" r:id="rId18" imgW="1981200" imgH="203200" progId="Equation.KSEE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296150" y="2687638"/>
                        <a:ext cx="4603750" cy="47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96150" y="3133725"/>
          <a:ext cx="34242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20" imgW="1473200" imgH="393700" progId="Equation.KSEE3">
                  <p:embed/>
                </p:oleObj>
              </mc:Choice>
              <mc:Fallback>
                <p:oleObj name="" r:id="rId20" imgW="1473200" imgH="393700" progId="Equation.KSEE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296150" y="3133725"/>
                        <a:ext cx="3424238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96150" y="3960813"/>
          <a:ext cx="42497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22" imgW="1828800" imgH="393700" progId="Equation.KSEE3">
                  <p:embed/>
                </p:oleObj>
              </mc:Choice>
              <mc:Fallback>
                <p:oleObj name="" r:id="rId22" imgW="1828800" imgH="393700" progId="Equation.KSEE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296150" y="3960813"/>
                        <a:ext cx="4249738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12025" y="4826000"/>
          <a:ext cx="38036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4" imgW="1612900" imgH="393700" progId="Equation.KSEE3">
                  <p:embed/>
                </p:oleObj>
              </mc:Choice>
              <mc:Fallback>
                <p:oleObj name="" r:id="rId24" imgW="1612900" imgH="393700" progId="Equation.KSEE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312025" y="4826000"/>
                        <a:ext cx="380365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/>
          <p:cNvCxnSpPr/>
          <p:nvPr/>
        </p:nvCxnSpPr>
        <p:spPr>
          <a:xfrm>
            <a:off x="7037388" y="2122488"/>
            <a:ext cx="0" cy="40782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6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文本框 1"/>
          <p:cNvSpPr txBox="1"/>
          <p:nvPr>
            <p:custDataLst>
              <p:tags r:id="rId1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温故而知新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1731" name="文本框 5"/>
          <p:cNvSpPr txBox="1"/>
          <p:nvPr/>
        </p:nvSpPr>
        <p:spPr>
          <a:xfrm>
            <a:off x="1111250" y="812800"/>
            <a:ext cx="9969500" cy="5064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1.</a:t>
            </a:r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集合间的三种关系及性质：</a:t>
            </a:r>
            <a:r>
              <a:rPr lang="zh-CN" altLang="en-US" sz="27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包含</a:t>
            </a:r>
            <a:r>
              <a:rPr lang="en-US" altLang="zh-CN" sz="27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(</a:t>
            </a:r>
            <a:r>
              <a:rPr lang="zh-CN" altLang="en-US" sz="27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子集</a:t>
            </a:r>
            <a:r>
              <a:rPr lang="en-US" altLang="zh-CN" sz="27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)</a:t>
            </a:r>
            <a:r>
              <a:rPr lang="zh-CN" altLang="en-US" sz="27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、相等、真包含</a:t>
            </a:r>
            <a:r>
              <a:rPr lang="en-US" altLang="zh-CN" sz="27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(</a:t>
            </a:r>
            <a:r>
              <a:rPr lang="zh-CN" altLang="en-US" sz="27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真子集</a:t>
            </a:r>
            <a:r>
              <a:rPr lang="en-US" altLang="zh-CN" sz="2700" b="1" dirty="0">
                <a:solidFill>
                  <a:srgbClr val="C0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)</a:t>
            </a:r>
            <a:endParaRPr lang="en-US" altLang="zh-CN" sz="2700" b="1" dirty="0">
              <a:solidFill>
                <a:srgbClr val="C0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201732" name="文本框 6"/>
          <p:cNvSpPr txBox="1"/>
          <p:nvPr/>
        </p:nvSpPr>
        <p:spPr>
          <a:xfrm>
            <a:off x="1111250" y="1404938"/>
            <a:ext cx="9969500" cy="5064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2.</a:t>
            </a:r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考查集合关系的三种题型：</a:t>
            </a:r>
            <a:endParaRPr lang="en-US" altLang="zh-CN" sz="2700" b="1" dirty="0">
              <a:solidFill>
                <a:srgbClr val="C0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aphicFrame>
        <p:nvGraphicFramePr>
          <p:cNvPr id="2017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0500" y="1998663"/>
          <a:ext cx="11811000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2" imgW="5105400" imgH="457200" progId="Equation.KSEE3">
                  <p:embed/>
                </p:oleObj>
              </mc:Choice>
              <mc:Fallback>
                <p:oleObj name="" r:id="rId2" imgW="5105400" imgH="457200" progId="Equation.KSEE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500" y="1998663"/>
                        <a:ext cx="11811000" cy="1062037"/>
                      </a:xfrm>
                      <a:prstGeom prst="rect">
                        <a:avLst/>
                      </a:prstGeom>
                      <a:solidFill>
                        <a:srgbClr val="E0F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4" name="文本框 1"/>
          <p:cNvSpPr txBox="1"/>
          <p:nvPr/>
        </p:nvSpPr>
        <p:spPr>
          <a:xfrm>
            <a:off x="4724400" y="2538413"/>
            <a:ext cx="4830763" cy="52070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关键：不同集合化为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统一形式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aphicFrame>
        <p:nvGraphicFramePr>
          <p:cNvPr id="201735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0500" y="3098800"/>
          <a:ext cx="117824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4" imgW="5092700" imgH="431800" progId="Equation.KSEE3">
                  <p:embed/>
                </p:oleObj>
              </mc:Choice>
              <mc:Fallback>
                <p:oleObj name="" r:id="rId4" imgW="5092700" imgH="431800" progId="Equation.KSEE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0500" y="3098800"/>
                        <a:ext cx="11782425" cy="1004888"/>
                      </a:xfrm>
                      <a:prstGeom prst="rect">
                        <a:avLst/>
                      </a:prstGeom>
                      <a:solidFill>
                        <a:srgbClr val="E0F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695325" y="3822700"/>
            <a:ext cx="6516688" cy="2719388"/>
            <a:chOff x="1095" y="6019"/>
            <a:chExt cx="10262" cy="4283"/>
          </a:xfrm>
        </p:grpSpPr>
        <p:graphicFrame>
          <p:nvGraphicFramePr>
            <p:cNvPr id="201741" name="对象 1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94" y="6019"/>
            <a:ext cx="6273" cy="26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6" imgW="1676400" imgH="711200" progId="Equation.KSEE3">
                    <p:embed/>
                  </p:oleObj>
                </mc:Choice>
                <mc:Fallback>
                  <p:oleObj name="" r:id="rId6" imgW="1676400" imgH="711200" progId="Equation.KSEE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94" y="6019"/>
                          <a:ext cx="6273" cy="26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连接符 19"/>
            <p:cNvCxnSpPr/>
            <p:nvPr/>
          </p:nvCxnSpPr>
          <p:spPr>
            <a:xfrm flipV="1">
              <a:off x="5865" y="7494"/>
              <a:ext cx="270" cy="16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 flipV="1">
              <a:off x="5550" y="8334"/>
              <a:ext cx="270" cy="16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01744" name="对象 1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289" y="6989"/>
            <a:ext cx="3728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8" imgW="1028700" imgH="203200" progId="Equation.KSEE3">
                    <p:embed/>
                  </p:oleObj>
                </mc:Choice>
                <mc:Fallback>
                  <p:oleObj name="" r:id="rId8" imgW="1028700" imgH="203200" progId="Equation.KSEE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289" y="6989"/>
                          <a:ext cx="3728" cy="7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1745" name="对象 1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94" y="8714"/>
            <a:ext cx="8284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0" imgW="2286000" imgH="203200" progId="Equation.KSEE3">
                    <p:embed/>
                  </p:oleObj>
                </mc:Choice>
                <mc:Fallback>
                  <p:oleObj name="" r:id="rId10" imgW="2286000" imgH="203200" progId="Equation.KSEE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094" y="8714"/>
                          <a:ext cx="8284" cy="7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1746" name="对象 1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94" y="9566"/>
            <a:ext cx="10263" cy="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2" imgW="2831465" imgH="203200" progId="Equation.KSEE3">
                    <p:embed/>
                  </p:oleObj>
                </mc:Choice>
                <mc:Fallback>
                  <p:oleObj name="" r:id="rId12" imgW="2831465" imgH="203200" progId="Equation.KSEE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094" y="9566"/>
                          <a:ext cx="10263" cy="7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圆角矩形 25"/>
            <p:cNvSpPr/>
            <p:nvPr/>
          </p:nvSpPr>
          <p:spPr>
            <a:xfrm>
              <a:off x="4305" y="6134"/>
              <a:ext cx="3082" cy="60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圆角矩形 27"/>
          <p:cNvSpPr/>
          <p:nvPr/>
        </p:nvSpPr>
        <p:spPr>
          <a:xfrm>
            <a:off x="1074738" y="4438650"/>
            <a:ext cx="984250" cy="42227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074738" y="5556250"/>
            <a:ext cx="984250" cy="42227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7551738" y="3279775"/>
            <a:ext cx="1116013" cy="5429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905750" y="4244975"/>
            <a:ext cx="4064000" cy="216852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关键：</a:t>
            </a:r>
            <a:endParaRPr lang="zh-CN" altLang="en-US" sz="2700" b="1" dirty="0">
              <a:latin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1.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连续数集</a:t>
            </a:r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借助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数轴</a:t>
            </a:r>
            <a:r>
              <a:rPr lang="zh-CN" altLang="en-US" sz="27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分析</a:t>
            </a:r>
            <a:endParaRPr lang="en-US" altLang="zh-CN" sz="27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2.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考虑真子集是否为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空集</a:t>
            </a:r>
            <a:endParaRPr lang="zh-CN" altLang="en-US" sz="27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3.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不等式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左右端点值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比较</a:t>
            </a:r>
            <a:endParaRPr lang="zh-CN" altLang="en-US" sz="27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  <a:p>
            <a:r>
              <a:rPr lang="en-US" altLang="zh-CN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4.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判断</a:t>
            </a:r>
            <a:r>
              <a:rPr lang="zh-CN" altLang="en-US" sz="27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临界情况</a:t>
            </a:r>
            <a:r>
              <a:rPr lang="zh-CN" altLang="en-US" sz="2700" b="1" dirty="0">
                <a:solidFill>
                  <a:srgbClr val="0D0D0D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是否符合</a:t>
            </a:r>
            <a:endParaRPr lang="zh-CN" altLang="en-US" sz="2700" b="1" dirty="0">
              <a:solidFill>
                <a:srgbClr val="0D0D0D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</p:spTree>
    <p:custDataLst>
      <p:tags r:id="rId14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bldLvl="0" animBg="1"/>
      <p:bldP spid="3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2754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5" name="Freeform 9"/>
          <p:cNvSpPr/>
          <p:nvPr>
            <p:custDataLst>
              <p:tags r:id="rId3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dk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pic>
        <p:nvPicPr>
          <p:cNvPr id="202756" name="图片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2757" name="组合 20"/>
          <p:cNvGrpSpPr/>
          <p:nvPr/>
        </p:nvGrpSpPr>
        <p:grpSpPr>
          <a:xfrm>
            <a:off x="1255713" y="996950"/>
            <a:ext cx="9585325" cy="566738"/>
            <a:chOff x="1770587" y="1871902"/>
            <a:chExt cx="12782682" cy="755427"/>
          </a:xfrm>
        </p:grpSpPr>
        <p:sp>
          <p:nvSpPr>
            <p:cNvPr id="23" name="椭圆 22"/>
            <p:cNvSpPr/>
            <p:nvPr>
              <p:custDataLst>
                <p:tags r:id="rId6"/>
              </p:custDataLst>
            </p:nvPr>
          </p:nvSpPr>
          <p:spPr>
            <a:xfrm>
              <a:off x="1901843" y="2087738"/>
              <a:ext cx="472099" cy="473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1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1</a:t>
              </a:r>
              <a:endPara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cxnSp>
          <p:nvCxnSpPr>
            <p:cNvPr id="24" name="直接连接符 23"/>
            <p:cNvCxnSpPr/>
            <p:nvPr>
              <p:custDataLst>
                <p:tags r:id="rId7"/>
              </p:custDataLst>
            </p:nvPr>
          </p:nvCxnSpPr>
          <p:spPr>
            <a:xfrm>
              <a:off x="1770587" y="2627329"/>
              <a:ext cx="9768018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776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2553891" y="1871902"/>
              <a:ext cx="11999378" cy="6750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buNone/>
              </a:pPr>
              <a:r>
                <a:rPr lang="en-US" altLang="en-US" sz="3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</a:t>
              </a:r>
              <a:r>
                <a:rPr lang="en-US" altLang="en-US" sz="32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判断</a:t>
              </a:r>
              <a:r>
                <a:rPr lang="en-US" altLang="en-US" sz="3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给定集合间的</a:t>
              </a:r>
              <a:r>
                <a:rPr lang="en-US" altLang="en-US" sz="3200" b="1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包含、真包含、相等</a:t>
              </a:r>
              <a:r>
                <a:rPr lang="en-US" altLang="en-US" sz="3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</a:t>
              </a:r>
              <a:endParaRPr lang="en-US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椭圆 30"/>
          <p:cNvSpPr/>
          <p:nvPr>
            <p:custDataLst>
              <p:tags r:id="rId9"/>
            </p:custDataLst>
          </p:nvPr>
        </p:nvSpPr>
        <p:spPr>
          <a:xfrm>
            <a:off x="1354138" y="2911475"/>
            <a:ext cx="354013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3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0"/>
            </p:custDataLst>
          </p:nvPr>
        </p:nvCxnSpPr>
        <p:spPr>
          <a:xfrm>
            <a:off x="1255713" y="3316288"/>
            <a:ext cx="74596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760" name="文本框 34"/>
          <p:cNvSpPr txBox="1"/>
          <p:nvPr>
            <p:custDataLst>
              <p:tags r:id="rId11"/>
            </p:custDataLst>
          </p:nvPr>
        </p:nvSpPr>
        <p:spPr>
          <a:xfrm>
            <a:off x="1844675" y="2724150"/>
            <a:ext cx="7346950" cy="6842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buNone/>
            </a:pPr>
            <a:r>
              <a:rPr lang="en-US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lang="en-US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写出</a:t>
            </a:r>
            <a:r>
              <a:rPr lang="en-US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给定集合的所有</a:t>
            </a:r>
            <a:r>
              <a:rPr lang="en-US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子集、真子集</a:t>
            </a:r>
            <a:endParaRPr lang="en-US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椭圆 36"/>
          <p:cNvSpPr/>
          <p:nvPr>
            <p:custDataLst>
              <p:tags r:id="rId12"/>
            </p:custDataLst>
          </p:nvPr>
        </p:nvSpPr>
        <p:spPr>
          <a:xfrm>
            <a:off x="1354138" y="3886200"/>
            <a:ext cx="354013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4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13"/>
            </p:custDataLst>
          </p:nvPr>
        </p:nvCxnSpPr>
        <p:spPr>
          <a:xfrm>
            <a:off x="1255713" y="4289425"/>
            <a:ext cx="751998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763" name="文本框 38"/>
          <p:cNvSpPr txBox="1"/>
          <p:nvPr>
            <p:custDataLst>
              <p:tags r:id="rId14"/>
            </p:custDataLst>
          </p:nvPr>
        </p:nvSpPr>
        <p:spPr>
          <a:xfrm>
            <a:off x="1844675" y="3686175"/>
            <a:ext cx="8126413" cy="463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buNone/>
            </a:pPr>
            <a:r>
              <a:rPr lang="en-US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能根据集合间的关系</a:t>
            </a:r>
            <a:r>
              <a:rPr lang="en-US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求解参数</a:t>
            </a:r>
            <a:r>
              <a:rPr lang="en-US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范围或取值</a:t>
            </a:r>
            <a:endParaRPr lang="en-US" altLang="en-US" sz="3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764" name="文本框 49"/>
          <p:cNvSpPr txBox="1"/>
          <p:nvPr>
            <p:custDataLst>
              <p:tags r:id="rId15"/>
            </p:custDataLst>
          </p:nvPr>
        </p:nvSpPr>
        <p:spPr>
          <a:xfrm>
            <a:off x="1200150" y="188913"/>
            <a:ext cx="5011738" cy="6873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本节课你学会了吗？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/>
          <p:cNvSpPr/>
          <p:nvPr>
            <p:custDataLst>
              <p:tags r:id="rId16"/>
            </p:custDataLst>
          </p:nvPr>
        </p:nvSpPr>
        <p:spPr>
          <a:xfrm>
            <a:off x="1354138" y="2038350"/>
            <a:ext cx="354013" cy="355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2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cxnSp>
        <p:nvCxnSpPr>
          <p:cNvPr id="3" name="直接连接符 2"/>
          <p:cNvCxnSpPr/>
          <p:nvPr>
            <p:custDataLst>
              <p:tags r:id="rId17"/>
            </p:custDataLst>
          </p:nvPr>
        </p:nvCxnSpPr>
        <p:spPr>
          <a:xfrm>
            <a:off x="1255713" y="2443163"/>
            <a:ext cx="7459663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767" name="文本框 3"/>
          <p:cNvSpPr txBox="1"/>
          <p:nvPr>
            <p:custDataLst>
              <p:tags r:id="rId18"/>
            </p:custDataLst>
          </p:nvPr>
        </p:nvSpPr>
        <p:spPr>
          <a:xfrm>
            <a:off x="1844675" y="1851025"/>
            <a:ext cx="9828213" cy="6842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buNone/>
            </a:pPr>
            <a:r>
              <a:rPr lang="en-US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能准确区分和书写集合的关系</a:t>
            </a:r>
            <a:r>
              <a:rPr lang="en-US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</a:t>
            </a:r>
            <a:r>
              <a:rPr lang="en-US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，会画</a:t>
            </a:r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Venn</a:t>
            </a:r>
            <a:r>
              <a:rPr lang="en-US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en-US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2768" name="组合 5"/>
          <p:cNvGrpSpPr/>
          <p:nvPr/>
        </p:nvGrpSpPr>
        <p:grpSpPr>
          <a:xfrm>
            <a:off x="0" y="4529138"/>
            <a:ext cx="1262063" cy="955675"/>
            <a:chOff x="-5475" y="-1"/>
            <a:chExt cx="1261620" cy="955745"/>
          </a:xfrm>
        </p:grpSpPr>
        <p:sp>
          <p:nvSpPr>
            <p:cNvPr id="6" name="直角三角形 5"/>
            <p:cNvSpPr/>
            <p:nvPr>
              <p:custDataLst>
                <p:tags r:id="rId19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7" name="直角三角形 6"/>
            <p:cNvSpPr/>
            <p:nvPr>
              <p:custDataLst>
                <p:tags r:id="rId20"/>
              </p:custDataLst>
            </p:nvPr>
          </p:nvSpPr>
          <p:spPr>
            <a:xfrm flipV="1">
              <a:off x="-5475" y="-1"/>
              <a:ext cx="1102926" cy="836673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02769" name="文本框 49"/>
          <p:cNvSpPr txBox="1"/>
          <p:nvPr>
            <p:custDataLst>
              <p:tags r:id="rId21"/>
            </p:custDataLst>
          </p:nvPr>
        </p:nvSpPr>
        <p:spPr>
          <a:xfrm>
            <a:off x="1255713" y="4678363"/>
            <a:ext cx="5011737" cy="6873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课内作业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770" name="文本框 11"/>
          <p:cNvSpPr txBox="1"/>
          <p:nvPr>
            <p:custDataLst>
              <p:tags r:id="rId22"/>
            </p:custDataLst>
          </p:nvPr>
        </p:nvSpPr>
        <p:spPr>
          <a:xfrm>
            <a:off x="5076825" y="4692650"/>
            <a:ext cx="3084513" cy="508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P9-2</a:t>
            </a:r>
            <a:r>
              <a:rPr lang="en-US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en-US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</a:t>
            </a:r>
            <a:endParaRPr lang="en-US" altLang="zh-CN" sz="36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202771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62063" y="5453063"/>
          <a:ext cx="9615487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23" imgW="3974465" imgH="431800" progId="Equation.KSEE3">
                  <p:embed/>
                </p:oleObj>
              </mc:Choice>
              <mc:Fallback>
                <p:oleObj name="" r:id="rId23" imgW="3974465" imgH="431800" progId="Equation.KSEE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62063" y="5453063"/>
                        <a:ext cx="9615487" cy="104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5"/>
    </p:custData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3778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03779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新知巩固提升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由集合关系求参数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03780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322388" y="892175"/>
          <a:ext cx="9121775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4" imgW="3733800" imgH="457200" progId="Equation.KSEE3">
                  <p:embed/>
                </p:oleObj>
              </mc:Choice>
              <mc:Fallback>
                <p:oleObj name="" r:id="rId4" imgW="3733800" imgH="457200" progId="Equation.KSEE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22388" y="892175"/>
                        <a:ext cx="9121775" cy="1122363"/>
                      </a:xfrm>
                      <a:prstGeom prst="rect">
                        <a:avLst/>
                      </a:prstGeom>
                      <a:solidFill>
                        <a:srgbClr val="E0F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5125" y="2103438"/>
          <a:ext cx="34528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6" imgW="1485900" imgH="215900" progId="Equation.KSEE3">
                  <p:embed/>
                </p:oleObj>
              </mc:Choice>
              <mc:Fallback>
                <p:oleObj name="" r:id="rId6" imgW="1485900" imgH="215900" progId="Equation.KSEE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5125" y="2103438"/>
                        <a:ext cx="3452813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5125" y="2586038"/>
          <a:ext cx="45545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8" imgW="1993900" imgH="203200" progId="Equation.KSEE3">
                  <p:embed/>
                </p:oleObj>
              </mc:Choice>
              <mc:Fallback>
                <p:oleObj name="" r:id="rId8" imgW="1993900" imgH="203200" progId="Equation.KSEE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5125" y="2586038"/>
                        <a:ext cx="4554538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12901" y="1244219"/>
            <a:ext cx="2053590" cy="778510"/>
          </a:xfrm>
          <a:prstGeom prst="rect">
            <a:avLst/>
          </a:prstGeom>
          <a:blipFill rotWithShape="0">
            <a:blip r:embed="rId10"/>
            <a:stretch>
              <a:fillRect l="-28" t="-33" r="28" b="33"/>
            </a:stretch>
          </a:blipFill>
        </p:spPr>
        <p:txBody>
          <a:bodyPr/>
          <a:lstStyle/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kern="1200" cap="none" spc="0" normalizeH="0" baseline="0" noProof="1">
                <a:noFill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 </a:t>
            </a:r>
            <a:endParaRPr kumimoji="0" lang="zh-CN" altLang="en-US" kern="1200" cap="none" spc="0" normalizeH="0" baseline="0" noProof="1">
              <a:noFill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5125" y="3113088"/>
          <a:ext cx="63547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1" imgW="2743200" imgH="215900" progId="Equation.KSEE3">
                  <p:embed/>
                </p:oleObj>
              </mc:Choice>
              <mc:Fallback>
                <p:oleObj name="" r:id="rId11" imgW="2743200" imgH="215900" progId="Equation.KSEE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5125" y="3113088"/>
                        <a:ext cx="6354763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5125" y="4349750"/>
          <a:ext cx="55673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3" imgW="2362200" imgH="393700" progId="Equation.KSEE3">
                  <p:embed/>
                </p:oleObj>
              </mc:Choice>
              <mc:Fallback>
                <p:oleObj name="" r:id="rId13" imgW="2362200" imgH="393700" progId="Equation.KSEE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5125" y="4349750"/>
                        <a:ext cx="5567363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/>
          <p:cNvSpPr txBox="1"/>
          <p:nvPr/>
        </p:nvSpPr>
        <p:spPr>
          <a:xfrm>
            <a:off x="6942138" y="1492250"/>
            <a:ext cx="4948237" cy="522288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关键：考虑子集为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空集</a:t>
            </a:r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的情况</a:t>
            </a:r>
            <a:endParaRPr lang="zh-CN" altLang="en-US" sz="2800" b="1" dirty="0"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graphicFrame>
        <p:nvGraphicFramePr>
          <p:cNvPr id="3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66938" y="3576638"/>
          <a:ext cx="45529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5" imgW="1930400" imgH="393700" progId="Equation.KSEE3">
                  <p:embed/>
                </p:oleObj>
              </mc:Choice>
              <mc:Fallback>
                <p:oleObj name="" r:id="rId15" imgW="1930400" imgH="393700" progId="Equation.KSEE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166938" y="3576638"/>
                        <a:ext cx="455295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54063" y="5649913"/>
          <a:ext cx="11136312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7" imgW="4559300" imgH="457200" progId="Equation.KSEE3">
                  <p:embed/>
                </p:oleObj>
              </mc:Choice>
              <mc:Fallback>
                <p:oleObj name="" r:id="rId17" imgW="4559300" imgH="457200" progId="Equation.KSEE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54063" y="5649913"/>
                        <a:ext cx="11136312" cy="1123950"/>
                      </a:xfrm>
                      <a:prstGeom prst="rect">
                        <a:avLst/>
                      </a:prstGeom>
                      <a:solidFill>
                        <a:srgbClr val="E0F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13588" y="2103438"/>
          <a:ext cx="34528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9" imgW="1485900" imgH="215900" progId="Equation.KSEE3">
                  <p:embed/>
                </p:oleObj>
              </mc:Choice>
              <mc:Fallback>
                <p:oleObj name="" r:id="rId19" imgW="1485900" imgH="215900" progId="Equation.KSEE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13588" y="2103438"/>
                        <a:ext cx="3452812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13588" y="2574925"/>
          <a:ext cx="46037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0" imgW="1981200" imgH="203200" progId="Equation.KSEE3">
                  <p:embed/>
                </p:oleObj>
              </mc:Choice>
              <mc:Fallback>
                <p:oleObj name="" r:id="rId20" imgW="1981200" imgH="203200" progId="Equation.KSEE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113588" y="2574925"/>
                        <a:ext cx="460375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13588" y="3022600"/>
          <a:ext cx="34242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22" imgW="1473200" imgH="393700" progId="Equation.KSEE3">
                  <p:embed/>
                </p:oleObj>
              </mc:Choice>
              <mc:Fallback>
                <p:oleObj name="" r:id="rId22" imgW="1473200" imgH="393700" progId="Equation.KSEE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113588" y="3022600"/>
                        <a:ext cx="3424237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13588" y="3848100"/>
          <a:ext cx="42513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24" imgW="1828800" imgH="393700" progId="Equation.KSEE3">
                  <p:embed/>
                </p:oleObj>
              </mc:Choice>
              <mc:Fallback>
                <p:oleObj name="" r:id="rId24" imgW="1828800" imgH="393700" progId="Equation.KSEE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113588" y="3848100"/>
                        <a:ext cx="4251325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29463" y="4714875"/>
          <a:ext cx="38036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26" imgW="1612900" imgH="393700" progId="Equation.KSEE3">
                  <p:embed/>
                </p:oleObj>
              </mc:Choice>
              <mc:Fallback>
                <p:oleObj name="" r:id="rId26" imgW="1612900" imgH="393700" progId="Equation.KSEE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129463" y="4714875"/>
                        <a:ext cx="3803650" cy="93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圆角矩形 29"/>
          <p:cNvSpPr/>
          <p:nvPr/>
        </p:nvSpPr>
        <p:spPr>
          <a:xfrm>
            <a:off x="9328150" y="906463"/>
            <a:ext cx="1114425" cy="5429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6942138" y="2066925"/>
            <a:ext cx="0" cy="34512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8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30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4802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04803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新知巩固提升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由集合关系求参数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0480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7538" y="1049338"/>
          <a:ext cx="1089342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4" imgW="4635500" imgH="457200" progId="Equation.KSEE3">
                  <p:embed/>
                </p:oleObj>
              </mc:Choice>
              <mc:Fallback>
                <p:oleObj name="" r:id="rId4" imgW="4635500" imgH="457200" progId="Equation.KSEE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7538" y="1049338"/>
                        <a:ext cx="10893425" cy="1079500"/>
                      </a:xfrm>
                      <a:prstGeom prst="rect">
                        <a:avLst/>
                      </a:prstGeom>
                      <a:solidFill>
                        <a:srgbClr val="E0F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596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9122" r="21478"/>
          <a:stretch>
            <a:fillRect/>
          </a:stretch>
        </p:blipFill>
        <p:spPr>
          <a:xfrm>
            <a:off x="782638" y="2130425"/>
            <a:ext cx="8948737" cy="47148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28038" y="2990850"/>
          <a:ext cx="2570162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8" imgW="1117600" imgH="482600" progId="Equation.KSEE3">
                  <p:embed/>
                </p:oleObj>
              </mc:Choice>
              <mc:Fallback>
                <p:oleObj name="" r:id="rId8" imgW="1117600" imgH="482600" progId="Equation.KSEE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28038" y="2990850"/>
                        <a:ext cx="2570162" cy="1116013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174163" y="4202113"/>
          <a:ext cx="23368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0" imgW="1016000" imgH="482600" progId="Equation.KSEE3">
                  <p:embed/>
                </p:oleObj>
              </mc:Choice>
              <mc:Fallback>
                <p:oleObj name="" r:id="rId10" imgW="1016000" imgH="482600" progId="Equation.KSEE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174163" y="4202113"/>
                        <a:ext cx="2336800" cy="1117600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720263" y="5513388"/>
          <a:ext cx="23368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2" imgW="1016000" imgH="482600" progId="Equation.KSEE3">
                  <p:embed/>
                </p:oleObj>
              </mc:Choice>
              <mc:Fallback>
                <p:oleObj name="" r:id="rId12" imgW="1016000" imgH="482600" progId="Equation.KSEE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720263" y="5513388"/>
                        <a:ext cx="2336800" cy="1117600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4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826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05827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新知巩固提升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由集合关系求参数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05828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5963" y="1133475"/>
          <a:ext cx="8467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4" imgW="3467100" imgH="215900" progId="Equation.KSEE3">
                  <p:embed/>
                </p:oleObj>
              </mc:Choice>
              <mc:Fallback>
                <p:oleObj name="" r:id="rId4" imgW="3467100" imgH="215900" progId="Equation.KSEE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5963" y="1133475"/>
                        <a:ext cx="8467725" cy="528638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416050" y="1766888"/>
            <a:ext cx="69310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sym typeface="微软雅黑" panose="020B0503020204020204" pitchFamily="34" charset="-122"/>
              </a:rPr>
              <a:t>析：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∵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B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∴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ab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=6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且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=2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，解得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a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=2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，</a:t>
            </a:r>
            <a:r>
              <a:rPr lang="en-US" altLang="zh-CN" sz="2800" b="1" i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b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=3.</a:t>
            </a:r>
            <a:endParaRPr lang="en-US" altLang="zh-CN" sz="2800" b="1" dirty="0">
              <a:solidFill>
                <a:srgbClr val="0070C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80425" y="1017588"/>
            <a:ext cx="387350" cy="5826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205831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9463" y="2486025"/>
          <a:ext cx="8805862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6" imgW="3606165" imgH="241300" progId="Equation.KSEE3">
                  <p:embed/>
                </p:oleObj>
              </mc:Choice>
              <mc:Fallback>
                <p:oleObj name="" r:id="rId6" imgW="3606165" imgH="241300" progId="Equation.KSEE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79463" y="2486025"/>
                        <a:ext cx="8805862" cy="593725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458913" y="3201988"/>
          <a:ext cx="927258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8" imgW="3797300" imgH="241300" progId="Equation.KSEE3">
                  <p:embed/>
                </p:oleObj>
              </mc:Choice>
              <mc:Fallback>
                <p:oleObj name="" r:id="rId8" imgW="3797300" imgH="241300" progId="Equation.KSEE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58913" y="3201988"/>
                        <a:ext cx="9272587" cy="592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73288" y="3784600"/>
          <a:ext cx="784701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0" imgW="3213100" imgH="228600" progId="Equation.KSEE3">
                  <p:embed/>
                </p:oleObj>
              </mc:Choice>
              <mc:Fallback>
                <p:oleObj name="" r:id="rId10" imgW="3213100" imgH="228600" progId="Equation.KSEE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73288" y="3784600"/>
                        <a:ext cx="7847012" cy="561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79688" y="4356100"/>
          <a:ext cx="583088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2" imgW="2387600" imgH="215900" progId="Equation.KSEE3">
                  <p:embed/>
                </p:oleObj>
              </mc:Choice>
              <mc:Fallback>
                <p:oleObj name="" r:id="rId12" imgW="2387600" imgH="215900" progId="Equation.KSEE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79688" y="4356100"/>
                        <a:ext cx="5830887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73288" y="4886325"/>
          <a:ext cx="31940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4" imgW="1308100" imgH="203200" progId="Equation.KSEE3">
                  <p:embed/>
                </p:oleObj>
              </mc:Choice>
              <mc:Fallback>
                <p:oleObj name="" r:id="rId14" imgW="1308100" imgH="203200" progId="Equation.KSEE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173288" y="4886325"/>
                        <a:ext cx="3194050" cy="500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607425" y="2432050"/>
            <a:ext cx="99695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或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微软雅黑" panose="020B0503020204020204" pitchFamily="34" charset="-122"/>
              </a:rPr>
              <a:t>0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6850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06851" name="文本框 1"/>
          <p:cNvSpPr txBox="1"/>
          <p:nvPr>
            <p:custDataLst>
              <p:tags r:id="rId3"/>
            </p:custDataLst>
          </p:nvPr>
        </p:nvSpPr>
        <p:spPr>
          <a:xfrm>
            <a:off x="1096963" y="171450"/>
            <a:ext cx="9285287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新知巩固提升</a:t>
            </a:r>
            <a:r>
              <a:rPr lang="en-US" altLang="zh-CN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由集合关系求参数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06852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1875" y="860425"/>
          <a:ext cx="9242425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4" imgW="3784600" imgH="444500" progId="Equation.KSEE3">
                  <p:embed/>
                </p:oleObj>
              </mc:Choice>
              <mc:Fallback>
                <p:oleObj name="" r:id="rId4" imgW="3784600" imgH="444500" progId="Equation.KSEE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1875" y="860425"/>
                        <a:ext cx="9242425" cy="1090613"/>
                      </a:xfrm>
                      <a:prstGeom prst="rect">
                        <a:avLst/>
                      </a:prstGeom>
                      <a:solidFill>
                        <a:srgbClr val="FFF7E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39913" y="2290763"/>
          <a:ext cx="54895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6" imgW="2247900" imgH="203200" progId="Equation.KSEE3">
                  <p:embed/>
                </p:oleObj>
              </mc:Choice>
              <mc:Fallback>
                <p:oleObj name="" r:id="rId6" imgW="2247900" imgH="203200" progId="Equation.KSEE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9913" y="2290763"/>
                        <a:ext cx="5489575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29488" y="2268538"/>
          <a:ext cx="39687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8" imgW="1625600" imgH="215900" progId="Equation.KSEE3">
                  <p:embed/>
                </p:oleObj>
              </mc:Choice>
              <mc:Fallback>
                <p:oleObj name="" r:id="rId8" imgW="1625600" imgH="215900" progId="Equation.KSEE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9488" y="2268538"/>
                        <a:ext cx="3968750" cy="53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08238" y="2789238"/>
          <a:ext cx="570706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0" imgW="2336800" imgH="393700" progId="Equation.KSEE3">
                  <p:embed/>
                </p:oleObj>
              </mc:Choice>
              <mc:Fallback>
                <p:oleObj name="" r:id="rId10" imgW="2336800" imgH="393700" progId="Equation.KSEE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08238" y="2789238"/>
                        <a:ext cx="5707062" cy="968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276651" y="1017515"/>
            <a:ext cx="997585" cy="776614"/>
          </a:xfrm>
          <a:prstGeom prst="rect">
            <a:avLst/>
          </a:prstGeom>
          <a:blipFill rotWithShape="0">
            <a:blip r:embed="rId12"/>
            <a:stretch>
              <a:fillRect l="-57" t="-33" r="57" b="33"/>
            </a:stretch>
          </a:blipFill>
        </p:spPr>
        <p:txBody>
          <a:bodyPr/>
          <a:lstStyle/>
          <a:p>
            <a:pPr marR="0" defTabSz="914400"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kern="1200" cap="none" spc="0" normalizeH="0" baseline="0" noProof="1">
                <a:noFill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 </a:t>
            </a:r>
            <a:endParaRPr kumimoji="0" lang="zh-CN" altLang="en-US" kern="1200" cap="none" spc="0" normalizeH="0" baseline="0" noProof="1">
              <a:noFill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847013" y="3521075"/>
            <a:ext cx="3881437" cy="3070225"/>
            <a:chOff x="12598" y="2813"/>
            <a:chExt cx="6112" cy="4834"/>
          </a:xfrm>
        </p:grpSpPr>
        <p:grpSp>
          <p:nvGrpSpPr>
            <p:cNvPr id="206858" name="组合 22"/>
            <p:cNvGrpSpPr/>
            <p:nvPr/>
          </p:nvGrpSpPr>
          <p:grpSpPr>
            <a:xfrm>
              <a:off x="12598" y="2813"/>
              <a:ext cx="6112" cy="4835"/>
              <a:chOff x="8053" y="4182"/>
              <a:chExt cx="2777" cy="2777"/>
            </a:xfrm>
          </p:grpSpPr>
          <p:sp>
            <p:nvSpPr>
              <p:cNvPr id="25" name="椭圆 24"/>
              <p:cNvSpPr/>
              <p:nvPr>
                <p:custDataLst>
                  <p:tags r:id="rId13"/>
                </p:custDataLst>
              </p:nvPr>
            </p:nvSpPr>
            <p:spPr>
              <a:xfrm>
                <a:off x="8053" y="4182"/>
                <a:ext cx="2777" cy="2776"/>
              </a:xfrm>
              <a:prstGeom prst="ellipse">
                <a:avLst/>
              </a:prstGeom>
              <a:solidFill>
                <a:schemeClr val="dk2"/>
              </a:solidFill>
              <a:ln w="28575">
                <a:solidFill>
                  <a:schemeClr val="dk1"/>
                </a:solidFill>
              </a:ln>
              <a:effectLst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800" b="0" i="0" u="none" strike="noStrike" kern="1200" cap="none" spc="0" normalizeH="0" baseline="0" noProof="1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6864" name="组合 15"/>
              <p:cNvGrpSpPr/>
              <p:nvPr/>
            </p:nvGrpSpPr>
            <p:grpSpPr>
              <a:xfrm>
                <a:off x="8418" y="4588"/>
                <a:ext cx="2182" cy="2079"/>
                <a:chOff x="1329" y="3896"/>
                <a:chExt cx="4043" cy="3852"/>
              </a:xfrm>
            </p:grpSpPr>
            <p:sp>
              <p:nvSpPr>
                <p:cNvPr id="27" name="椭圆 26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1328" y="3897"/>
                  <a:ext cx="4043" cy="3852"/>
                </a:xfrm>
                <a:prstGeom prst="ellipse">
                  <a:avLst/>
                </a:prstGeom>
                <a:solidFill>
                  <a:srgbClr val="FFFF00"/>
                </a:solidFill>
                <a:ln w="28575">
                  <a:solidFill>
                    <a:schemeClr val="dk1"/>
                  </a:solidFill>
                </a:ln>
                <a:effectLst/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panose="020B0604020202020204" pitchFamily="34" charset="0"/>
                    <a:buNone/>
                    <a:defRPr/>
                  </a:pPr>
                  <a:endParaRPr kumimoji="0" lang="zh-CN" altLang="en-US" sz="2800" b="0" i="0" u="none" strike="noStrike" kern="1200" cap="none" spc="0" normalizeH="0" baseline="0" noProof="1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6867" name="文本框 4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1415" y="5187"/>
                  <a:ext cx="673" cy="87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buNone/>
                  </a:pPr>
                  <a:r>
                    <a:rPr lang="en-US" altLang="zh-CN" sz="2800" b="1" i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6865" name="文本框 1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8104" y="5256"/>
                <a:ext cx="492" cy="47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buNone/>
                </a:pP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28" name="椭圆 27"/>
            <p:cNvSpPr/>
            <p:nvPr>
              <p:custDataLst>
                <p:tags r:id="rId17"/>
              </p:custDataLst>
            </p:nvPr>
          </p:nvSpPr>
          <p:spPr>
            <a:xfrm>
              <a:off x="14305" y="3888"/>
              <a:ext cx="3557" cy="2929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6860" name="文本框 4"/>
            <p:cNvSpPr txBox="1"/>
            <p:nvPr>
              <p:custDataLst>
                <p:tags r:id="rId18"/>
              </p:custDataLst>
            </p:nvPr>
          </p:nvSpPr>
          <p:spPr>
            <a:xfrm>
              <a:off x="14610" y="4733"/>
              <a:ext cx="800" cy="8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19"/>
              </p:custDataLst>
            </p:nvPr>
          </p:nvSpPr>
          <p:spPr>
            <a:xfrm>
              <a:off x="15410" y="4370"/>
              <a:ext cx="2200" cy="2005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dk1"/>
              </a:solidFill>
            </a:ln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6862" name="文本框 4"/>
            <p:cNvSpPr txBox="1"/>
            <p:nvPr>
              <p:custDataLst>
                <p:tags r:id="rId20"/>
              </p:custDataLst>
            </p:nvPr>
          </p:nvSpPr>
          <p:spPr>
            <a:xfrm>
              <a:off x="15715" y="4888"/>
              <a:ext cx="802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buNone/>
              </a:pP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custDataLst>
      <p:tags r:id="rId2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7874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207875" name="文本框 1"/>
          <p:cNvSpPr txBox="1"/>
          <p:nvPr>
            <p:custDataLst>
              <p:tags r:id="rId3"/>
            </p:custDataLst>
          </p:nvPr>
        </p:nvSpPr>
        <p:spPr>
          <a:xfrm>
            <a:off x="1098550" y="158750"/>
            <a:ext cx="9285288" cy="61277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36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对比归纳</a:t>
            </a:r>
            <a:endParaRPr lang="zh-CN" altLang="en-US" sz="36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098550" y="1033463"/>
          <a:ext cx="6513514" cy="2312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6757"/>
                <a:gridCol w="3256757"/>
              </a:tblGrid>
              <a:tr h="4845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元素与集合的关系</a:t>
                      </a: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36" marR="91436" marT="45726" marB="4572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集合与集合的关系</a:t>
                      </a: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91436" marR="91436" marT="45726" marB="4572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9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marT="45726" marB="4572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marT="45726" marB="4572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03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marT="45726" marB="4572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marT="45726" marB="4572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9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marT="45726" marB="4572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36" marR="91436" marT="45726" marB="45726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787525" y="2203450"/>
          <a:ext cx="2105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4" imgW="914400" imgH="203200" progId="Equation.KSEE3">
                  <p:embed/>
                </p:oleObj>
              </mc:Choice>
              <mc:Fallback>
                <p:oleObj name="" r:id="rId4" imgW="914400" imgH="203200" progId="Equation.KSEE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87525" y="2203450"/>
                        <a:ext cx="2105025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43088" y="1587500"/>
          <a:ext cx="17827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6" imgW="774065" imgH="203200" progId="Equation.KSEE3">
                  <p:embed/>
                </p:oleObj>
              </mc:Choice>
              <mc:Fallback>
                <p:oleObj name="" r:id="rId6" imgW="774065" imgH="203200" progId="Equation.KSEE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43088" y="1587500"/>
                        <a:ext cx="1782762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75238" y="1589088"/>
          <a:ext cx="19002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8" imgW="825500" imgH="203200" progId="Equation.KSEE3">
                  <p:embed/>
                </p:oleObj>
              </mc:Choice>
              <mc:Fallback>
                <p:oleObj name="" r:id="rId8" imgW="825500" imgH="203200" progId="Equation.KSEE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75238" y="1589088"/>
                        <a:ext cx="1900237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75238" y="2203450"/>
          <a:ext cx="18415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0" imgW="800100" imgH="203200" progId="Equation.KSEE3">
                  <p:embed/>
                </p:oleObj>
              </mc:Choice>
              <mc:Fallback>
                <p:oleObj name="" r:id="rId10" imgW="800100" imgH="203200" progId="Equation.KSEE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75238" y="2203450"/>
                        <a:ext cx="1841500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73650" y="2547938"/>
          <a:ext cx="22891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2" imgW="914400" imgH="431800" progId="Equation.KSEE3">
                  <p:embed/>
                </p:oleObj>
              </mc:Choice>
              <mc:Fallback>
                <p:oleObj name="" r:id="rId12" imgW="914400" imgH="431800" progId="Equation.KSEE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73650" y="2547938"/>
                        <a:ext cx="2289175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716838" y="1403350"/>
          <a:ext cx="4179887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4" imgW="1803400" imgH="838200" progId="Equation.KSEE3">
                  <p:embed/>
                </p:oleObj>
              </mc:Choice>
              <mc:Fallback>
                <p:oleObj name="" r:id="rId14" imgW="1803400" imgH="838200" progId="Equation.KSEE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716838" y="1403350"/>
                        <a:ext cx="4179887" cy="1943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表格 29"/>
          <p:cNvGraphicFramePr/>
          <p:nvPr/>
        </p:nvGraphicFramePr>
        <p:xfrm>
          <a:off x="1098550" y="3460750"/>
          <a:ext cx="8335963" cy="323215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912721"/>
                <a:gridCol w="4423242"/>
              </a:tblGrid>
              <a:tr h="512546"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实数间的大小关系</a:t>
                      </a:r>
                      <a:endParaRPr lang="zh-CN" altLang="en-US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24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集合间的关系</a:t>
                      </a:r>
                      <a:endParaRPr lang="zh-CN" altLang="en-US" sz="2400" b="1" u="none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52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2800" b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sz="2800" b="1"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≤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endParaRPr lang="en-US" altLang="zh-CN" sz="2800" b="1" u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800" b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2800" b="1" u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474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2800" b="1" i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a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en-US" altLang="zh-CN" sz="2800" b="1" u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3000" b="0" i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3000" b="0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zh-CN" sz="3000" b="0" i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                          )</a:t>
                      </a:r>
                      <a:endParaRPr lang="en-US" altLang="zh-CN" sz="2800" b="1" u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227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2800" b="1" i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sz="2800" b="1"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≤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altLang="zh-CN" sz="2800" b="1" i="1" u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zh-CN" altLang="en-US" sz="2800" b="1" u="none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214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8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若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sz="2800" b="1">
                          <a:latin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≤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，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b</a:t>
                      </a:r>
                      <a:r>
                        <a:rPr sz="2800" b="1">
                          <a:latin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≤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zh-CN" altLang="en-US" sz="2800" b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，则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</a:t>
                      </a:r>
                      <a:r>
                        <a:rPr sz="2800" b="1">
                          <a:latin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≤</a:t>
                      </a:r>
                      <a:r>
                        <a:rPr lang="en-US" altLang="zh-CN" sz="28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endParaRPr lang="en-US" altLang="zh-CN" sz="2800" b="1" u="none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altLang="zh-CN" sz="3000" b="0" i="1" u="none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227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280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若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800" b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2800" b="1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，则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2800" b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altLang="zh-CN" sz="2800" b="1" i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en-US" altLang="zh-CN" sz="2800" b="1" i="1" u="none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3000" b="0" i="1" u="none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zh-CN" sz="3000" b="0" i="1" u="none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3519" name="对象 -2147482548"/>
          <p:cNvGraphicFramePr>
            <a:graphicFrameLocks noChangeAspect="1"/>
          </p:cNvGraphicFramePr>
          <p:nvPr/>
        </p:nvGraphicFramePr>
        <p:xfrm>
          <a:off x="5607050" y="4081463"/>
          <a:ext cx="10572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6" imgW="431800" imgH="190500" progId="Equation.KSEE3">
                  <p:embed/>
                </p:oleObj>
              </mc:Choice>
              <mc:Fallback>
                <p:oleObj name="" r:id="rId16" imgW="431800" imgH="190500" progId="Equation.KSEE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07050" y="4081463"/>
                        <a:ext cx="1057275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2270125" y="4052888"/>
            <a:ext cx="1841500" cy="4778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lnSpc>
                <a:spcPct val="90000"/>
              </a:lnSpc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(</a:t>
            </a:r>
            <a:r>
              <a:rPr kumimoji="0" lang="en-US" altLang="zh-CN" sz="2800" b="1" i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</a:t>
            </a:r>
            <a:r>
              <a:rPr kumimoji="0" lang="en-US" sz="2800" b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=</a:t>
            </a:r>
            <a:r>
              <a:rPr kumimoji="0" lang="en-US" altLang="zh-CN" sz="2800" b="1" i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b</a:t>
            </a:r>
            <a:r>
              <a:rPr kumimoji="0" lang="zh-CN" altLang="en-US" sz="2400" b="1" kern="1200" cap="none" spc="0" normalizeH="0" baseline="0" noProof="1"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或</a:t>
            </a:r>
            <a:r>
              <a:rPr kumimoji="0" lang="en-US" altLang="zh-CN" sz="2800" b="1" i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a</a:t>
            </a:r>
            <a:r>
              <a:rPr kumimoji="0" lang="en-US" sz="2800" b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&lt;</a:t>
            </a:r>
            <a:r>
              <a:rPr kumimoji="0" lang="en-US" sz="2800" b="1" i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b</a:t>
            </a:r>
            <a:r>
              <a:rPr kumimoji="0" lang="en-US" altLang="zh-CN" sz="2800" b="1" kern="1200" cap="none" spc="0" normalizeH="0" baseline="0" noProof="1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)</a:t>
            </a:r>
            <a:endParaRPr kumimoji="0" lang="zh-CN" altLang="en-US" sz="2800" kern="1200" cap="none" spc="0" normalizeH="0" baseline="0" noProof="1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33" name="对象 3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04000" y="3775075"/>
          <a:ext cx="25082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8" imgW="1002665" imgH="431800" progId="Equation.KSEE3">
                  <p:embed/>
                </p:oleObj>
              </mc:Choice>
              <mc:Fallback>
                <p:oleObj name="" r:id="rId18" imgW="1002665" imgH="431800" progId="Equation.KSEE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604000" y="3775075"/>
                        <a:ext cx="2508250" cy="1079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50000" y="4648200"/>
          <a:ext cx="233838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20" imgW="952500" imgH="190500" progId="Equation.KSEE3">
                  <p:embed/>
                </p:oleObj>
              </mc:Choice>
              <mc:Fallback>
                <p:oleObj name="" r:id="rId20" imgW="952500" imgH="190500" progId="Equation.KSEE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350000" y="4648200"/>
                        <a:ext cx="2338388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2270125" y="4621213"/>
            <a:ext cx="2201863" cy="47783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en-US" sz="2800" b="1" dirty="0">
                <a:latin typeface="Times New Roman" panose="02020603050405020304" pitchFamily="18" charset="0"/>
                <a:sym typeface="+mn-ea"/>
              </a:rPr>
              <a:t>且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  <a:sym typeface="+mn-ea"/>
              </a:rPr>
              <a:t>≤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+mn-ea"/>
              </a:rPr>
              <a:t>)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8" name="对象 -2147482548"/>
          <p:cNvGraphicFramePr>
            <a:graphicFrameLocks noChangeAspect="1"/>
          </p:cNvGraphicFramePr>
          <p:nvPr/>
        </p:nvGraphicFramePr>
        <p:xfrm>
          <a:off x="6657975" y="5160963"/>
          <a:ext cx="10588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22" imgW="431800" imgH="190500" progId="Equation.KSEE3">
                  <p:embed/>
                </p:oleObj>
              </mc:Choice>
              <mc:Fallback>
                <p:oleObj name="" r:id="rId22" imgW="431800" imgH="190500" progId="Equation.KSEE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657975" y="5160963"/>
                        <a:ext cx="1058863" cy="468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" name="图片 4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92688" y="5629275"/>
            <a:ext cx="4389437" cy="555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00625" y="6132513"/>
            <a:ext cx="4381500" cy="557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82200" y="354013"/>
            <a:ext cx="1736725" cy="1049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29850" y="3089275"/>
            <a:ext cx="1489075" cy="9921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8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3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3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8898" name="组合 1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3" name="直角三角形 2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1" name="直角三角形 10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5" name="Freeform 9"/>
          <p:cNvSpPr/>
          <p:nvPr>
            <p:custDataLst>
              <p:tags r:id="rId3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dk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pic>
        <p:nvPicPr>
          <p:cNvPr id="208900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901" name="文本框 1"/>
          <p:cNvSpPr txBox="1"/>
          <p:nvPr>
            <p:custDataLst>
              <p:tags r:id="rId6"/>
            </p:custDataLst>
          </p:nvPr>
        </p:nvSpPr>
        <p:spPr>
          <a:xfrm>
            <a:off x="2984500" y="293688"/>
            <a:ext cx="5959475" cy="746125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 anchor="ctr" anchorCtr="0"/>
          <a:p>
            <a:r>
              <a:rPr lang="zh-CN" altLang="en-US" sz="54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课堂小结</a:t>
            </a:r>
            <a:r>
              <a:rPr lang="en-US" altLang="zh-CN" sz="54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5400" b="1" dirty="0">
                <a:solidFill>
                  <a:srgbClr val="B2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区分</a:t>
            </a:r>
            <a:endParaRPr lang="zh-CN" altLang="en-US" sz="5400" b="1" dirty="0">
              <a:solidFill>
                <a:srgbClr val="B285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08902" name="直接连接符 4"/>
          <p:cNvCxnSpPr/>
          <p:nvPr>
            <p:custDataLst>
              <p:tags r:id="rId7"/>
            </p:custDataLst>
          </p:nvPr>
        </p:nvCxnSpPr>
        <p:spPr>
          <a:xfrm>
            <a:off x="2825750" y="1187450"/>
            <a:ext cx="7823200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1939925" y="2084388"/>
            <a:ext cx="6938963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黑体" panose="02010609060101010101" pitchFamily="49" charset="-122"/>
              </a:rPr>
              <a:t>(1,2)是点的坐标，横坐标为1，纵坐标为2；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sym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1939925" y="2603500"/>
            <a:ext cx="7346950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{1,2}是数集，元素有2个，分别为实数1、2；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0"/>
            </p:custDataLst>
          </p:nvPr>
        </p:nvSpPr>
        <p:spPr>
          <a:xfrm>
            <a:off x="1939925" y="3006725"/>
            <a:ext cx="6223000" cy="6302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5000"/>
              </a:lnSpc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{(1,2)}是点集，元素有1个，为(1,2)。</a:t>
            </a:r>
            <a:endParaRPr lang="en-US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1939925" y="1390650"/>
            <a:ext cx="4521200" cy="584200"/>
          </a:xfrm>
          <a:prstGeom prst="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①(1,2)、{1,2}、{(1,2)}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1939925" y="3630613"/>
            <a:ext cx="3359150" cy="584200"/>
          </a:xfrm>
          <a:prstGeom prst="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②{(</a:t>
            </a:r>
            <a:r>
              <a:rPr kumimoji="0" lang="zh-CN" altLang="en-US" sz="3200" b="1" i="1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kumimoji="0" lang="zh-CN" altLang="en-US" sz="3200" b="1" i="1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)}与{(</a:t>
            </a:r>
            <a:r>
              <a:rPr kumimoji="0" lang="zh-CN" altLang="en-US" sz="3200" b="1" i="1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,</a:t>
            </a:r>
            <a:r>
              <a:rPr kumimoji="0" lang="zh-CN" altLang="en-US" sz="3200" b="1" i="1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)}  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3"/>
            </p:custDataLst>
          </p:nvPr>
        </p:nvSpPr>
        <p:spPr>
          <a:xfrm>
            <a:off x="1939925" y="4368800"/>
            <a:ext cx="1808163" cy="584200"/>
          </a:xfrm>
          <a:prstGeom prst="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③</a:t>
            </a:r>
            <a:r>
              <a:rPr kumimoji="0" lang="zh-CN" altLang="en-US" sz="3200" b="1" i="1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、{</a:t>
            </a:r>
            <a:r>
              <a:rPr kumimoji="0" lang="zh-CN" altLang="en-US" sz="3200" b="1" i="1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}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05500" y="4283075"/>
            <a:ext cx="1374775" cy="584200"/>
          </a:xfrm>
          <a:prstGeom prst="rect">
            <a:avLst/>
          </a:prstGeom>
          <a:noFill/>
          <a:ln w="28575" cap="flat" cmpd="sng">
            <a:solidFill>
              <a:srgbClr val="EB3D83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3200" b="1" i="1" dirty="0">
                <a:solidFill>
                  <a:srgbClr val="0D0D0D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srgbClr val="0D0D0D"/>
                </a:solidFill>
                <a:latin typeface="Times New Roman" panose="02020603050405020304" pitchFamily="18" charset="0"/>
              </a:rPr>
              <a:t>∈{</a:t>
            </a:r>
            <a:r>
              <a:rPr lang="zh-CN" altLang="en-US" sz="3200" b="1" i="1" dirty="0">
                <a:solidFill>
                  <a:srgbClr val="0D0D0D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srgbClr val="0D0D0D"/>
                </a:solidFill>
                <a:latin typeface="Times New Roman" panose="02020603050405020304" pitchFamily="18" charset="0"/>
              </a:rPr>
              <a:t>}</a:t>
            </a:r>
            <a:endParaRPr lang="zh-CN" altLang="en-US" sz="3200" b="1" dirty="0">
              <a:solidFill>
                <a:srgbClr val="0D0D0D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910263" y="5065713"/>
            <a:ext cx="1360487" cy="1109662"/>
            <a:chOff x="6680" y="6730"/>
            <a:chExt cx="2144" cy="1748"/>
          </a:xfrm>
        </p:grpSpPr>
        <p:grpSp>
          <p:nvGrpSpPr>
            <p:cNvPr id="208913" name="组合 13"/>
            <p:cNvGrpSpPr/>
            <p:nvPr/>
          </p:nvGrpSpPr>
          <p:grpSpPr>
            <a:xfrm>
              <a:off x="6816" y="6828"/>
              <a:ext cx="1904" cy="1605"/>
              <a:chOff x="6816" y="6828"/>
              <a:chExt cx="2176" cy="1834"/>
            </a:xfrm>
          </p:grpSpPr>
          <p:graphicFrame>
            <p:nvGraphicFramePr>
              <p:cNvPr id="208915" name="对象 1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6816" y="6828"/>
              <a:ext cx="2177" cy="9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3" name="" r:id="rId14" imgW="520700" imgH="215900" progId="Equation.KSEE3">
                      <p:embed/>
                    </p:oleObj>
                  </mc:Choice>
                  <mc:Fallback>
                    <p:oleObj name="" r:id="rId14" imgW="520700" imgH="215900" progId="Equation.KSEE3">
                      <p:embed/>
                      <p:pic>
                        <p:nvPicPr>
                          <p:cNvPr id="0" name="图片 3142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6816" y="6828"/>
                            <a:ext cx="2177" cy="9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8916" name="对象 1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037" y="7718"/>
              <a:ext cx="1835" cy="9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44" name="" r:id="rId16" imgW="419100" imgH="215900" progId="Equation.KSEE3">
                      <p:embed/>
                    </p:oleObj>
                  </mc:Choice>
                  <mc:Fallback>
                    <p:oleObj name="" r:id="rId16" imgW="419100" imgH="215900" progId="Equation.KSEE3">
                      <p:embed/>
                      <p:pic>
                        <p:nvPicPr>
                          <p:cNvPr id="0" name="图片 3143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7037" y="7718"/>
                            <a:ext cx="1835" cy="9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8914" name="矩形 14"/>
            <p:cNvSpPr/>
            <p:nvPr>
              <p:custDataLst>
                <p:tags r:id="rId18"/>
              </p:custDataLst>
            </p:nvPr>
          </p:nvSpPr>
          <p:spPr>
            <a:xfrm>
              <a:off x="6680" y="6730"/>
              <a:ext cx="2144" cy="1748"/>
            </a:xfrm>
            <a:prstGeom prst="rect">
              <a:avLst/>
            </a:prstGeom>
            <a:noFill/>
            <a:ln w="28575" cap="flat" cmpd="sng">
              <a:solidFill>
                <a:srgbClr val="EB3D8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pPr>
                <a:buNone/>
              </a:pPr>
              <a:endPara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1939925" y="5091113"/>
            <a:ext cx="3757613" cy="584200"/>
          </a:xfrm>
          <a:prstGeom prst="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④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{0}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、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∅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、{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∅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}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1" name="肘形连接符 20"/>
          <p:cNvCxnSpPr>
            <a:stCxn id="10" idx="3"/>
            <a:endCxn id="208914" idx="3"/>
          </p:cNvCxnSpPr>
          <p:nvPr/>
        </p:nvCxnSpPr>
        <p:spPr>
          <a:xfrm flipH="1">
            <a:off x="7270750" y="4575175"/>
            <a:ext cx="9525" cy="1046163"/>
          </a:xfrm>
          <a:prstGeom prst="bentConnector3">
            <a:avLst>
              <a:gd name="adj1" fmla="val -2343750"/>
            </a:avLst>
          </a:prstGeom>
          <a:ln w="38100" cap="flat" cmpd="sng">
            <a:solidFill>
              <a:srgbClr val="EB3D83"/>
            </a:solidFill>
            <a:prstDash val="solid"/>
            <a:round/>
            <a:headEnd type="none" w="med" len="med"/>
            <a:tailEnd type="arrow" w="med" len="med"/>
          </a:ln>
        </p:spPr>
      </p:cxnSp>
    </p:spTree>
    <p:custDataLst>
      <p:tags r:id="rId20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9922" name="组合 5"/>
          <p:cNvGrpSpPr/>
          <p:nvPr/>
        </p:nvGrpSpPr>
        <p:grpSpPr>
          <a:xfrm>
            <a:off x="-6350" y="0"/>
            <a:ext cx="1262063" cy="955675"/>
            <a:chOff x="-5475" y="-1"/>
            <a:chExt cx="1261620" cy="955745"/>
          </a:xfrm>
        </p:grpSpPr>
        <p:sp>
          <p:nvSpPr>
            <p:cNvPr id="9" name="直角三角形 8"/>
            <p:cNvSpPr/>
            <p:nvPr>
              <p:custDataLst>
                <p:tags r:id="rId1"/>
              </p:custDataLst>
            </p:nvPr>
          </p:nvSpPr>
          <p:spPr>
            <a:xfrm flipV="1">
              <a:off x="-5475" y="-1"/>
              <a:ext cx="1261620" cy="955745"/>
            </a:xfrm>
            <a:prstGeom prst="rtTriangle">
              <a:avLst/>
            </a:prstGeom>
            <a:solidFill>
              <a:schemeClr val="accent1"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10" name="直角三角形 9"/>
            <p:cNvSpPr/>
            <p:nvPr>
              <p:custDataLst>
                <p:tags r:id="rId2"/>
              </p:custDataLst>
            </p:nvPr>
          </p:nvSpPr>
          <p:spPr>
            <a:xfrm flipV="1">
              <a:off x="-5475" y="-1"/>
              <a:ext cx="1102926" cy="836674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sp>
        <p:nvSpPr>
          <p:cNvPr id="15" name="Freeform 9"/>
          <p:cNvSpPr/>
          <p:nvPr>
            <p:custDataLst>
              <p:tags r:id="rId3"/>
            </p:custDataLst>
          </p:nvPr>
        </p:nvSpPr>
        <p:spPr>
          <a:xfrm>
            <a:off x="11042650" y="4289425"/>
            <a:ext cx="1127125" cy="2254250"/>
          </a:xfrm>
          <a:custGeom>
            <a:avLst/>
            <a:gdLst>
              <a:gd name="connsiteX0" fmla="*/ 852673 w 852673"/>
              <a:gd name="connsiteY0" fmla="*/ 0 h 1705350"/>
              <a:gd name="connsiteX1" fmla="*/ 852671 w 852673"/>
              <a:gd name="connsiteY1" fmla="*/ 1705350 h 1705350"/>
              <a:gd name="connsiteX2" fmla="*/ 0 w 852673"/>
              <a:gd name="connsiteY2" fmla="*/ 852676 h 170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2673" h="1705350">
                <a:moveTo>
                  <a:pt x="852673" y="0"/>
                </a:moveTo>
                <a:lnTo>
                  <a:pt x="852671" y="1705350"/>
                </a:lnTo>
                <a:lnTo>
                  <a:pt x="0" y="852676"/>
                </a:lnTo>
                <a:close/>
              </a:path>
            </a:pathLst>
          </a:custGeom>
          <a:noFill/>
          <a:ln w="76200" cap="rnd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1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dk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pic>
        <p:nvPicPr>
          <p:cNvPr id="209924" name="图片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5400000">
            <a:off x="11117263" y="5159375"/>
            <a:ext cx="1428750" cy="714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6311" name="Rectangle 3"/>
          <p:cNvSpPr>
            <a:spLocks noGrp="1" noChangeArrowheads="1"/>
          </p:cNvSpPr>
          <p:nvPr>
            <p:ph type="ctrTitle" idx="4294967295"/>
            <p:custDataLst>
              <p:tags r:id="rId6"/>
            </p:custDataLst>
          </p:nvPr>
        </p:nvSpPr>
        <p:spPr>
          <a:xfrm>
            <a:off x="722313" y="1192213"/>
            <a:ext cx="10745788" cy="1368425"/>
          </a:xfrm>
        </p:spPr>
        <p:txBody>
          <a:bodyPr wrap="none" lIns="90170" tIns="46990" rIns="90170" bIns="4699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000" b="1" i="0" u="none" strike="noStrike" kern="1200" cap="none" spc="200" normalizeH="0" baseline="0" noProof="0" smtClean="0">
                <a:ln>
                  <a:noFill/>
                </a:ln>
                <a:solidFill>
                  <a:srgbClr val="B28500"/>
                </a:solidFill>
                <a:effectLst/>
                <a:uLnTx/>
                <a:uFillTx/>
                <a:latin typeface="华文彩云" panose="02010800040101010101" pitchFamily="2" charset="-122"/>
                <a:ea typeface="华文彩云" panose="02010800040101010101" pitchFamily="2" charset="-122"/>
                <a:cs typeface="+mj-cs"/>
                <a:sym typeface="微软雅黑" panose="020B0503020204020204" pitchFamily="34" charset="-122"/>
              </a:rPr>
              <a:t>好学数学</a:t>
            </a:r>
            <a:r>
              <a:rPr kumimoji="0" lang="en-US" altLang="zh-CN" sz="6000" b="1" i="0" u="none" strike="noStrike" kern="1200" cap="none" spc="200" normalizeH="0" baseline="0" noProof="0" smtClean="0">
                <a:ln>
                  <a:noFill/>
                </a:ln>
                <a:solidFill>
                  <a:srgbClr val="B28500"/>
                </a:solidFill>
                <a:effectLst/>
                <a:uLnTx/>
                <a:uFillTx/>
                <a:latin typeface="华文彩云" panose="02010800040101010101" pitchFamily="2" charset="-122"/>
                <a:ea typeface="华文彩云" panose="02010800040101010101" pitchFamily="2" charset="-122"/>
                <a:cs typeface="+mj-cs"/>
                <a:sym typeface="微软雅黑" panose="020B0503020204020204" pitchFamily="34" charset="-122"/>
              </a:rPr>
              <a:t> </a:t>
            </a:r>
            <a:r>
              <a:rPr kumimoji="0" lang="zh-CN" altLang="en-US" sz="6000" b="1" i="0" u="none" strike="noStrike" kern="1200" cap="none" spc="200" normalizeH="0" baseline="0" noProof="0" smtClean="0">
                <a:ln>
                  <a:noFill/>
                </a:ln>
                <a:solidFill>
                  <a:srgbClr val="B28500"/>
                </a:solidFill>
                <a:effectLst/>
                <a:uLnTx/>
                <a:uFillTx/>
                <a:latin typeface="华文彩云" panose="02010800040101010101" pitchFamily="2" charset="-122"/>
                <a:ea typeface="华文彩云" panose="02010800040101010101" pitchFamily="2" charset="-122"/>
                <a:cs typeface="+mj-cs"/>
                <a:sym typeface="微软雅黑" panose="020B0503020204020204" pitchFamily="34" charset="-122"/>
              </a:rPr>
              <a:t>数学好学</a:t>
            </a:r>
            <a:r>
              <a:rPr kumimoji="0" lang="en-US" altLang="zh-CN" sz="6000" b="1" i="0" u="none" strike="noStrike" kern="1200" cap="none" spc="200" normalizeH="0" baseline="0" noProof="0" smtClean="0">
                <a:ln>
                  <a:noFill/>
                </a:ln>
                <a:solidFill>
                  <a:srgbClr val="B28500"/>
                </a:solidFill>
                <a:effectLst/>
                <a:uLnTx/>
                <a:uFillTx/>
                <a:latin typeface="华文彩云" panose="02010800040101010101" pitchFamily="2" charset="-122"/>
                <a:ea typeface="华文彩云" panose="02010800040101010101" pitchFamily="2" charset="-122"/>
                <a:cs typeface="+mj-cs"/>
                <a:sym typeface="微软雅黑" panose="020B0503020204020204" pitchFamily="34" charset="-122"/>
              </a:rPr>
              <a:t> </a:t>
            </a:r>
            <a:r>
              <a:rPr kumimoji="0" lang="zh-CN" altLang="en-US" sz="6000" b="1" i="0" u="none" strike="noStrike" kern="1200" cap="none" spc="200" normalizeH="0" baseline="0" noProof="0" smtClean="0">
                <a:ln>
                  <a:noFill/>
                </a:ln>
                <a:solidFill>
                  <a:srgbClr val="B28500"/>
                </a:solidFill>
                <a:effectLst/>
                <a:uLnTx/>
                <a:uFillTx/>
                <a:latin typeface="华文彩云" panose="02010800040101010101" pitchFamily="2" charset="-122"/>
                <a:ea typeface="华文彩云" panose="02010800040101010101" pitchFamily="2" charset="-122"/>
                <a:cs typeface="+mj-cs"/>
                <a:sym typeface="微软雅黑" panose="020B0503020204020204" pitchFamily="34" charset="-122"/>
              </a:rPr>
              <a:t>学好数学</a:t>
            </a:r>
            <a:endParaRPr kumimoji="0" lang="zh-CN" altLang="en-US" sz="6000" b="1" i="0" u="none" strike="noStrike" kern="1200" cap="none" spc="200" normalizeH="0" baseline="0" noProof="0" smtClean="0">
              <a:ln>
                <a:noFill/>
              </a:ln>
              <a:solidFill>
                <a:srgbClr val="B28500"/>
              </a:solidFill>
              <a:effectLst/>
              <a:uLnTx/>
              <a:uFillTx/>
              <a:latin typeface="华文彩云" panose="02010800040101010101" pitchFamily="2" charset="-122"/>
              <a:ea typeface="华文彩云" panose="02010800040101010101" pitchFamily="2" charset="-122"/>
              <a:cs typeface="+mj-cs"/>
              <a:sym typeface="微软雅黑" panose="020B0503020204020204" pitchFamily="34" charset="-122"/>
            </a:endParaRPr>
          </a:p>
        </p:txBody>
      </p:sp>
      <p:pic>
        <p:nvPicPr>
          <p:cNvPr id="209926" name="Picture 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000250" y="3178175"/>
            <a:ext cx="8320088" cy="31210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9"/>
    </p:custDataLst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47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47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47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8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8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9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9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60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6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0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61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61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2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6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0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6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6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7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2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7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7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74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4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75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7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84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84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8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8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9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8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8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8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9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9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9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9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7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9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9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9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9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9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9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9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0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0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00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0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0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0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0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0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01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101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0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01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01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10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10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4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10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  <p:tag name="KSO_WM_SLIDE_BACKGROUND_MASK_FLAG" val="1"/>
</p:tagLst>
</file>

<file path=ppt/tags/tag10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110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110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</p:tagLst>
</file>

<file path=ppt/tags/tag110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0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10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0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111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3*i*5"/>
  <p:tag name="KSO_WM_UNIT_LAYERLEVEL" val="1"/>
  <p:tag name="KSO_WM_TAG_VERSION" val="1.0"/>
  <p:tag name="KSO_WM_BEAUTIFY_FLAG" val="#wm#"/>
</p:tagLst>
</file>

<file path=ppt/tags/tag111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11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11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111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111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12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112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112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1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1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1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3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14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114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14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14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14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4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4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1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3"/>
</p:tagLst>
</file>

<file path=ppt/tags/tag1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52.xml><?xml version="1.0" encoding="utf-8"?>
<p:tagLst xmlns:p="http://schemas.openxmlformats.org/presentationml/2006/main">
  <p:tag name="KSO_WM_UNIT_SHOW_EDIT_AREA_INDICATION" val="0"/>
  <p:tag name="KSO_WM_TEMPLATE_THUMBS_INDEX" val="1、4、7、8、10、11、12、13、1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3"/>
</p:tagLst>
</file>

<file path=ppt/tags/tag1153.xml><?xml version="1.0" encoding="utf-8"?>
<p:tagLst xmlns:p="http://schemas.openxmlformats.org/presentationml/2006/main">
  <p:tag name="KSO_WM_UNIT_PLACING_PICTURE_USER_VIEWPORT" val="{&quot;height&quot;:1165,&quot;width&quot;:2555}"/>
</p:tagLst>
</file>

<file path=ppt/tags/tag1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543_7*b*1"/>
  <p:tag name="KSO_WM_TEMPLATE_CATEGORY" val="custom"/>
  <p:tag name="KSO_WM_TEMPLATE_INDEX" val="20202543"/>
  <p:tag name="KSO_WM_UNIT_LAYERLEVEL" val="1"/>
  <p:tag name="KSO_WM_TAG_VERSION" val="1.0"/>
  <p:tag name="KSO_WM_BEAUTIFY_FLAG" val="#wm#"/>
  <p:tag name="KSO_WM_UNIT_PRESET_TEXT" val="单击此处添加文本"/>
  <p:tag name="KSO_WM_UNIT_TEXT_FILL_FORE_SCHEMECOLOR_INDEX_BRIGHTNESS" val="0.15"/>
  <p:tag name="KSO_WM_UNIT_TEXT_FILL_FORE_SCHEMECOLOR_INDEX" val="13"/>
  <p:tag name="KSO_WM_UNIT_TEXT_FILL_TYPE" val="1"/>
</p:tagLst>
</file>

<file path=ppt/tags/tag11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3_7*a*1"/>
  <p:tag name="KSO_WM_TEMPLATE_CATEGORY" val="custom"/>
  <p:tag name="KSO_WM_TEMPLATE_INDEX" val="20202543"/>
  <p:tag name="KSO_WM_UNIT_LAYERLEVEL" val="1"/>
  <p:tag name="KSO_WM_TAG_VERSION" val="1.0"/>
  <p:tag name="KSO_WM_BEAUTIFY_FLAG" val="#wm#"/>
  <p:tag name="KSO_WM_UNIT_PRESET_TEXT" val="单击此处添加标题"/>
</p:tagLst>
</file>

<file path=ppt/tags/tag1156.xml><?xml version="1.0" encoding="utf-8"?>
<p:tagLst xmlns:p="http://schemas.openxmlformats.org/presentationml/2006/main">
  <p:tag name="KSO_WM_BEAUTIFY_FLAG" val=""/>
</p:tagLst>
</file>

<file path=ppt/tags/tag1157.xml><?xml version="1.0" encoding="utf-8"?>
<p:tagLst xmlns:p="http://schemas.openxmlformats.org/presentationml/2006/main">
  <p:tag name="KSO_WM_TAG_VERSION" val="1.0"/>
  <p:tag name="KSO_WM_SLIDE_ITEM_CNT" val="0"/>
  <p:tag name="KSO_WM_SLIDE_LAYOUT" val="a_b_e"/>
  <p:tag name="KSO_WM_SLIDE_LAYOUT_CNT" val="1_1_1"/>
  <p:tag name="KSO_WM_SLIDE_TYPE" val="sectionTitle"/>
  <p:tag name="KSO_WM_BEAUTIFY_FLAG" val="#wm#"/>
  <p:tag name="KSO_WM_COMBINE_RELATE_SLIDE_ID" val="background20176415_1"/>
  <p:tag name="KSO_WM_TEMPLATE_CATEGORY" val="custom"/>
  <p:tag name="KSO_WM_TEMPLATE_INDEX" val="20202543"/>
  <p:tag name="KSO_WM_SLIDE_ID" val="custom20202543_7"/>
  <p:tag name="KSO_WM_SLIDE_INDEX" val="7"/>
  <p:tag name="KSO_WM_TEMPLATE_SUBCATEGORY" val="0"/>
  <p:tag name="KSO_WM_TEMPLATE_THUMBS_INDEX" val="1、4、5、11、12、18、19、25、26、30、35、"/>
  <p:tag name="KSO_WM_TEMPLATE_MASTER_TYPE" val="1"/>
  <p:tag name="KSO_WM_TEMPLATE_COLOR_TYPE" val="1"/>
  <p:tag name="KSO_WM_SLIDE_SUBTYPE" val="pureTxt"/>
</p:tagLst>
</file>

<file path=ppt/tags/tag115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5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6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1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64.xml><?xml version="1.0" encoding="utf-8"?>
<p:tagLst xmlns:p="http://schemas.openxmlformats.org/presentationml/2006/main">
  <p:tag name="KSO_WM_BEAUTIFY_FLAG" val="#wm#"/>
  <p:tag name="KSO_WM_TEMPLATE_CATEGORY" val="custom"/>
  <p:tag name="KSO_WM_TEMPLATE_INDEX" val="470"/>
  <p:tag name="KSO_WM_SLIDE_BK_DARK_LIGHT" val="2"/>
  <p:tag name="KSO_WM_SLIDE_BACKGROUND_TYPE" val="general"/>
</p:tagLst>
</file>

<file path=ppt/tags/tag11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67.xml><?xml version="1.0" encoding="utf-8"?>
<p:tagLst xmlns:p="http://schemas.openxmlformats.org/presentationml/2006/main">
  <p:tag name="KSO_WM_UNIT_FILL_FORE_SCHEMECOLOR_INDEX_BRIGHTNESS" val="0.6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168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1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1.xml><?xml version="1.0" encoding="utf-8"?>
<p:tagLst xmlns:p="http://schemas.openxmlformats.org/presentationml/2006/main">
  <p:tag name="KSO_WM_UNIT_FILL_FORE_SCHEMECOLOR_INDEX_BRIGHTNESS" val="0.6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17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1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1177.xml><?xml version="1.0" encoding="utf-8"?>
<p:tagLst xmlns:p="http://schemas.openxmlformats.org/presentationml/2006/main">
  <p:tag name="KSO_WM_BEAUTIFY_FLAG" val="#wm#"/>
  <p:tag name="KSO_WM_TEMPLATE_CATEGORY" val="custom"/>
  <p:tag name="KSO_WM_TEMPLATE_INDEX" val="470"/>
  <p:tag name="KSO_WM_SLIDE_BK_DARK_LIGHT" val="2"/>
  <p:tag name="KSO_WM_SLIDE_BACKGROUND_TYPE" val="general"/>
</p:tagLst>
</file>

<file path=ppt/tags/tag11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8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183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1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86.xml><?xml version="1.0" encoding="utf-8"?>
<p:tagLst xmlns:p="http://schemas.openxmlformats.org/presentationml/2006/main">
  <p:tag name="KSO_WM_UNIT_FILL_FORE_SCHEMECOLOR_INDEX_BRIGHTNESS" val="0.6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1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8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189.xml><?xml version="1.0" encoding="utf-8"?>
<p:tagLst xmlns:p="http://schemas.openxmlformats.org/presentationml/2006/main">
  <p:tag name="KSO_WM_UNIT_LINE_FORE_SCHEMECOLOR_INDEX_BRIGHTNESS" val="0"/>
  <p:tag name="KSO_WM_UNIT_LINE_FORE_SCHEMECOLOR_INDEX" val="15"/>
  <p:tag name="KSO_WM_UNIT_LINE_FILL_TYPE" val="2"/>
</p:tagLst>
</file>

<file path=ppt/tags/tag119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4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19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9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19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1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1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1.xml><?xml version="1.0" encoding="utf-8"?>
<p:tagLst xmlns:p="http://schemas.openxmlformats.org/presentationml/2006/main">
  <p:tag name="KSO_WM_UNIT_FILL_FORE_SCHEMECOLOR_INDEX_BRIGHTNESS" val="0.6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202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2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05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0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0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09.xml><?xml version="1.0" encoding="utf-8"?>
<p:tagLst xmlns:p="http://schemas.openxmlformats.org/presentationml/2006/main">
  <p:tag name="KSO_WM_UNIT_TABLE_BEAUTIFY" val="smartTable{b99a276c-f473-426d-885a-a6d8b1ae6726}"/>
  <p:tag name="TABLE_ENDDRAG_ORIGIN_RECT" val="593*267"/>
  <p:tag name="TABLE_ENDDRAG_RECT" val="357*245*593*267"/>
</p:tagLst>
</file>

<file path=ppt/tags/tag1210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1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1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14.xml><?xml version="1.0" encoding="utf-8"?>
<p:tagLst xmlns:p="http://schemas.openxmlformats.org/presentationml/2006/main">
  <p:tag name="KSO_WM_UNIT_PLACING_PICTURE_USER_VIEWPORT" val="{&quot;height&quot;:2328,&quot;width&quot;:9444}"/>
</p:tagLst>
</file>

<file path=ppt/tags/tag1215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1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1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19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2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2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23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2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2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2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27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28.xml><?xml version="1.0" encoding="utf-8"?>
<p:tagLst xmlns:p="http://schemas.openxmlformats.org/presentationml/2006/main">
  <p:tag name="KSO_WM_BEAUTIFY_FLAG" val="#wm#"/>
  <p:tag name="KSO_WM_TEMPLATE_CATEGORY" val="custom"/>
  <p:tag name="KSO_WM_TEMPLATE_INDEX" val="66"/>
</p:tagLst>
</file>

<file path=ppt/tags/tag12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3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32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3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3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3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36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3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38.xml><?xml version="1.0" encoding="utf-8"?>
<p:tagLst xmlns:p="http://schemas.openxmlformats.org/presentationml/2006/main">
  <p:tag name="KSO_WM_BEAUTIFY_FLAG" val="#wm#"/>
  <p:tag name="KSO_WM_TEMPLATE_CATEGORY" val="custom"/>
  <p:tag name="KSO_WM_TEMPLATE_INDEX" val="66"/>
</p:tagLst>
</file>

<file path=ppt/tags/tag123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4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4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f66388b8-aaab-43db-b4fa-d5cff606dd50}"/>
  <p:tag name="KSO_WM_UNIT_TYPE" val="i"/>
  <p:tag name="KSO_WM_UNIT_LINE_FORE_SCHEMECOLOR_INDEX_BRIGHTNESS" val="0"/>
  <p:tag name="KSO_WM_UNIT_LINE_FORE_SCHEMECOLOR_INDEX" val="5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124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WM_BEAUTIFY_SHAPE_IDENTITY" val="{6ae1eb85-7063-49a6-b65f-b252a7960833}"/>
</p:tagLst>
</file>

<file path=ppt/tags/tag124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i"/>
  <p:tag name="KSO_WM_UNIT_INDEX" val="1_1"/>
  <p:tag name="KSO_WM_UNIT_ID" val="custom470_8*l_i*1_1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4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i"/>
  <p:tag name="KSO_WM_UNIT_INDEX" val="1_2"/>
  <p:tag name="KSO_WM_UNIT_ID" val="custom470_8*l_i*1_2"/>
  <p:tag name="KSO_WM_UNIT_CLEAR" val="1"/>
  <p:tag name="KSO_WM_UNIT_LAYERLEVEL" val="1_1"/>
  <p:tag name="KSO_WM_DIAGRAM_GROUP_CODE" val="l1-1"/>
  <p:tag name="KSO_WM_UNIT_LINE_FORE_SCHEMECOLOR_INDEX" val="5"/>
  <p:tag name="KSO_WM_UNIT_LINE_FILL_TYPE" val="2"/>
  <p:tag name="KSO_WM_UNIT_USESOURCEFORMAT_APPLY" val="1"/>
</p:tagLst>
</file>

<file path=ppt/tags/tag124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h_f"/>
  <p:tag name="KSO_WM_UNIT_INDEX" val="1_1_1"/>
  <p:tag name="KSO_WM_UNIT_ID" val="custom470_8*l_h_f*1_1_1"/>
  <p:tag name="KSO_WM_UNIT_CLEAR" val="1"/>
  <p:tag name="KSO_WM_UNIT_LAYERLEVEL" val="1_1_1"/>
  <p:tag name="KSO_WM_UNIT_VALUE" val="14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4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i"/>
  <p:tag name="KSO_WM_UNIT_INDEX" val="1_3"/>
  <p:tag name="KSO_WM_UNIT_ID" val="custom470_8*l_i*1_3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4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i"/>
  <p:tag name="KSO_WM_UNIT_INDEX" val="1_4"/>
  <p:tag name="KSO_WM_UNIT_ID" val="custom470_8*l_i*1_4"/>
  <p:tag name="KSO_WM_UNIT_CLEAR" val="1"/>
  <p:tag name="KSO_WM_UNIT_LAYERLEVEL" val="1_1"/>
  <p:tag name="KSO_WM_DIAGRAM_GROUP_CODE" val="l1-1"/>
  <p:tag name="KSO_WM_UNIT_LINE_FORE_SCHEMECOLOR_INDEX" val="5"/>
  <p:tag name="KSO_WM_UNIT_LINE_FILL_TYPE" val="2"/>
  <p:tag name="KSO_WM_UNIT_USESOURCEFORMAT_APPLY" val="1"/>
</p:tagLst>
</file>

<file path=ppt/tags/tag124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h_f"/>
  <p:tag name="KSO_WM_UNIT_INDEX" val="1_2_1"/>
  <p:tag name="KSO_WM_UNIT_ID" val="custom470_8*l_h_f*1_2_1"/>
  <p:tag name="KSO_WM_UNIT_CLEAR" val="1"/>
  <p:tag name="KSO_WM_UNIT_LAYERLEVEL" val="1_1_1"/>
  <p:tag name="KSO_WM_UNIT_VALUE" val="14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4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i"/>
  <p:tag name="KSO_WM_UNIT_INDEX" val="1_5"/>
  <p:tag name="KSO_WM_UNIT_ID" val="custom470_8*l_i*1_5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5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i"/>
  <p:tag name="KSO_WM_UNIT_INDEX" val="1_6"/>
  <p:tag name="KSO_WM_UNIT_ID" val="custom470_8*l_i*1_6"/>
  <p:tag name="KSO_WM_UNIT_CLEAR" val="1"/>
  <p:tag name="KSO_WM_UNIT_LAYERLEVEL" val="1_1"/>
  <p:tag name="KSO_WM_DIAGRAM_GROUP_CODE" val="l1-1"/>
  <p:tag name="KSO_WM_UNIT_LINE_FORE_SCHEMECOLOR_INDEX" val="5"/>
  <p:tag name="KSO_WM_UNIT_LINE_FILL_TYPE" val="2"/>
  <p:tag name="KSO_WM_UNIT_USESOURCEFORMAT_APPLY" val="1"/>
</p:tagLst>
</file>

<file path=ppt/tags/tag125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h_f"/>
  <p:tag name="KSO_WM_UNIT_INDEX" val="1_3_1"/>
  <p:tag name="KSO_WM_UNIT_ID" val="custom470_8*l_h_f*1_3_1"/>
  <p:tag name="KSO_WM_UNIT_CLEAR" val="1"/>
  <p:tag name="KSO_WM_UNIT_LAYERLEVEL" val="1_1_1"/>
  <p:tag name="KSO_WM_UNIT_VALUE" val="14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5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a"/>
  <p:tag name="KSO_WM_UNIT_INDEX" val="1"/>
  <p:tag name="KSO_WM_UNIT_ID" val="custom470_8*a*1"/>
  <p:tag name="KSO_WM_UNIT_CLEAR" val="1"/>
  <p:tag name="KSO_WM_UNIT_LAYERLEVEL" val="1"/>
  <p:tag name="KSO_WM_UNIT_ISCONTENTSTITLE" val="1"/>
  <p:tag name="KSO_WM_UNIT_VALUE" val="5"/>
  <p:tag name="KSO_WM_UNIT_HIGHLIGHT" val="0"/>
  <p:tag name="KSO_WM_UNIT_COMPATIBLE" val="0"/>
  <p:tag name="KSO_WM_UNIT_PRESET_TEXT" val="Content"/>
</p:tagLst>
</file>

<file path=ppt/tags/tag125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i"/>
  <p:tag name="KSO_WM_UNIT_INDEX" val="1_3"/>
  <p:tag name="KSO_WM_UNIT_ID" val="custom470_8*l_i*1_3"/>
  <p:tag name="KSO_WM_UNIT_CLEAR" val="1"/>
  <p:tag name="KSO_WM_UNIT_LAYERLEVEL" val="1_1"/>
  <p:tag name="KSO_WM_DIAGRAM_GROUP_CODE" val="l1-1"/>
  <p:tag name="KSO_WM_UNIT_FILL_FORE_SCHEMECOLOR_INDEX" val="5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25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i"/>
  <p:tag name="KSO_WM_UNIT_INDEX" val="1_4"/>
  <p:tag name="KSO_WM_UNIT_ID" val="custom470_8*l_i*1_4"/>
  <p:tag name="KSO_WM_UNIT_CLEAR" val="1"/>
  <p:tag name="KSO_WM_UNIT_LAYERLEVEL" val="1_1"/>
  <p:tag name="KSO_WM_DIAGRAM_GROUP_CODE" val="l1-1"/>
  <p:tag name="KSO_WM_UNIT_LINE_FORE_SCHEMECOLOR_INDEX" val="5"/>
  <p:tag name="KSO_WM_UNIT_LINE_FILL_TYPE" val="2"/>
  <p:tag name="KSO_WM_UNIT_USESOURCEFORMAT_APPLY" val="1"/>
</p:tagLst>
</file>

<file path=ppt/tags/tag125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h_f"/>
  <p:tag name="KSO_WM_UNIT_INDEX" val="1_2_1"/>
  <p:tag name="KSO_WM_UNIT_ID" val="custom470_8*l_h_f*1_2_1"/>
  <p:tag name="KSO_WM_UNIT_CLEAR" val="1"/>
  <p:tag name="KSO_WM_UNIT_LAYERLEVEL" val="1_1_1"/>
  <p:tag name="KSO_WM_UNIT_VALUE" val="14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5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5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5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a"/>
  <p:tag name="KSO_WM_UNIT_INDEX" val="1"/>
  <p:tag name="KSO_WM_UNIT_ID" val="custom470_8*a*1"/>
  <p:tag name="KSO_WM_UNIT_CLEAR" val="1"/>
  <p:tag name="KSO_WM_UNIT_LAYERLEVEL" val="1"/>
  <p:tag name="KSO_WM_UNIT_ISCONTENTSTITLE" val="1"/>
  <p:tag name="KSO_WM_UNIT_VALUE" val="5"/>
  <p:tag name="KSO_WM_UNIT_HIGHLIGHT" val="0"/>
  <p:tag name="KSO_WM_UNIT_COMPATIBLE" val="0"/>
  <p:tag name="KSO_WM_UNIT_PRESET_TEXT" val="Content"/>
</p:tagLst>
</file>

<file path=ppt/tags/tag125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470"/>
  <p:tag name="KSO_WM_UNIT_TYPE" val="l_h_f"/>
  <p:tag name="KSO_WM_UNIT_INDEX" val="1_1_1"/>
  <p:tag name="KSO_WM_UNIT_ID" val="custom470_8*l_h_f*1_1_1"/>
  <p:tag name="KSO_WM_UNIT_CLEAR" val="1"/>
  <p:tag name="KSO_WM_UNIT_LAYERLEVEL" val="1_1_1"/>
  <p:tag name="KSO_WM_UNIT_VALUE" val="14"/>
  <p:tag name="KSO_WM_UNIT_HIGHLIGHT" val="0"/>
  <p:tag name="KSO_WM_UNIT_COMPATIBLE" val="0"/>
  <p:tag name="KSO_WM_UNIT_PRESET_TEXT_INDEX" val="3"/>
  <p:tag name="KSO_WM_UNIT_PRESET_TEXT_LEN" val="17"/>
  <p:tag name="KSO_WM_DIAGRAM_GROUP_CODE" val="l1-1"/>
  <p:tag name="KSO_WM_UNIT_TEXT_FILL_FORE_SCHEMECOLOR_INDEX" val="5"/>
  <p:tag name="KSO_WM_UNIT_TEXT_FILL_TYPE" val="1"/>
  <p:tag name="KSO_WM_UNIT_USESOURCEFORMAT_APPLY" val="1"/>
</p:tagLst>
</file>

<file path=ppt/tags/tag1260.xml><?xml version="1.0" encoding="utf-8"?>
<p:tagLst xmlns:p="http://schemas.openxmlformats.org/presentationml/2006/main">
  <p:tag name="KSO_WM_TEMPLATE_CATEGORY" val="custom"/>
  <p:tag name="KSO_WM_TEMPLATE_INDEX" val="470"/>
  <p:tag name="KSO_WM_TAG_VERSION" val="1.0"/>
  <p:tag name="KSO_WM_SLIDE_ID" val="custom470_8"/>
  <p:tag name="KSO_WM_SLIDE_INDEX" val="8"/>
  <p:tag name="KSO_WM_SLIDE_ITEM_CNT" val="3"/>
  <p:tag name="KSO_WM_SLIDE_LAYOUT" val="a_l"/>
  <p:tag name="KSO_WM_SLIDE_LAYOUT_CNT" val="1_1"/>
  <p:tag name="KSO_WM_SLIDE_TYPE" val="contents"/>
  <p:tag name="KSO_WM_BEAUTIFY_FLAG" val="#wm#"/>
  <p:tag name="KSO_WM_DIAGRAM_GROUP_CODE" val="l1-1"/>
  <p:tag name="KSO_WM_SLIDE_BK_DARK_LIGHT" val="2"/>
  <p:tag name="KSO_WM_SLIDE_BACKGROUND_TYPE" val="general"/>
</p:tagLst>
</file>

<file path=ppt/tags/tag126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6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6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64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6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68.xml><?xml version="1.0" encoding="utf-8"?>
<p:tagLst xmlns:p="http://schemas.openxmlformats.org/presentationml/2006/main">
  <p:tag name="KSO_WM_UNIT_PLACING_PICTURE_USER_VIEWPORT" val="{&quot;height&quot;:4890,&quot;width&quot;:10737.500787401576}"/>
</p:tagLst>
</file>

<file path=ppt/tags/tag1269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7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72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73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7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77.xml><?xml version="1.0" encoding="utf-8"?>
<p:tagLst xmlns:p="http://schemas.openxmlformats.org/presentationml/2006/main">
  <p:tag name="KSO_WM_UNIT_FILL_FORE_SCHEMECOLOR_INDEX_BRIGHTNESS" val="0.6"/>
  <p:tag name="KSO_WM_UNIT_FILL_FORE_SCHEMECOLOR_INDEX" val="15"/>
  <p:tag name="KSO_WM_UNIT_FILL_TYPE" val="1"/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278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27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1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2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3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2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5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88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89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29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9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29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300e6973-7f72-47e9-b7f9-07755f0aeeb9}"/>
  <p:tag name="KSO_WM_UNIT_TYPE" val="i"/>
  <p:tag name="KSO_WM_UNIT_LINE_FORE_SCHEMECOLOR_INDEX_BRIGHTNESS" val="0"/>
  <p:tag name="KSO_WM_UNIT_LINE_FORE_SCHEMECOLOR_INDEX" val="5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129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WM_BEAUTIFY_SHAPE_IDENTITY" val="{6c2382a6-2ccc-4900-bfd5-c3cde4718c80}"/>
</p:tagLst>
</file>

<file path=ppt/tags/tag129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27"/>
  <p:tag name="KSO_WM_UNIT_ISCONTENTSTITLE" val="0"/>
  <p:tag name="KSO_WM_UNIT_HIGHLIGHT" val="0"/>
  <p:tag name="KSO_WM_UNIT_COMPATIBLE" val="0"/>
  <p:tag name="KSO_WM_UNIT_ID" val="custom66_20*a*1"/>
  <p:tag name="KSO_WM_UNIT_PRESET_TEXT_INDEX" val="0"/>
  <p:tag name="KSO_WM_UNIT_PRESET_TEXT_LEN" val="9"/>
</p:tagLst>
</file>

<file path=ppt/tags/tag1295.xml><?xml version="1.0" encoding="utf-8"?>
<p:tagLst xmlns:p="http://schemas.openxmlformats.org/presentationml/2006/main">
  <p:tag name="KSO_WM_UNIT_LINE_FORE_SCHEMECOLOR_INDEX_BRIGHTNESS" val="0"/>
  <p:tag name="KSO_WM_UNIT_LINE_FORE_SCHEMECOLOR_INDEX" val="15"/>
  <p:tag name="KSO_WM_UNIT_LINE_FILL_TYPE" val="2"/>
</p:tagLst>
</file>

<file path=ppt/tags/tag12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99.xml><?xml version="1.0" encoding="utf-8"?>
<p:tagLst xmlns:p="http://schemas.openxmlformats.org/presentationml/2006/main">
  <p:tag name="KSO_WM_UNIT_TEXT_FILL_FORE_SCHEMECOLOR_INDEX_BRIGHTNESS" val="-0.5"/>
  <p:tag name="KSO_WM_UNIT_TEXT_FILL_FORE_SCHEMECOLOR_INDEX" val="13"/>
  <p:tag name="KSO_WM_UNIT_TEXT_FILL_TYPE" val="1"/>
</p:tagLst>
</file>

<file path=ppt/tags/tag1300.xml><?xml version="1.0" encoding="utf-8"?>
<p:tagLst xmlns:p="http://schemas.openxmlformats.org/presentationml/2006/main">
  <p:tag name="KSO_WM_UNIT_TEXT_FILL_FORE_SCHEMECOLOR_INDEX_BRIGHTNESS" val="-0.5"/>
  <p:tag name="KSO_WM_UNIT_TEXT_FILL_FORE_SCHEMECOLOR_INDEX" val="13"/>
  <p:tag name="KSO_WM_UNIT_TEXT_FILL_TYPE" val="1"/>
</p:tagLst>
</file>

<file path=ppt/tags/tag1301.xml><?xml version="1.0" encoding="utf-8"?>
<p:tagLst xmlns:p="http://schemas.openxmlformats.org/presentationml/2006/main">
  <p:tag name="KSO_WM_UNIT_TEXT_FILL_FORE_SCHEMECOLOR_INDEX_BRIGHTNESS" val="-0.5"/>
  <p:tag name="KSO_WM_UNIT_TEXT_FILL_FORE_SCHEMECOLOR_INDEX" val="13"/>
  <p:tag name="KSO_WM_UNIT_TEXT_FILL_TYPE" val="1"/>
</p:tagLst>
</file>

<file path=ppt/tags/tag13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303.xml><?xml version="1.0" encoding="utf-8"?>
<p:tagLst xmlns:p="http://schemas.openxmlformats.org/presentationml/2006/main">
  <p:tag name="KSO_WM_UNIT_TEXT_FILL_FORE_SCHEMECOLOR_INDEX_BRIGHTNESS" val="-0.5"/>
  <p:tag name="KSO_WM_UNIT_TEXT_FILL_FORE_SCHEMECOLOR_INDEX" val="13"/>
  <p:tag name="KSO_WM_UNIT_TEXT_FILL_TYPE" val="1"/>
</p:tagLst>
</file>

<file path=ppt/tags/tag1304.xml><?xml version="1.0" encoding="utf-8"?>
<p:tagLst xmlns:p="http://schemas.openxmlformats.org/presentationml/2006/main">
  <p:tag name="KSO_WM_SLIDE_ID" val="custom66_20"/>
  <p:tag name="KSO_WM_SLIDE_INDEX" val="20"/>
  <p:tag name="KSO_WM_SLIDE_LAYOUT" val="a_b_n"/>
  <p:tag name="KSO_WM_SLIDE_LAYOUT_CNT" val="1_1_1"/>
  <p:tag name="KSO_WM_SLIDE_TYPE" val="text"/>
  <p:tag name="KSO_WM_BEAUTIFY_FLAG" val="#wm#"/>
  <p:tag name="KSO_WM_SLIDE_POSITION" val="122*58"/>
  <p:tag name="KSO_WM_SLIDE_SIZE" val="562*411"/>
  <p:tag name="KSO_WM_SLIDE_ITEM_CNT" val="3"/>
  <p:tag name="KSO_WM_TEMPLATE_CATEGORY" val="custom"/>
  <p:tag name="KSO_WM_TEMPLATE_INDEX" val="66"/>
  <p:tag name="KSO_WM_TAG_VERSION" val="1.0"/>
  <p:tag name="KSO_WM_DIAGRAM_GROUP_CODE" val="n1-1"/>
  <p:tag name="KSO_WM_SLIDE_BK_DARK_LIGHT" val="2"/>
  <p:tag name="KSO_WM_SLIDE_BACKGROUND_TYPE" val="general"/>
</p:tagLst>
</file>

<file path=ppt/tags/tag13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3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130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abf453ad-efbd-470a-9b5c-ccaf43abaa9a}"/>
  <p:tag name="KSO_WM_UNIT_TYPE" val="i"/>
  <p:tag name="KSO_WM_UNIT_LINE_FORE_SCHEMECOLOR_INDEX_BRIGHTNESS" val="0"/>
  <p:tag name="KSO_WM_UNIT_LINE_FORE_SCHEMECOLOR_INDEX" val="5"/>
  <p:tag name="KSO_WM_UNIT_LINE_FILL_TYPE" val="2"/>
  <p:tag name="KSO_WM_UNIT_TEXT_FILL_FORE_SCHEMECOLOR_INDEX_BRIGHTNESS" val="0.15"/>
  <p:tag name="KSO_WM_UNIT_TEXT_FILL_FORE_SCHEMECOLOR_INDEX" val="13"/>
  <p:tag name="KSO_WM_UNIT_TEXT_FILL_TYPE" val="1"/>
</p:tagLst>
</file>

<file path=ppt/tags/tag130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WM_BEAUTIFY_SHAPE_IDENTITY" val="{9f09f737-7057-4aed-8f32-efdd0f383bae}"/>
</p:tagLst>
</file>

<file path=ppt/tags/tag130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a"/>
  <p:tag name="KSO_WM_UNIT_INDEX" val="1"/>
  <p:tag name="KSO_WM_UNIT_CLEAR" val="1"/>
  <p:tag name="KSO_WM_UNIT_LAYERLEVEL" val="1"/>
  <p:tag name="KSO_WM_UNIT_VALUE" val="10"/>
  <p:tag name="KSO_WM_UNIT_ISCONTENTSTITLE" val="0"/>
  <p:tag name="KSO_WM_UNIT_HIGHLIGHT" val="0"/>
  <p:tag name="KSO_WM_UNIT_COMPATIBLE" val="0"/>
  <p:tag name="KSO_WM_UNIT_ID" val="custom66_39*a*1"/>
  <p:tag name="KSO_WM_UNIT_PRESET_TEXT" val="THANKS!"/>
</p:tagLst>
</file>

<file path=ppt/tags/tag1310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66"/>
  <p:tag name="KSO_WM_UNIT_TYPE" val="d"/>
  <p:tag name="KSO_WM_UNIT_INDEX" val="1"/>
  <p:tag name="KSO_WM_UNIT_CLEAR" val="0"/>
  <p:tag name="KSO_WM_UNIT_LAYERLEVEL" val="1"/>
  <p:tag name="KSO_WM_UNIT_VALUE" val="952*2538"/>
  <p:tag name="KSO_WM_UNIT_HIGHLIGHT" val="0"/>
  <p:tag name="KSO_WM_UNIT_COMPATIBLE" val="0"/>
  <p:tag name="KSO_WM_UNIT_ID" val="custom66_13*d*1"/>
</p:tagLst>
</file>

<file path=ppt/tags/tag1311.xml><?xml version="1.0" encoding="utf-8"?>
<p:tagLst xmlns:p="http://schemas.openxmlformats.org/presentationml/2006/main">
  <p:tag name="KSO_WM_SLIDE_ID" val="custom66_39"/>
  <p:tag name="KSO_WM_SLIDE_INDEX" val="39"/>
  <p:tag name="KSO_WM_SLIDE_LAYOUT" val="a_b"/>
  <p:tag name="KSO_WM_SLIDE_LAYOUT_CNT" val="1_1"/>
  <p:tag name="KSO_WM_SLIDE_TYPE" val="endPage"/>
  <p:tag name="KSO_WM_BEAUTIFY_FLAG" val="#wm#"/>
  <p:tag name="KSO_WM_SLIDE_ITEM_CNT" val="2"/>
  <p:tag name="KSO_WM_TEMPLATE_CATEGORY" val="custom"/>
  <p:tag name="KSO_WM_TEMPLATE_INDEX" val="66"/>
  <p:tag name="KSO_WM_TAG_VERSION" val="1.0"/>
  <p:tag name="KSO_WM_SLIDE_BK_DARK_LIGHT" val="2"/>
  <p:tag name="KSO_WM_SLIDE_BACKGROUND_TYPE" val="general"/>
</p:tagLst>
</file>

<file path=ppt/tags/tag1312.xml><?xml version="1.0" encoding="utf-8"?>
<p:tagLst xmlns:p="http://schemas.openxmlformats.org/presentationml/2006/main">
  <p:tag name="commondata" val="eyJoZGlkIjoiMDBjYjA5NWI2NTcxMjEwMDg2NWEwNjE3MjllZTk2ZjkifQ=="/>
</p:tagLst>
</file>

<file path=ppt/theme/theme1.xml><?xml version="1.0" encoding="utf-8"?>
<a:theme xmlns:a="http://schemas.openxmlformats.org/drawingml/2006/main" name="1_向天歌稻壳儿模板23XIN - 副本">
  <a:themeElements>
    <a:clrScheme name="470.30">
      <a:dk1>
        <a:srgbClr val="4B4B4B"/>
      </a:dk1>
      <a:lt1>
        <a:srgbClr val="FFFFFF"/>
      </a:lt1>
      <a:dk2>
        <a:srgbClr val="4B4B4B"/>
      </a:dk2>
      <a:lt2>
        <a:srgbClr val="FFFFFF"/>
      </a:lt2>
      <a:accent1>
        <a:srgbClr val="EEA126"/>
      </a:accent1>
      <a:accent2>
        <a:srgbClr val="B1AB63"/>
      </a:accent2>
      <a:accent3>
        <a:srgbClr val="32A49D"/>
      </a:accent3>
      <a:accent4>
        <a:srgbClr val="618699"/>
      </a:accent4>
      <a:accent5>
        <a:srgbClr val="AD8C6B"/>
      </a:accent5>
      <a:accent6>
        <a:srgbClr val="9E7A9B"/>
      </a:accent6>
      <a:hlink>
        <a:srgbClr val="D93F60"/>
      </a:hlink>
      <a:folHlink>
        <a:srgbClr val="BABD9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主题​​">
  <a:themeElements>
    <a:clrScheme name="自定义 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FFD865"/>
      </a:accent1>
      <a:accent2>
        <a:srgbClr val="DBE782"/>
      </a:accent2>
      <a:accent3>
        <a:srgbClr val="C2E3A3"/>
      </a:accent3>
      <a:accent4>
        <a:srgbClr val="A3E8C2"/>
      </a:accent4>
      <a:accent5>
        <a:srgbClr val="84ECE0"/>
      </a:accent5>
      <a:accent6>
        <a:srgbClr val="65F2FF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2537</Words>
  <Application>WPS 演示</Application>
  <PresentationFormat/>
  <Paragraphs>394</Paragraphs>
  <Slides>23</Slides>
  <Notes>20</Notes>
  <HiddenSlides>1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10</vt:i4>
      </vt:variant>
      <vt:variant>
        <vt:lpstr>嵌入 OLE 服务器</vt:lpstr>
      </vt:variant>
      <vt:variant>
        <vt:i4>95</vt:i4>
      </vt:variant>
      <vt:variant>
        <vt:lpstr>幻灯片标题</vt:lpstr>
      </vt:variant>
      <vt:variant>
        <vt:i4>23</vt:i4>
      </vt:variant>
    </vt:vector>
  </HeadingPairs>
  <TitlesOfParts>
    <vt:vector size="143" baseType="lpstr">
      <vt:lpstr>Arial</vt:lpstr>
      <vt:lpstr>宋体</vt:lpstr>
      <vt:lpstr>Wingdings</vt:lpstr>
      <vt:lpstr>黑体</vt:lpstr>
      <vt:lpstr>Broadway BT</vt:lpstr>
      <vt:lpstr>汉仪丫丫体简</vt:lpstr>
      <vt:lpstr>微软雅黑</vt:lpstr>
      <vt:lpstr>汉仪旗黑-85S</vt:lpstr>
      <vt:lpstr>Viner Hand ITC</vt:lpstr>
      <vt:lpstr>Calibri</vt:lpstr>
      <vt:lpstr>Times New Roman</vt:lpstr>
      <vt:lpstr>Arial Unicode MS</vt:lpstr>
      <vt:lpstr>华文彩云</vt:lpstr>
      <vt:lpstr>Mongolian Baiti</vt:lpstr>
      <vt:lpstr>细等线拼音字体</vt:lpstr>
      <vt:lpstr>1_向天歌稻壳儿模板23XIN - 副本</vt:lpstr>
      <vt:lpstr>2_Office 主题​​</vt:lpstr>
      <vt:lpstr>1_Office 主题​​</vt:lpstr>
      <vt:lpstr>3_Office 主题​​</vt:lpstr>
      <vt:lpstr>4_Office 主题​​</vt:lpstr>
      <vt:lpstr>5_Office 主题​​</vt:lpstr>
      <vt:lpstr>6_Office 主题​​</vt:lpstr>
      <vt:lpstr>7_Office 主题​​</vt:lpstr>
      <vt:lpstr>8_Office 主题​​</vt:lpstr>
      <vt:lpstr>9_Office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第一章 集合与常用逻辑用语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好学数学 数学好学 学好数学</vt:lpstr>
    </vt:vector>
  </TitlesOfParts>
  <Company>邦达数学</Company>
  <LinksUpToDate>false</LinksUpToDate>
  <SharedDoc>false</SharedDoc>
  <HyperlinksChanged>false</HyperlinksChanged>
  <AppVersion>14.0000</AppVersion>
  <Manager>邦达数学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邦达数学</dc:title>
  <dc:creator>邦达数学</dc:creator>
  <cp:keywords>邦达数学</cp:keywords>
  <dc:description>邦达数学</dc:description>
  <dc:subject>邦达数学</dc:subject>
  <cp:category>邦达数学</cp:category>
  <cp:lastModifiedBy>林建彬²º¹⁸</cp:lastModifiedBy>
  <cp:revision>114</cp:revision>
  <dcterms:created xsi:type="dcterms:W3CDTF">2015-05-05T08:02:00Z</dcterms:created>
  <dcterms:modified xsi:type="dcterms:W3CDTF">2025-02-24T12:28:36Z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615B6A77BE06448999F20E1212193100_12</vt:lpwstr>
  </property>
  <property fmtid="{D5CDD505-2E9C-101B-9397-08002B2CF9AE}" pid="3" name="KSOProductBuildVer">
    <vt:lpwstr>2052-12.1.0.20305</vt:lpwstr>
  </property>
</Properties>
</file>