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  <p:sldMasterId id="2147483679" r:id="rId4"/>
    <p:sldMasterId id="2147483698" r:id="rId5"/>
    <p:sldMasterId id="2147483717" r:id="rId6"/>
    <p:sldMasterId id="2147483736" r:id="rId7"/>
  </p:sldMasterIdLst>
  <p:notesMasterIdLst>
    <p:notesMasterId r:id="rId10"/>
  </p:notesMasterIdLst>
  <p:sldIdLst>
    <p:sldId id="285" r:id="rId8"/>
    <p:sldId id="286" r:id="rId9"/>
    <p:sldId id="287" r:id="rId11"/>
    <p:sldId id="288" r:id="rId12"/>
    <p:sldId id="289" r:id="rId13"/>
    <p:sldId id="305" r:id="rId14"/>
    <p:sldId id="304" r:id="rId15"/>
    <p:sldId id="291" r:id="rId16"/>
    <p:sldId id="307" r:id="rId17"/>
    <p:sldId id="331" r:id="rId18"/>
    <p:sldId id="346" r:id="rId19"/>
    <p:sldId id="333" r:id="rId20"/>
    <p:sldId id="334" r:id="rId21"/>
    <p:sldId id="329" r:id="rId22"/>
    <p:sldId id="306" r:id="rId23"/>
    <p:sldId id="299" r:id="rId24"/>
    <p:sldId id="300" r:id="rId25"/>
    <p:sldId id="322" r:id="rId26"/>
    <p:sldId id="323" r:id="rId27"/>
    <p:sldId id="301" r:id="rId28"/>
    <p:sldId id="308" r:id="rId29"/>
    <p:sldId id="302" r:id="rId30"/>
  </p:sldIdLst>
  <p:sldSz cx="12192000" cy="6858000"/>
  <p:notesSz cx="6858000" cy="9144000"/>
  <p:embeddedFontLst>
    <p:embeddedFont>
      <p:font typeface="微软雅黑" panose="020B0503020204020204" charset="-122"/>
      <p:regular r:id="rId35"/>
    </p:embeddedFont>
    <p:embeddedFont>
      <p:font typeface="黑体" panose="02010609060101010101" charset="-122"/>
      <p:regular r:id="rId36"/>
    </p:embeddedFont>
    <p:embeddedFont>
      <p:font typeface="Calibri" panose="020F0502020204030204"/>
      <p:regular r:id="rId37"/>
      <p:bold r:id="rId38"/>
      <p:italic r:id="rId39"/>
      <p:boldItalic r:id="rId40"/>
    </p:embeddedFont>
    <p:embeddedFont>
      <p:font typeface="Calibri" panose="020F0502020204030204" pitchFamily="34" charset="0"/>
      <p:regular r:id="rId41"/>
      <p:bold r:id="rId42"/>
      <p:italic r:id="rId43"/>
      <p:boldItalic r:id="rId44"/>
    </p:embeddedFont>
  </p:embeddedFontLst>
  <p:custDataLst>
    <p:tags r:id="rId45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8" userDrawn="1">
          <p15:clr>
            <a:srgbClr val="A4A3A4"/>
          </p15:clr>
        </p15:guide>
        <p15:guide id="2" pos="381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0" clrIdx="0"/>
  <p:cmAuthor id="4" name="作者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1" d="100"/>
          <a:sy n="81" d="100"/>
        </p:scale>
        <p:origin x="-90" y="-288"/>
      </p:cViewPr>
      <p:guideLst>
        <p:guide orient="horz" pos="1958"/>
        <p:guide pos="381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5" Type="http://schemas.openxmlformats.org/officeDocument/2006/relationships/tags" Target="tags/tag1203.xml"/><Relationship Id="rId44" Type="http://schemas.openxmlformats.org/officeDocument/2006/relationships/font" Target="fonts/font10.fntdata"/><Relationship Id="rId43" Type="http://schemas.openxmlformats.org/officeDocument/2006/relationships/font" Target="fonts/font9.fntdata"/><Relationship Id="rId42" Type="http://schemas.openxmlformats.org/officeDocument/2006/relationships/font" Target="fonts/font8.fntdata"/><Relationship Id="rId41" Type="http://schemas.openxmlformats.org/officeDocument/2006/relationships/font" Target="fonts/font7.fntdata"/><Relationship Id="rId40" Type="http://schemas.openxmlformats.org/officeDocument/2006/relationships/font" Target="fonts/font6.fntdata"/><Relationship Id="rId4" Type="http://schemas.openxmlformats.org/officeDocument/2006/relationships/slideMaster" Target="slideMasters/slideMaster3.xml"/><Relationship Id="rId39" Type="http://schemas.openxmlformats.org/officeDocument/2006/relationships/font" Target="fonts/font5.fntdata"/><Relationship Id="rId38" Type="http://schemas.openxmlformats.org/officeDocument/2006/relationships/font" Target="fonts/font4.fntdata"/><Relationship Id="rId37" Type="http://schemas.openxmlformats.org/officeDocument/2006/relationships/font" Target="fonts/font3.fntdata"/><Relationship Id="rId36" Type="http://schemas.openxmlformats.org/officeDocument/2006/relationships/font" Target="fonts/font2.fntdata"/><Relationship Id="rId35" Type="http://schemas.openxmlformats.org/officeDocument/2006/relationships/font" Target="fonts/font1.fntdata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.wmf"/><Relationship Id="rId8" Type="http://schemas.openxmlformats.org/officeDocument/2006/relationships/image" Target="../media/image28.wmf"/><Relationship Id="rId7" Type="http://schemas.openxmlformats.org/officeDocument/2006/relationships/image" Target="../media/image27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2" Type="http://schemas.openxmlformats.org/officeDocument/2006/relationships/image" Target="../media/image32.wmf"/><Relationship Id="rId11" Type="http://schemas.openxmlformats.org/officeDocument/2006/relationships/image" Target="../media/image31.wmf"/><Relationship Id="rId10" Type="http://schemas.openxmlformats.org/officeDocument/2006/relationships/image" Target="../media/image30.wmf"/><Relationship Id="rId1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49.wmf"/><Relationship Id="rId8" Type="http://schemas.openxmlformats.org/officeDocument/2006/relationships/image" Target="../media/image48.wmf"/><Relationship Id="rId7" Type="http://schemas.openxmlformats.org/officeDocument/2006/relationships/image" Target="../media/image47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2" Type="http://schemas.openxmlformats.org/officeDocument/2006/relationships/image" Target="../media/image52.wmf"/><Relationship Id="rId11" Type="http://schemas.openxmlformats.org/officeDocument/2006/relationships/image" Target="../media/image51.wmf"/><Relationship Id="rId10" Type="http://schemas.openxmlformats.org/officeDocument/2006/relationships/image" Target="../media/image50.wmf"/><Relationship Id="rId1" Type="http://schemas.openxmlformats.org/officeDocument/2006/relationships/image" Target="../media/image41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61.wmf"/><Relationship Id="rId8" Type="http://schemas.openxmlformats.org/officeDocument/2006/relationships/image" Target="../media/image60.wmf"/><Relationship Id="rId7" Type="http://schemas.openxmlformats.org/officeDocument/2006/relationships/image" Target="../media/image59.w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见章首页开篇例子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1266" name="备注占位符 2"/>
          <p:cNvSpPr>
            <a:spLocks noGrp="1"/>
          </p:cNvSpPr>
          <p:nvPr>
            <p:ph type="body" idx="1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  <p:sp>
        <p:nvSpPr>
          <p:cNvPr id="11267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zh-CN" altLang="en-US" sz="1200">
                <a:latin typeface="Calibri" panose="020F0502020204030204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1920年，德国女数学家诺特已引入“左模”，“右模”的概念。1921年写出的《整环的理想理论》是交换代数发展的里程碑。其中，诺特在引入整数环概念的时候（整数集本身也是一个数环），她是德国人，德语中的整数叫做Zahlen，于是当时她将整数环记作z，从那时候起整数集就用z表示了。</a:t>
            </a:r>
            <a:endParaRPr lang="zh-CN" altLang="en-US"/>
          </a:p>
          <a:p>
            <a:r>
              <a:rPr>
                <a:sym typeface="+mn-ea"/>
              </a:rPr>
              <a:t>“有理数”这一名称不免叫人费解，有理数并不比别的数更“有道理”。事实上，这似乎是一个翻译上的失误。有理数一词是从西方传来，在英语中是rational number，而rational通常的意义是“理性的”。中国在近代翻译西方科学著作，依据日语中的翻译方法，以讹传讹，把它译成了“有理数”。但是，这个词来源于古希腊，其英文词根为ratio，就是比率的意思（这里的词根是英语中的，希腊语意义与之相同）。所以这个词的意义也很显豁，就是整数的“比”。与之相对，“无理数”就是不能精确表示为两个整数之比的数，而并非没有道理。</a:t>
            </a:r>
            <a:endParaRPr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互异强调：</a:t>
            </a:r>
            <a:r>
              <a:rPr lang="en-US" altLang="zh-CN">
                <a:sym typeface="+mn-ea"/>
              </a:rPr>
              <a:t>x</a:t>
            </a:r>
            <a:r>
              <a:rPr lang="zh-CN" altLang="en-US">
                <a:sym typeface="+mn-ea"/>
              </a:rPr>
              <a:t>班中考成绩构成的集合，不重复出现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{ y=x</a:t>
            </a:r>
            <a:r>
              <a:rPr lang="zh-CN" altLang="en-US" baseline="30000"/>
              <a:t>2</a:t>
            </a:r>
            <a:r>
              <a:rPr lang="zh-CN" altLang="en-US"/>
              <a:t>+3 }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{ y=x</a:t>
            </a:r>
            <a:r>
              <a:rPr lang="zh-CN" altLang="en-US" baseline="30000"/>
              <a:t>2</a:t>
            </a:r>
            <a:r>
              <a:rPr lang="zh-CN" altLang="en-US"/>
              <a:t>+3 }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>
                <a:latin typeface="Arial" panose="020B0604020202020204" pitchFamily="34" charset="0"/>
                <a:sym typeface="+mn-ea"/>
              </a:rPr>
              <a:t>【变式1】已知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charset="-122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charset="-122"/>
              </a:rPr>
              <a:t>，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charset="-122"/>
              </a:rPr>
              <a:t>x</a:t>
            </a:r>
            <a:r>
              <a:rPr lang="zh-CN" altLang="en-US" b="1" i="1" baseline="30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charset="-122"/>
              </a:rPr>
              <a:t>2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charset="-122"/>
              </a:rPr>
              <a:t>-2x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charset="-122"/>
              </a:rPr>
              <a:t>，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charset="-122"/>
              </a:rPr>
              <a:t>x</a:t>
            </a:r>
            <a:r>
              <a:rPr lang="zh-CN" altLang="en-US" b="1">
                <a:latin typeface="Times New Roman" panose="02020603050405020304" pitchFamily="18" charset="0"/>
                <a:sym typeface="黑体" panose="02010609060101010101" charset="-122"/>
              </a:rPr>
              <a:t>是</a:t>
            </a:r>
            <a:r>
              <a:rPr lang="zh-CN" altLang="en-US" b="1">
                <a:latin typeface="Times New Roman" panose="02020603050405020304" pitchFamily="18" charset="0"/>
                <a:sym typeface="+mn-ea"/>
              </a:rPr>
              <a:t>集合</a:t>
            </a:r>
            <a:r>
              <a:rPr lang="zh-CN" altLang="en-US" b="1" i="1">
                <a:latin typeface="Times New Roman" panose="02020603050405020304" pitchFamily="18" charset="0"/>
                <a:sym typeface="+mn-ea"/>
              </a:rPr>
              <a:t>M</a:t>
            </a:r>
            <a:r>
              <a:rPr lang="zh-CN" altLang="en-US" b="1">
                <a:latin typeface="Arial" panose="020B0604020202020204" pitchFamily="34" charset="0"/>
                <a:sym typeface="+mn-ea"/>
              </a:rPr>
              <a:t>中的元素，则实数</a:t>
            </a:r>
            <a:r>
              <a:rPr lang="zh-CN" altLang="en-US" b="1" i="1">
                <a:latin typeface="Times New Roman" panose="02020603050405020304" pitchFamily="18" charset="0"/>
                <a:sym typeface="+mn-ea"/>
              </a:rPr>
              <a:t>x</a:t>
            </a:r>
            <a:r>
              <a:rPr lang="zh-CN" altLang="en-US" b="1">
                <a:latin typeface="Arial" panose="020B0604020202020204" pitchFamily="34" charset="0"/>
                <a:sym typeface="+mn-ea"/>
              </a:rPr>
              <a:t>的取值范围是____________.</a:t>
            </a:r>
            <a:endParaRPr lang="zh-CN" altLang="en-US" b="1">
              <a:latin typeface="Arial" panose="020B0604020202020204" pitchFamily="34" charset="0"/>
            </a:endParaRPr>
          </a:p>
          <a:p>
            <a:r>
              <a:rPr lang="zh-CN" altLang="en-US" b="1">
                <a:latin typeface="Arial" panose="020B0604020202020204" pitchFamily="34" charset="0"/>
                <a:sym typeface="+mn-ea"/>
              </a:rPr>
              <a:t>【变式</a:t>
            </a:r>
            <a:r>
              <a:rPr lang="en-US" altLang="zh-CN" b="1">
                <a:latin typeface="Arial" panose="020B0604020202020204" pitchFamily="34" charset="0"/>
                <a:sym typeface="+mn-ea"/>
              </a:rPr>
              <a:t>3</a:t>
            </a:r>
            <a:r>
              <a:rPr lang="zh-CN" altLang="en-US" b="1">
                <a:latin typeface="Arial" panose="020B0604020202020204" pitchFamily="34" charset="0"/>
                <a:sym typeface="+mn-ea"/>
              </a:rPr>
              <a:t>】方程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(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-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m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)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(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-1)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(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-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2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)=0</a:t>
            </a:r>
            <a:r>
              <a:rPr lang="zh-CN" altLang="en-US" b="1">
                <a:latin typeface="Arial" panose="020B0604020202020204" pitchFamily="34" charset="0"/>
                <a:sym typeface="+mn-ea"/>
              </a:rPr>
              <a:t>的解集中的元素之和恰好为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3</a:t>
            </a:r>
            <a:r>
              <a:rPr lang="zh-CN" altLang="en-US" b="1">
                <a:latin typeface="Arial" panose="020B0604020202020204" pitchFamily="34" charset="0"/>
                <a:sym typeface="+mn-ea"/>
              </a:rPr>
              <a:t>，则</a:t>
            </a:r>
            <a:r>
              <a:rPr lang="zh-CN" altLang="en-US" b="1" i="1">
                <a:latin typeface="Times New Roman" panose="02020603050405020304" pitchFamily="18" charset="0"/>
                <a:sym typeface="+mn-ea"/>
              </a:rPr>
              <a:t>m</a:t>
            </a:r>
            <a:r>
              <a:rPr lang="zh-CN" altLang="en-US" b="1">
                <a:latin typeface="Arial" panose="020B0604020202020204" pitchFamily="34" charset="0"/>
                <a:sym typeface="+mn-ea"/>
              </a:rPr>
              <a:t>=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sym typeface="黑体" panose="02010609060101010101" charset="-122"/>
              </a:rPr>
              <a:t>0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sym typeface="黑体" panose="02010609060101010101" charset="-122"/>
              </a:rPr>
              <a:t>或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sym typeface="黑体" panose="02010609060101010101" charset="-122"/>
              </a:rPr>
              <a:t>1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sym typeface="黑体" panose="02010609060101010101" charset="-122"/>
              </a:rPr>
              <a:t>或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sym typeface="黑体" panose="02010609060101010101" charset="-122"/>
              </a:rPr>
              <a:t>2</a:t>
            </a:r>
            <a:endParaRPr lang="zh-CN" altLang="en-US" b="1">
              <a:latin typeface="Arial" panose="020B0604020202020204" pitchFamily="34" charset="0"/>
            </a:endParaRPr>
          </a:p>
          <a:p>
            <a:endParaRPr lang="zh-CN" altLang="en-US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>
                <a:latin typeface="Arial" panose="020B0604020202020204" pitchFamily="34" charset="0"/>
                <a:sym typeface="+mn-ea"/>
              </a:rPr>
              <a:t>【变式1】已知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charset="-122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charset="-122"/>
              </a:rPr>
              <a:t>，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charset="-122"/>
              </a:rPr>
              <a:t>x</a:t>
            </a:r>
            <a:r>
              <a:rPr lang="zh-CN" altLang="en-US" b="1" i="1" baseline="30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charset="-122"/>
              </a:rPr>
              <a:t>2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charset="-122"/>
              </a:rPr>
              <a:t>-2x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charset="-122"/>
              </a:rPr>
              <a:t>，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charset="-122"/>
              </a:rPr>
              <a:t>x</a:t>
            </a:r>
            <a:r>
              <a:rPr lang="zh-CN" altLang="en-US" b="1">
                <a:latin typeface="Times New Roman" panose="02020603050405020304" pitchFamily="18" charset="0"/>
                <a:sym typeface="黑体" panose="02010609060101010101" charset="-122"/>
              </a:rPr>
              <a:t>是</a:t>
            </a:r>
            <a:r>
              <a:rPr lang="zh-CN" altLang="en-US" b="1">
                <a:latin typeface="Times New Roman" panose="02020603050405020304" pitchFamily="18" charset="0"/>
                <a:sym typeface="+mn-ea"/>
              </a:rPr>
              <a:t>集合</a:t>
            </a:r>
            <a:r>
              <a:rPr lang="zh-CN" altLang="en-US" b="1" i="1">
                <a:latin typeface="Times New Roman" panose="02020603050405020304" pitchFamily="18" charset="0"/>
                <a:sym typeface="+mn-ea"/>
              </a:rPr>
              <a:t>M</a:t>
            </a:r>
            <a:r>
              <a:rPr lang="zh-CN" altLang="en-US" b="1">
                <a:latin typeface="Arial" panose="020B0604020202020204" pitchFamily="34" charset="0"/>
                <a:sym typeface="+mn-ea"/>
              </a:rPr>
              <a:t>中的元素，则实数</a:t>
            </a:r>
            <a:r>
              <a:rPr lang="zh-CN" altLang="en-US" b="1" i="1">
                <a:latin typeface="Times New Roman" panose="02020603050405020304" pitchFamily="18" charset="0"/>
                <a:sym typeface="+mn-ea"/>
              </a:rPr>
              <a:t>x</a:t>
            </a:r>
            <a:r>
              <a:rPr lang="zh-CN" altLang="en-US" b="1">
                <a:latin typeface="Arial" panose="020B0604020202020204" pitchFamily="34" charset="0"/>
                <a:sym typeface="+mn-ea"/>
              </a:rPr>
              <a:t>的取值范围是____________.</a:t>
            </a:r>
            <a:endParaRPr lang="zh-CN" altLang="en-US" b="1">
              <a:latin typeface="Arial" panose="020B0604020202020204" pitchFamily="34" charset="0"/>
            </a:endParaRPr>
          </a:p>
          <a:p>
            <a:r>
              <a:rPr lang="zh-CN" altLang="en-US" b="1">
                <a:latin typeface="Arial" panose="020B0604020202020204" pitchFamily="34" charset="0"/>
                <a:sym typeface="+mn-ea"/>
              </a:rPr>
              <a:t>【变式</a:t>
            </a:r>
            <a:r>
              <a:rPr lang="en-US" altLang="zh-CN" b="1">
                <a:latin typeface="Arial" panose="020B0604020202020204" pitchFamily="34" charset="0"/>
                <a:sym typeface="+mn-ea"/>
              </a:rPr>
              <a:t>3</a:t>
            </a:r>
            <a:r>
              <a:rPr lang="zh-CN" altLang="en-US" b="1">
                <a:latin typeface="Arial" panose="020B0604020202020204" pitchFamily="34" charset="0"/>
                <a:sym typeface="+mn-ea"/>
              </a:rPr>
              <a:t>】方程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(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-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m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)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(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-1)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(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-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2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)=0</a:t>
            </a:r>
            <a:r>
              <a:rPr lang="zh-CN" altLang="en-US" b="1">
                <a:latin typeface="Arial" panose="020B0604020202020204" pitchFamily="34" charset="0"/>
                <a:sym typeface="+mn-ea"/>
              </a:rPr>
              <a:t>的解集中的元素之和恰好为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3</a:t>
            </a:r>
            <a:r>
              <a:rPr lang="zh-CN" altLang="en-US" b="1">
                <a:latin typeface="Arial" panose="020B0604020202020204" pitchFamily="34" charset="0"/>
                <a:sym typeface="+mn-ea"/>
              </a:rPr>
              <a:t>，则</a:t>
            </a:r>
            <a:r>
              <a:rPr lang="zh-CN" altLang="en-US" b="1" i="1">
                <a:latin typeface="Times New Roman" panose="02020603050405020304" pitchFamily="18" charset="0"/>
                <a:sym typeface="+mn-ea"/>
              </a:rPr>
              <a:t>m</a:t>
            </a:r>
            <a:r>
              <a:rPr lang="zh-CN" altLang="en-US" b="1">
                <a:latin typeface="Arial" panose="020B0604020202020204" pitchFamily="34" charset="0"/>
                <a:sym typeface="+mn-ea"/>
              </a:rPr>
              <a:t>=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sym typeface="黑体" panose="02010609060101010101" charset="-122"/>
              </a:rPr>
              <a:t>0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sym typeface="黑体" panose="02010609060101010101" charset="-122"/>
              </a:rPr>
              <a:t>或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sym typeface="黑体" panose="02010609060101010101" charset="-122"/>
              </a:rPr>
              <a:t>1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sym typeface="黑体" panose="02010609060101010101" charset="-122"/>
              </a:rPr>
              <a:t>或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sym typeface="黑体" panose="02010609060101010101" charset="-122"/>
              </a:rPr>
              <a:t>2</a:t>
            </a:r>
            <a:endParaRPr lang="zh-CN" altLang="en-US" b="1">
              <a:latin typeface="Arial" panose="020B0604020202020204" pitchFamily="34" charset="0"/>
            </a:endParaRPr>
          </a:p>
          <a:p>
            <a:endParaRPr lang="zh-CN" altLang="en-US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>
                <a:latin typeface="Arial" panose="020B0604020202020204" pitchFamily="34" charset="0"/>
                <a:sym typeface="+mn-ea"/>
              </a:rPr>
              <a:t>【变式1】已知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charset="-122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charset="-122"/>
              </a:rPr>
              <a:t>，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charset="-122"/>
              </a:rPr>
              <a:t>x</a:t>
            </a:r>
            <a:r>
              <a:rPr lang="zh-CN" altLang="en-US" b="1" i="1" baseline="3000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charset="-122"/>
              </a:rPr>
              <a:t>2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charset="-122"/>
              </a:rPr>
              <a:t>-2x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charset="-122"/>
              </a:rPr>
              <a:t>，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charset="-122"/>
              </a:rPr>
              <a:t>x</a:t>
            </a:r>
            <a:r>
              <a:rPr lang="zh-CN" altLang="en-US" b="1">
                <a:latin typeface="Times New Roman" panose="02020603050405020304" pitchFamily="18" charset="0"/>
                <a:sym typeface="黑体" panose="02010609060101010101" charset="-122"/>
              </a:rPr>
              <a:t>是</a:t>
            </a:r>
            <a:r>
              <a:rPr lang="zh-CN" altLang="en-US" b="1">
                <a:latin typeface="Times New Roman" panose="02020603050405020304" pitchFamily="18" charset="0"/>
                <a:sym typeface="+mn-ea"/>
              </a:rPr>
              <a:t>集合</a:t>
            </a:r>
            <a:r>
              <a:rPr lang="zh-CN" altLang="en-US" b="1" i="1">
                <a:latin typeface="Times New Roman" panose="02020603050405020304" pitchFamily="18" charset="0"/>
                <a:sym typeface="+mn-ea"/>
              </a:rPr>
              <a:t>M</a:t>
            </a:r>
            <a:r>
              <a:rPr lang="zh-CN" altLang="en-US" b="1">
                <a:latin typeface="Arial" panose="020B0604020202020204" pitchFamily="34" charset="0"/>
                <a:sym typeface="+mn-ea"/>
              </a:rPr>
              <a:t>中的元素，则实数</a:t>
            </a:r>
            <a:r>
              <a:rPr lang="zh-CN" altLang="en-US" b="1" i="1">
                <a:latin typeface="Times New Roman" panose="02020603050405020304" pitchFamily="18" charset="0"/>
                <a:sym typeface="+mn-ea"/>
              </a:rPr>
              <a:t>x</a:t>
            </a:r>
            <a:r>
              <a:rPr lang="zh-CN" altLang="en-US" b="1">
                <a:latin typeface="Arial" panose="020B0604020202020204" pitchFamily="34" charset="0"/>
                <a:sym typeface="+mn-ea"/>
              </a:rPr>
              <a:t>的取值范围是____________.</a:t>
            </a:r>
            <a:endParaRPr lang="zh-CN" altLang="en-US" b="1">
              <a:latin typeface="Arial" panose="020B0604020202020204" pitchFamily="34" charset="0"/>
            </a:endParaRPr>
          </a:p>
          <a:p>
            <a:r>
              <a:rPr lang="zh-CN" altLang="en-US" b="1">
                <a:latin typeface="Arial" panose="020B0604020202020204" pitchFamily="34" charset="0"/>
                <a:sym typeface="+mn-ea"/>
              </a:rPr>
              <a:t>【变式</a:t>
            </a:r>
            <a:r>
              <a:rPr lang="en-US" altLang="zh-CN" b="1">
                <a:latin typeface="Arial" panose="020B0604020202020204" pitchFamily="34" charset="0"/>
                <a:sym typeface="+mn-ea"/>
              </a:rPr>
              <a:t>3</a:t>
            </a:r>
            <a:r>
              <a:rPr lang="zh-CN" altLang="en-US" b="1">
                <a:latin typeface="Arial" panose="020B0604020202020204" pitchFamily="34" charset="0"/>
                <a:sym typeface="+mn-ea"/>
              </a:rPr>
              <a:t>】方程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(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-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m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)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(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-1)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(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x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-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2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)=0</a:t>
            </a:r>
            <a:r>
              <a:rPr lang="zh-CN" altLang="en-US" b="1">
                <a:latin typeface="Arial" panose="020B0604020202020204" pitchFamily="34" charset="0"/>
                <a:sym typeface="+mn-ea"/>
              </a:rPr>
              <a:t>的解集中的元素之和恰好为</a:t>
            </a:r>
            <a:r>
              <a:rPr lang="zh-CN" altLang="en-US" b="1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3</a:t>
            </a:r>
            <a:r>
              <a:rPr lang="zh-CN" altLang="en-US" b="1">
                <a:latin typeface="Arial" panose="020B0604020202020204" pitchFamily="34" charset="0"/>
                <a:sym typeface="+mn-ea"/>
              </a:rPr>
              <a:t>，则</a:t>
            </a:r>
            <a:r>
              <a:rPr lang="zh-CN" altLang="en-US" b="1" i="1">
                <a:latin typeface="Times New Roman" panose="02020603050405020304" pitchFamily="18" charset="0"/>
                <a:sym typeface="+mn-ea"/>
              </a:rPr>
              <a:t>m</a:t>
            </a:r>
            <a:r>
              <a:rPr lang="zh-CN" altLang="en-US" b="1">
                <a:latin typeface="Arial" panose="020B0604020202020204" pitchFamily="34" charset="0"/>
                <a:sym typeface="+mn-ea"/>
              </a:rPr>
              <a:t>=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sym typeface="黑体" panose="02010609060101010101" charset="-122"/>
              </a:rPr>
              <a:t>0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sym typeface="黑体" panose="02010609060101010101" charset="-122"/>
              </a:rPr>
              <a:t>或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sym typeface="黑体" panose="02010609060101010101" charset="-122"/>
              </a:rPr>
              <a:t>1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sym typeface="黑体" panose="02010609060101010101" charset="-122"/>
              </a:rPr>
              <a:t>或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sym typeface="黑体" panose="02010609060101010101" charset="-122"/>
              </a:rPr>
              <a:t>2</a:t>
            </a:r>
            <a:endParaRPr lang="zh-CN" altLang="en-US" b="1">
              <a:latin typeface="Arial" panose="020B0604020202020204" pitchFamily="34" charset="0"/>
            </a:endParaRPr>
          </a:p>
          <a:p>
            <a:endParaRPr lang="zh-CN" altLang="en-US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(oﾟ▽ﾟ)o  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.emf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image" Target="../media/image2.emf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4" Type="http://schemas.openxmlformats.org/officeDocument/2006/relationships/tags" Target="../tags/tag36.xml"/><Relationship Id="rId13" Type="http://schemas.openxmlformats.org/officeDocument/2006/relationships/image" Target="../media/image3.png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emf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image" Target="../media/image2.emf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image" Target="../media/image4.jpeg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image" Target="../media/image2.emf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image" Target="../media/image2.emf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image" Target="../media/image2.emf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image" Target="../media/image2.emf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1" Type="http://schemas.openxmlformats.org/officeDocument/2006/relationships/image" Target="../media/image2.emf"/><Relationship Id="rId10" Type="http://schemas.openxmlformats.org/officeDocument/2006/relationships/tags" Target="../tags/tag127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2" Type="http://schemas.openxmlformats.org/officeDocument/2006/relationships/tags" Target="../tags/tag137.xml"/><Relationship Id="rId11" Type="http://schemas.openxmlformats.org/officeDocument/2006/relationships/tags" Target="../tags/tag136.xml"/><Relationship Id="rId10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tags" Target="../tags/tag144.xml"/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1" Type="http://schemas.openxmlformats.org/officeDocument/2006/relationships/tags" Target="../tags/tag147.xml"/><Relationship Id="rId10" Type="http://schemas.openxmlformats.org/officeDocument/2006/relationships/tags" Target="../tags/tag146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image" Target="../media/image2.emf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2" Type="http://schemas.openxmlformats.org/officeDocument/2006/relationships/tags" Target="../tags/tag157.xml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image" Target="../media/image2.emf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2" Type="http://schemas.openxmlformats.org/officeDocument/2006/relationships/tags" Target="../tags/tag16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image" Target="../media/image2.emf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4" Type="http://schemas.openxmlformats.org/officeDocument/2006/relationships/tags" Target="../tags/tag179.xml"/><Relationship Id="rId13" Type="http://schemas.openxmlformats.org/officeDocument/2006/relationships/tags" Target="../tags/tag178.xml"/><Relationship Id="rId12" Type="http://schemas.openxmlformats.org/officeDocument/2006/relationships/tags" Target="../tags/tag177.xml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86.xml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image" Target="../media/image2.emf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tags" Target="../tags/tag187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204.xml"/><Relationship Id="rId8" Type="http://schemas.openxmlformats.org/officeDocument/2006/relationships/tags" Target="../tags/tag203.xml"/><Relationship Id="rId7" Type="http://schemas.openxmlformats.org/officeDocument/2006/relationships/tags" Target="../tags/tag202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image" Target="../media/image2.emf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8" Type="http://schemas.openxmlformats.org/officeDocument/2006/relationships/tags" Target="../tags/tag213.xml"/><Relationship Id="rId17" Type="http://schemas.openxmlformats.org/officeDocument/2006/relationships/tags" Target="../tags/tag212.xml"/><Relationship Id="rId16" Type="http://schemas.openxmlformats.org/officeDocument/2006/relationships/tags" Target="../tags/tag211.xml"/><Relationship Id="rId15" Type="http://schemas.openxmlformats.org/officeDocument/2006/relationships/tags" Target="../tags/tag210.xml"/><Relationship Id="rId14" Type="http://schemas.openxmlformats.org/officeDocument/2006/relationships/tags" Target="../tags/tag209.xml"/><Relationship Id="rId13" Type="http://schemas.openxmlformats.org/officeDocument/2006/relationships/tags" Target="../tags/tag208.xml"/><Relationship Id="rId12" Type="http://schemas.openxmlformats.org/officeDocument/2006/relationships/tags" Target="../tags/tag207.xml"/><Relationship Id="rId11" Type="http://schemas.openxmlformats.org/officeDocument/2006/relationships/tags" Target="../tags/tag206.xml"/><Relationship Id="rId10" Type="http://schemas.openxmlformats.org/officeDocument/2006/relationships/tags" Target="../tags/tag205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20.xml"/><Relationship Id="rId8" Type="http://schemas.openxmlformats.org/officeDocument/2006/relationships/tags" Target="../tags/tag219.xml"/><Relationship Id="rId7" Type="http://schemas.openxmlformats.org/officeDocument/2006/relationships/tags" Target="../tags/tag218.xml"/><Relationship Id="rId6" Type="http://schemas.openxmlformats.org/officeDocument/2006/relationships/tags" Target="../tags/tag217.xml"/><Relationship Id="rId5" Type="http://schemas.openxmlformats.org/officeDocument/2006/relationships/image" Target="../media/image2.emf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0" Type="http://schemas.openxmlformats.org/officeDocument/2006/relationships/tags" Target="../tags/tag221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29.xml"/><Relationship Id="rId8" Type="http://schemas.openxmlformats.org/officeDocument/2006/relationships/tags" Target="../tags/tag228.xml"/><Relationship Id="rId7" Type="http://schemas.openxmlformats.org/officeDocument/2006/relationships/tags" Target="../tags/tag227.xml"/><Relationship Id="rId6" Type="http://schemas.openxmlformats.org/officeDocument/2006/relationships/tags" Target="../tags/tag226.xml"/><Relationship Id="rId5" Type="http://schemas.openxmlformats.org/officeDocument/2006/relationships/tags" Target="../tags/tag225.xml"/><Relationship Id="rId4" Type="http://schemas.openxmlformats.org/officeDocument/2006/relationships/tags" Target="../tags/tag224.xml"/><Relationship Id="rId3" Type="http://schemas.openxmlformats.org/officeDocument/2006/relationships/tags" Target="../tags/tag223.xml"/><Relationship Id="rId2" Type="http://schemas.openxmlformats.org/officeDocument/2006/relationships/tags" Target="../tags/tag222.xml"/><Relationship Id="rId14" Type="http://schemas.openxmlformats.org/officeDocument/2006/relationships/tags" Target="../tags/tag233.xml"/><Relationship Id="rId13" Type="http://schemas.openxmlformats.org/officeDocument/2006/relationships/image" Target="../media/image3.png"/><Relationship Id="rId12" Type="http://schemas.openxmlformats.org/officeDocument/2006/relationships/tags" Target="../tags/tag232.xml"/><Relationship Id="rId11" Type="http://schemas.openxmlformats.org/officeDocument/2006/relationships/tags" Target="../tags/tag231.xml"/><Relationship Id="rId10" Type="http://schemas.openxmlformats.org/officeDocument/2006/relationships/tags" Target="../tags/tag230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emf"/><Relationship Id="rId8" Type="http://schemas.openxmlformats.org/officeDocument/2006/relationships/tags" Target="../tags/tag240.xml"/><Relationship Id="rId7" Type="http://schemas.openxmlformats.org/officeDocument/2006/relationships/tags" Target="../tags/tag239.xml"/><Relationship Id="rId6" Type="http://schemas.openxmlformats.org/officeDocument/2006/relationships/tags" Target="../tags/tag238.xml"/><Relationship Id="rId5" Type="http://schemas.openxmlformats.org/officeDocument/2006/relationships/tags" Target="../tags/tag237.xml"/><Relationship Id="rId4" Type="http://schemas.openxmlformats.org/officeDocument/2006/relationships/tags" Target="../tags/tag236.xml"/><Relationship Id="rId3" Type="http://schemas.openxmlformats.org/officeDocument/2006/relationships/tags" Target="../tags/tag235.xml"/><Relationship Id="rId2" Type="http://schemas.openxmlformats.org/officeDocument/2006/relationships/tags" Target="../tags/tag234.xml"/><Relationship Id="rId15" Type="http://schemas.openxmlformats.org/officeDocument/2006/relationships/tags" Target="../tags/tag246.xml"/><Relationship Id="rId14" Type="http://schemas.openxmlformats.org/officeDocument/2006/relationships/tags" Target="../tags/tag245.xml"/><Relationship Id="rId13" Type="http://schemas.openxmlformats.org/officeDocument/2006/relationships/tags" Target="../tags/tag244.xml"/><Relationship Id="rId12" Type="http://schemas.openxmlformats.org/officeDocument/2006/relationships/tags" Target="../tags/tag243.xml"/><Relationship Id="rId11" Type="http://schemas.openxmlformats.org/officeDocument/2006/relationships/tags" Target="../tags/tag242.xml"/><Relationship Id="rId10" Type="http://schemas.openxmlformats.org/officeDocument/2006/relationships/tags" Target="../tags/tag241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53.xml"/><Relationship Id="rId8" Type="http://schemas.openxmlformats.org/officeDocument/2006/relationships/tags" Target="../tags/tag252.xml"/><Relationship Id="rId7" Type="http://schemas.openxmlformats.org/officeDocument/2006/relationships/tags" Target="../tags/tag251.xml"/><Relationship Id="rId6" Type="http://schemas.openxmlformats.org/officeDocument/2006/relationships/image" Target="../media/image2.emf"/><Relationship Id="rId5" Type="http://schemas.openxmlformats.org/officeDocument/2006/relationships/tags" Target="../tags/tag250.xml"/><Relationship Id="rId4" Type="http://schemas.openxmlformats.org/officeDocument/2006/relationships/tags" Target="../tags/tag249.xml"/><Relationship Id="rId3" Type="http://schemas.openxmlformats.org/officeDocument/2006/relationships/tags" Target="../tags/tag248.xml"/><Relationship Id="rId2" Type="http://schemas.openxmlformats.org/officeDocument/2006/relationships/tags" Target="../tags/tag247.xml"/><Relationship Id="rId17" Type="http://schemas.openxmlformats.org/officeDocument/2006/relationships/tags" Target="../tags/tag261.xml"/><Relationship Id="rId16" Type="http://schemas.openxmlformats.org/officeDocument/2006/relationships/tags" Target="../tags/tag260.xml"/><Relationship Id="rId15" Type="http://schemas.openxmlformats.org/officeDocument/2006/relationships/tags" Target="../tags/tag259.xml"/><Relationship Id="rId14" Type="http://schemas.openxmlformats.org/officeDocument/2006/relationships/tags" Target="../tags/tag258.xml"/><Relationship Id="rId13" Type="http://schemas.openxmlformats.org/officeDocument/2006/relationships/tags" Target="../tags/tag257.xml"/><Relationship Id="rId12" Type="http://schemas.openxmlformats.org/officeDocument/2006/relationships/tags" Target="../tags/tag256.xml"/><Relationship Id="rId11" Type="http://schemas.openxmlformats.org/officeDocument/2006/relationships/tags" Target="../tags/tag255.xml"/><Relationship Id="rId10" Type="http://schemas.openxmlformats.org/officeDocument/2006/relationships/tags" Target="../tags/tag254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68.xml"/><Relationship Id="rId8" Type="http://schemas.openxmlformats.org/officeDocument/2006/relationships/tags" Target="../tags/tag267.xml"/><Relationship Id="rId7" Type="http://schemas.openxmlformats.org/officeDocument/2006/relationships/tags" Target="../tags/tag266.xml"/><Relationship Id="rId6" Type="http://schemas.openxmlformats.org/officeDocument/2006/relationships/tags" Target="../tags/tag265.xml"/><Relationship Id="rId5" Type="http://schemas.openxmlformats.org/officeDocument/2006/relationships/image" Target="../media/image4.jpeg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4" Type="http://schemas.openxmlformats.org/officeDocument/2006/relationships/tags" Target="../tags/tag271.xml"/><Relationship Id="rId3" Type="http://schemas.openxmlformats.org/officeDocument/2006/relationships/tags" Target="../tags/tag270.xml"/><Relationship Id="rId2" Type="http://schemas.openxmlformats.org/officeDocument/2006/relationships/tags" Target="../tags/tag269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278.xml"/><Relationship Id="rId8" Type="http://schemas.openxmlformats.org/officeDocument/2006/relationships/tags" Target="../tags/tag277.xml"/><Relationship Id="rId7" Type="http://schemas.openxmlformats.org/officeDocument/2006/relationships/tags" Target="../tags/tag276.xml"/><Relationship Id="rId6" Type="http://schemas.openxmlformats.org/officeDocument/2006/relationships/image" Target="../media/image2.emf"/><Relationship Id="rId5" Type="http://schemas.openxmlformats.org/officeDocument/2006/relationships/tags" Target="../tags/tag275.xml"/><Relationship Id="rId4" Type="http://schemas.openxmlformats.org/officeDocument/2006/relationships/tags" Target="../tags/tag274.xml"/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5" Type="http://schemas.openxmlformats.org/officeDocument/2006/relationships/tags" Target="../tags/tag284.xml"/><Relationship Id="rId14" Type="http://schemas.openxmlformats.org/officeDocument/2006/relationships/tags" Target="../tags/tag283.xml"/><Relationship Id="rId13" Type="http://schemas.openxmlformats.org/officeDocument/2006/relationships/tags" Target="../tags/tag282.xml"/><Relationship Id="rId12" Type="http://schemas.openxmlformats.org/officeDocument/2006/relationships/tags" Target="../tags/tag281.xml"/><Relationship Id="rId11" Type="http://schemas.openxmlformats.org/officeDocument/2006/relationships/tags" Target="../tags/tag280.xml"/><Relationship Id="rId10" Type="http://schemas.openxmlformats.org/officeDocument/2006/relationships/tags" Target="../tags/tag279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291.xml"/><Relationship Id="rId8" Type="http://schemas.openxmlformats.org/officeDocument/2006/relationships/tags" Target="../tags/tag290.xml"/><Relationship Id="rId7" Type="http://schemas.openxmlformats.org/officeDocument/2006/relationships/tags" Target="../tags/tag289.xml"/><Relationship Id="rId6" Type="http://schemas.openxmlformats.org/officeDocument/2006/relationships/image" Target="../media/image2.emf"/><Relationship Id="rId5" Type="http://schemas.openxmlformats.org/officeDocument/2006/relationships/tags" Target="../tags/tag288.xml"/><Relationship Id="rId4" Type="http://schemas.openxmlformats.org/officeDocument/2006/relationships/tags" Target="../tags/tag287.xml"/><Relationship Id="rId3" Type="http://schemas.openxmlformats.org/officeDocument/2006/relationships/tags" Target="../tags/tag286.xml"/><Relationship Id="rId2" Type="http://schemas.openxmlformats.org/officeDocument/2006/relationships/tags" Target="../tags/tag285.xml"/><Relationship Id="rId14" Type="http://schemas.openxmlformats.org/officeDocument/2006/relationships/tags" Target="../tags/tag296.xml"/><Relationship Id="rId13" Type="http://schemas.openxmlformats.org/officeDocument/2006/relationships/tags" Target="../tags/tag295.xml"/><Relationship Id="rId12" Type="http://schemas.openxmlformats.org/officeDocument/2006/relationships/tags" Target="../tags/tag294.xml"/><Relationship Id="rId11" Type="http://schemas.openxmlformats.org/officeDocument/2006/relationships/tags" Target="../tags/tag293.xml"/><Relationship Id="rId10" Type="http://schemas.openxmlformats.org/officeDocument/2006/relationships/tags" Target="../tags/tag292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303.xml"/><Relationship Id="rId8" Type="http://schemas.openxmlformats.org/officeDocument/2006/relationships/tags" Target="../tags/tag302.xml"/><Relationship Id="rId7" Type="http://schemas.openxmlformats.org/officeDocument/2006/relationships/tags" Target="../tags/tag301.xml"/><Relationship Id="rId6" Type="http://schemas.openxmlformats.org/officeDocument/2006/relationships/tags" Target="../tags/tag300.xml"/><Relationship Id="rId5" Type="http://schemas.openxmlformats.org/officeDocument/2006/relationships/image" Target="../media/image2.emf"/><Relationship Id="rId4" Type="http://schemas.openxmlformats.org/officeDocument/2006/relationships/tags" Target="../tags/tag299.xml"/><Relationship Id="rId3" Type="http://schemas.openxmlformats.org/officeDocument/2006/relationships/tags" Target="../tags/tag298.xml"/><Relationship Id="rId2" Type="http://schemas.openxmlformats.org/officeDocument/2006/relationships/tags" Target="../tags/tag297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310.xml"/><Relationship Id="rId8" Type="http://schemas.openxmlformats.org/officeDocument/2006/relationships/image" Target="../media/image2.emf"/><Relationship Id="rId7" Type="http://schemas.openxmlformats.org/officeDocument/2006/relationships/tags" Target="../tags/tag309.xml"/><Relationship Id="rId6" Type="http://schemas.openxmlformats.org/officeDocument/2006/relationships/tags" Target="../tags/tag308.xml"/><Relationship Id="rId5" Type="http://schemas.openxmlformats.org/officeDocument/2006/relationships/tags" Target="../tags/tag307.xml"/><Relationship Id="rId4" Type="http://schemas.openxmlformats.org/officeDocument/2006/relationships/tags" Target="../tags/tag306.xml"/><Relationship Id="rId3" Type="http://schemas.openxmlformats.org/officeDocument/2006/relationships/tags" Target="../tags/tag305.xml"/><Relationship Id="rId2" Type="http://schemas.openxmlformats.org/officeDocument/2006/relationships/tags" Target="../tags/tag304.xml"/><Relationship Id="rId14" Type="http://schemas.openxmlformats.org/officeDocument/2006/relationships/tags" Target="../tags/tag315.xml"/><Relationship Id="rId13" Type="http://schemas.openxmlformats.org/officeDocument/2006/relationships/tags" Target="../tags/tag314.xml"/><Relationship Id="rId12" Type="http://schemas.openxmlformats.org/officeDocument/2006/relationships/tags" Target="../tags/tag313.xml"/><Relationship Id="rId11" Type="http://schemas.openxmlformats.org/officeDocument/2006/relationships/tags" Target="../tags/tag312.xml"/><Relationship Id="rId10" Type="http://schemas.openxmlformats.org/officeDocument/2006/relationships/tags" Target="../tags/tag311.xm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323.xml"/><Relationship Id="rId8" Type="http://schemas.openxmlformats.org/officeDocument/2006/relationships/tags" Target="../tags/tag322.xml"/><Relationship Id="rId7" Type="http://schemas.openxmlformats.org/officeDocument/2006/relationships/tags" Target="../tags/tag321.xml"/><Relationship Id="rId6" Type="http://schemas.openxmlformats.org/officeDocument/2006/relationships/tags" Target="../tags/tag320.xml"/><Relationship Id="rId5" Type="http://schemas.openxmlformats.org/officeDocument/2006/relationships/tags" Target="../tags/tag319.xml"/><Relationship Id="rId4" Type="http://schemas.openxmlformats.org/officeDocument/2006/relationships/tags" Target="../tags/tag318.xml"/><Relationship Id="rId3" Type="http://schemas.openxmlformats.org/officeDocument/2006/relationships/tags" Target="../tags/tag317.xml"/><Relationship Id="rId2" Type="http://schemas.openxmlformats.org/officeDocument/2006/relationships/tags" Target="../tags/tag316.xml"/><Relationship Id="rId11" Type="http://schemas.openxmlformats.org/officeDocument/2006/relationships/image" Target="../media/image2.emf"/><Relationship Id="rId10" Type="http://schemas.openxmlformats.org/officeDocument/2006/relationships/tags" Target="../tags/tag324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332.xml"/><Relationship Id="rId8" Type="http://schemas.openxmlformats.org/officeDocument/2006/relationships/tags" Target="../tags/tag331.xml"/><Relationship Id="rId7" Type="http://schemas.openxmlformats.org/officeDocument/2006/relationships/tags" Target="../tags/tag330.xml"/><Relationship Id="rId6" Type="http://schemas.openxmlformats.org/officeDocument/2006/relationships/tags" Target="../tags/tag329.xml"/><Relationship Id="rId5" Type="http://schemas.openxmlformats.org/officeDocument/2006/relationships/tags" Target="../tags/tag328.xml"/><Relationship Id="rId4" Type="http://schemas.openxmlformats.org/officeDocument/2006/relationships/tags" Target="../tags/tag327.xml"/><Relationship Id="rId3" Type="http://schemas.openxmlformats.org/officeDocument/2006/relationships/tags" Target="../tags/tag326.xml"/><Relationship Id="rId2" Type="http://schemas.openxmlformats.org/officeDocument/2006/relationships/tags" Target="../tags/tag325.xml"/><Relationship Id="rId12" Type="http://schemas.openxmlformats.org/officeDocument/2006/relationships/tags" Target="../tags/tag334.xml"/><Relationship Id="rId11" Type="http://schemas.openxmlformats.org/officeDocument/2006/relationships/tags" Target="../tags/tag333.xml"/><Relationship Id="rId10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342.xml"/><Relationship Id="rId8" Type="http://schemas.openxmlformats.org/officeDocument/2006/relationships/tags" Target="../tags/tag341.xml"/><Relationship Id="rId7" Type="http://schemas.openxmlformats.org/officeDocument/2006/relationships/tags" Target="../tags/tag340.xml"/><Relationship Id="rId6" Type="http://schemas.openxmlformats.org/officeDocument/2006/relationships/tags" Target="../tags/tag339.xml"/><Relationship Id="rId5" Type="http://schemas.openxmlformats.org/officeDocument/2006/relationships/tags" Target="../tags/tag338.xml"/><Relationship Id="rId4" Type="http://schemas.openxmlformats.org/officeDocument/2006/relationships/tags" Target="../tags/tag337.xml"/><Relationship Id="rId3" Type="http://schemas.openxmlformats.org/officeDocument/2006/relationships/tags" Target="../tags/tag336.xml"/><Relationship Id="rId2" Type="http://schemas.openxmlformats.org/officeDocument/2006/relationships/tags" Target="../tags/tag335.xml"/><Relationship Id="rId11" Type="http://schemas.openxmlformats.org/officeDocument/2006/relationships/tags" Target="../tags/tag344.xml"/><Relationship Id="rId10" Type="http://schemas.openxmlformats.org/officeDocument/2006/relationships/tags" Target="../tags/tag343.xml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351.xml"/><Relationship Id="rId8" Type="http://schemas.openxmlformats.org/officeDocument/2006/relationships/tags" Target="../tags/tag350.xml"/><Relationship Id="rId7" Type="http://schemas.openxmlformats.org/officeDocument/2006/relationships/tags" Target="../tags/tag349.xml"/><Relationship Id="rId6" Type="http://schemas.openxmlformats.org/officeDocument/2006/relationships/image" Target="../media/image2.emf"/><Relationship Id="rId5" Type="http://schemas.openxmlformats.org/officeDocument/2006/relationships/tags" Target="../tags/tag348.xml"/><Relationship Id="rId4" Type="http://schemas.openxmlformats.org/officeDocument/2006/relationships/tags" Target="../tags/tag347.xml"/><Relationship Id="rId3" Type="http://schemas.openxmlformats.org/officeDocument/2006/relationships/tags" Target="../tags/tag346.xml"/><Relationship Id="rId2" Type="http://schemas.openxmlformats.org/officeDocument/2006/relationships/tags" Target="../tags/tag345.xml"/><Relationship Id="rId12" Type="http://schemas.openxmlformats.org/officeDocument/2006/relationships/tags" Target="../tags/tag354.xml"/><Relationship Id="rId11" Type="http://schemas.openxmlformats.org/officeDocument/2006/relationships/tags" Target="../tags/tag353.xml"/><Relationship Id="rId10" Type="http://schemas.openxmlformats.org/officeDocument/2006/relationships/tags" Target="../tags/tag352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361.xml"/><Relationship Id="rId8" Type="http://schemas.openxmlformats.org/officeDocument/2006/relationships/tags" Target="../tags/tag360.xml"/><Relationship Id="rId7" Type="http://schemas.openxmlformats.org/officeDocument/2006/relationships/tags" Target="../tags/tag359.xml"/><Relationship Id="rId6" Type="http://schemas.openxmlformats.org/officeDocument/2006/relationships/tags" Target="../tags/tag358.xml"/><Relationship Id="rId5" Type="http://schemas.openxmlformats.org/officeDocument/2006/relationships/image" Target="../media/image2.emf"/><Relationship Id="rId4" Type="http://schemas.openxmlformats.org/officeDocument/2006/relationships/tags" Target="../tags/tag357.xml"/><Relationship Id="rId3" Type="http://schemas.openxmlformats.org/officeDocument/2006/relationships/tags" Target="../tags/tag356.xml"/><Relationship Id="rId2" Type="http://schemas.openxmlformats.org/officeDocument/2006/relationships/tags" Target="../tags/tag355.xml"/><Relationship Id="rId12" Type="http://schemas.openxmlformats.org/officeDocument/2006/relationships/tags" Target="../tags/tag364.xml"/><Relationship Id="rId11" Type="http://schemas.openxmlformats.org/officeDocument/2006/relationships/tags" Target="../tags/tag363.xml"/><Relationship Id="rId10" Type="http://schemas.openxmlformats.org/officeDocument/2006/relationships/tags" Target="../tags/tag362.xml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371.xml"/><Relationship Id="rId8" Type="http://schemas.openxmlformats.org/officeDocument/2006/relationships/tags" Target="../tags/tag370.xml"/><Relationship Id="rId7" Type="http://schemas.openxmlformats.org/officeDocument/2006/relationships/tags" Target="../tags/tag369.xml"/><Relationship Id="rId6" Type="http://schemas.openxmlformats.org/officeDocument/2006/relationships/tags" Target="../tags/tag368.xml"/><Relationship Id="rId5" Type="http://schemas.openxmlformats.org/officeDocument/2006/relationships/image" Target="../media/image2.emf"/><Relationship Id="rId4" Type="http://schemas.openxmlformats.org/officeDocument/2006/relationships/tags" Target="../tags/tag367.xml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4" Type="http://schemas.openxmlformats.org/officeDocument/2006/relationships/tags" Target="../tags/tag376.xml"/><Relationship Id="rId13" Type="http://schemas.openxmlformats.org/officeDocument/2006/relationships/tags" Target="../tags/tag375.xml"/><Relationship Id="rId12" Type="http://schemas.openxmlformats.org/officeDocument/2006/relationships/tags" Target="../tags/tag374.xml"/><Relationship Id="rId11" Type="http://schemas.openxmlformats.org/officeDocument/2006/relationships/tags" Target="../tags/tag373.xml"/><Relationship Id="rId10" Type="http://schemas.openxmlformats.org/officeDocument/2006/relationships/tags" Target="../tags/tag372.xm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383.xml"/><Relationship Id="rId8" Type="http://schemas.openxmlformats.org/officeDocument/2006/relationships/tags" Target="../tags/tag382.xml"/><Relationship Id="rId7" Type="http://schemas.openxmlformats.org/officeDocument/2006/relationships/tags" Target="../tags/tag381.xml"/><Relationship Id="rId6" Type="http://schemas.openxmlformats.org/officeDocument/2006/relationships/image" Target="../media/image2.emf"/><Relationship Id="rId5" Type="http://schemas.openxmlformats.org/officeDocument/2006/relationships/tags" Target="../tags/tag380.xml"/><Relationship Id="rId4" Type="http://schemas.openxmlformats.org/officeDocument/2006/relationships/tags" Target="../tags/tag379.xml"/><Relationship Id="rId3" Type="http://schemas.openxmlformats.org/officeDocument/2006/relationships/tags" Target="../tags/tag378.xml"/><Relationship Id="rId2" Type="http://schemas.openxmlformats.org/officeDocument/2006/relationships/tags" Target="../tags/tag377.xml"/><Relationship Id="rId14" Type="http://schemas.openxmlformats.org/officeDocument/2006/relationships/tags" Target="../tags/tag388.xml"/><Relationship Id="rId13" Type="http://schemas.openxmlformats.org/officeDocument/2006/relationships/tags" Target="../tags/tag387.xml"/><Relationship Id="rId12" Type="http://schemas.openxmlformats.org/officeDocument/2006/relationships/tags" Target="../tags/tag386.xml"/><Relationship Id="rId11" Type="http://schemas.openxmlformats.org/officeDocument/2006/relationships/tags" Target="../tags/tag385.xml"/><Relationship Id="rId10" Type="http://schemas.openxmlformats.org/officeDocument/2006/relationships/tags" Target="../tags/tag384.xml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401.xml"/><Relationship Id="rId8" Type="http://schemas.openxmlformats.org/officeDocument/2006/relationships/tags" Target="../tags/tag400.xml"/><Relationship Id="rId7" Type="http://schemas.openxmlformats.org/officeDocument/2006/relationships/tags" Target="../tags/tag399.xml"/><Relationship Id="rId6" Type="http://schemas.openxmlformats.org/officeDocument/2006/relationships/tags" Target="../tags/tag398.xml"/><Relationship Id="rId5" Type="http://schemas.openxmlformats.org/officeDocument/2006/relationships/tags" Target="../tags/tag397.xml"/><Relationship Id="rId4" Type="http://schemas.openxmlformats.org/officeDocument/2006/relationships/image" Target="../media/image2.emf"/><Relationship Id="rId3" Type="http://schemas.openxmlformats.org/officeDocument/2006/relationships/tags" Target="../tags/tag396.xml"/><Relationship Id="rId2" Type="http://schemas.openxmlformats.org/officeDocument/2006/relationships/tags" Target="../tags/tag395.xml"/><Relationship Id="rId18" Type="http://schemas.openxmlformats.org/officeDocument/2006/relationships/tags" Target="../tags/tag410.xml"/><Relationship Id="rId17" Type="http://schemas.openxmlformats.org/officeDocument/2006/relationships/tags" Target="../tags/tag409.xml"/><Relationship Id="rId16" Type="http://schemas.openxmlformats.org/officeDocument/2006/relationships/tags" Target="../tags/tag408.xml"/><Relationship Id="rId15" Type="http://schemas.openxmlformats.org/officeDocument/2006/relationships/tags" Target="../tags/tag407.xml"/><Relationship Id="rId14" Type="http://schemas.openxmlformats.org/officeDocument/2006/relationships/tags" Target="../tags/tag406.xml"/><Relationship Id="rId13" Type="http://schemas.openxmlformats.org/officeDocument/2006/relationships/tags" Target="../tags/tag405.xml"/><Relationship Id="rId12" Type="http://schemas.openxmlformats.org/officeDocument/2006/relationships/tags" Target="../tags/tag404.xml"/><Relationship Id="rId11" Type="http://schemas.openxmlformats.org/officeDocument/2006/relationships/tags" Target="../tags/tag403.xml"/><Relationship Id="rId10" Type="http://schemas.openxmlformats.org/officeDocument/2006/relationships/tags" Target="../tags/tag402.xml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9" Type="http://schemas.openxmlformats.org/officeDocument/2006/relationships/tags" Target="../tags/tag417.xml"/><Relationship Id="rId8" Type="http://schemas.openxmlformats.org/officeDocument/2006/relationships/tags" Target="../tags/tag416.xml"/><Relationship Id="rId7" Type="http://schemas.openxmlformats.org/officeDocument/2006/relationships/tags" Target="../tags/tag415.xml"/><Relationship Id="rId6" Type="http://schemas.openxmlformats.org/officeDocument/2006/relationships/tags" Target="../tags/tag414.xml"/><Relationship Id="rId5" Type="http://schemas.openxmlformats.org/officeDocument/2006/relationships/image" Target="../media/image2.emf"/><Relationship Id="rId4" Type="http://schemas.openxmlformats.org/officeDocument/2006/relationships/tags" Target="../tags/tag413.xml"/><Relationship Id="rId3" Type="http://schemas.openxmlformats.org/officeDocument/2006/relationships/tags" Target="../tags/tag412.xml"/><Relationship Id="rId2" Type="http://schemas.openxmlformats.org/officeDocument/2006/relationships/tags" Target="../tags/tag411.xml"/><Relationship Id="rId10" Type="http://schemas.openxmlformats.org/officeDocument/2006/relationships/tags" Target="../tags/tag418.xml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9" Type="http://schemas.openxmlformats.org/officeDocument/2006/relationships/tags" Target="../tags/tag426.xml"/><Relationship Id="rId8" Type="http://schemas.openxmlformats.org/officeDocument/2006/relationships/tags" Target="../tags/tag425.xml"/><Relationship Id="rId7" Type="http://schemas.openxmlformats.org/officeDocument/2006/relationships/tags" Target="../tags/tag424.xml"/><Relationship Id="rId6" Type="http://schemas.openxmlformats.org/officeDocument/2006/relationships/tags" Target="../tags/tag423.xml"/><Relationship Id="rId5" Type="http://schemas.openxmlformats.org/officeDocument/2006/relationships/tags" Target="../tags/tag422.xml"/><Relationship Id="rId4" Type="http://schemas.openxmlformats.org/officeDocument/2006/relationships/tags" Target="../tags/tag421.xml"/><Relationship Id="rId3" Type="http://schemas.openxmlformats.org/officeDocument/2006/relationships/tags" Target="../tags/tag420.xml"/><Relationship Id="rId2" Type="http://schemas.openxmlformats.org/officeDocument/2006/relationships/tags" Target="../tags/tag419.xml"/><Relationship Id="rId14" Type="http://schemas.openxmlformats.org/officeDocument/2006/relationships/tags" Target="../tags/tag430.xml"/><Relationship Id="rId13" Type="http://schemas.openxmlformats.org/officeDocument/2006/relationships/image" Target="../media/image3.png"/><Relationship Id="rId12" Type="http://schemas.openxmlformats.org/officeDocument/2006/relationships/tags" Target="../tags/tag429.xml"/><Relationship Id="rId11" Type="http://schemas.openxmlformats.org/officeDocument/2006/relationships/tags" Target="../tags/tag428.xml"/><Relationship Id="rId10" Type="http://schemas.openxmlformats.org/officeDocument/2006/relationships/tags" Target="../tags/tag427.xml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emf"/><Relationship Id="rId8" Type="http://schemas.openxmlformats.org/officeDocument/2006/relationships/tags" Target="../tags/tag437.xml"/><Relationship Id="rId7" Type="http://schemas.openxmlformats.org/officeDocument/2006/relationships/tags" Target="../tags/tag436.xml"/><Relationship Id="rId6" Type="http://schemas.openxmlformats.org/officeDocument/2006/relationships/tags" Target="../tags/tag435.xml"/><Relationship Id="rId5" Type="http://schemas.openxmlformats.org/officeDocument/2006/relationships/tags" Target="../tags/tag434.xml"/><Relationship Id="rId4" Type="http://schemas.openxmlformats.org/officeDocument/2006/relationships/tags" Target="../tags/tag433.xml"/><Relationship Id="rId3" Type="http://schemas.openxmlformats.org/officeDocument/2006/relationships/tags" Target="../tags/tag432.xml"/><Relationship Id="rId2" Type="http://schemas.openxmlformats.org/officeDocument/2006/relationships/tags" Target="../tags/tag431.xml"/><Relationship Id="rId15" Type="http://schemas.openxmlformats.org/officeDocument/2006/relationships/tags" Target="../tags/tag443.xml"/><Relationship Id="rId14" Type="http://schemas.openxmlformats.org/officeDocument/2006/relationships/tags" Target="../tags/tag442.xml"/><Relationship Id="rId13" Type="http://schemas.openxmlformats.org/officeDocument/2006/relationships/tags" Target="../tags/tag441.xml"/><Relationship Id="rId12" Type="http://schemas.openxmlformats.org/officeDocument/2006/relationships/tags" Target="../tags/tag440.xml"/><Relationship Id="rId11" Type="http://schemas.openxmlformats.org/officeDocument/2006/relationships/tags" Target="../tags/tag439.xml"/><Relationship Id="rId10" Type="http://schemas.openxmlformats.org/officeDocument/2006/relationships/tags" Target="../tags/tag438.xml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9" Type="http://schemas.openxmlformats.org/officeDocument/2006/relationships/tags" Target="../tags/tag450.xml"/><Relationship Id="rId8" Type="http://schemas.openxmlformats.org/officeDocument/2006/relationships/tags" Target="../tags/tag449.xml"/><Relationship Id="rId7" Type="http://schemas.openxmlformats.org/officeDocument/2006/relationships/tags" Target="../tags/tag448.xml"/><Relationship Id="rId6" Type="http://schemas.openxmlformats.org/officeDocument/2006/relationships/image" Target="../media/image2.emf"/><Relationship Id="rId5" Type="http://schemas.openxmlformats.org/officeDocument/2006/relationships/tags" Target="../tags/tag447.xml"/><Relationship Id="rId4" Type="http://schemas.openxmlformats.org/officeDocument/2006/relationships/tags" Target="../tags/tag446.xml"/><Relationship Id="rId3" Type="http://schemas.openxmlformats.org/officeDocument/2006/relationships/tags" Target="../tags/tag445.xml"/><Relationship Id="rId2" Type="http://schemas.openxmlformats.org/officeDocument/2006/relationships/tags" Target="../tags/tag444.xml"/><Relationship Id="rId17" Type="http://schemas.openxmlformats.org/officeDocument/2006/relationships/tags" Target="../tags/tag458.xml"/><Relationship Id="rId16" Type="http://schemas.openxmlformats.org/officeDocument/2006/relationships/tags" Target="../tags/tag457.xml"/><Relationship Id="rId15" Type="http://schemas.openxmlformats.org/officeDocument/2006/relationships/tags" Target="../tags/tag456.xml"/><Relationship Id="rId14" Type="http://schemas.openxmlformats.org/officeDocument/2006/relationships/tags" Target="../tags/tag455.xml"/><Relationship Id="rId13" Type="http://schemas.openxmlformats.org/officeDocument/2006/relationships/tags" Target="../tags/tag454.xml"/><Relationship Id="rId12" Type="http://schemas.openxmlformats.org/officeDocument/2006/relationships/tags" Target="../tags/tag453.xml"/><Relationship Id="rId11" Type="http://schemas.openxmlformats.org/officeDocument/2006/relationships/tags" Target="../tags/tag452.xml"/><Relationship Id="rId10" Type="http://schemas.openxmlformats.org/officeDocument/2006/relationships/tags" Target="../tags/tag451.xml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9" Type="http://schemas.openxmlformats.org/officeDocument/2006/relationships/tags" Target="../tags/tag465.xml"/><Relationship Id="rId8" Type="http://schemas.openxmlformats.org/officeDocument/2006/relationships/tags" Target="../tags/tag464.xml"/><Relationship Id="rId7" Type="http://schemas.openxmlformats.org/officeDocument/2006/relationships/tags" Target="../tags/tag463.xml"/><Relationship Id="rId6" Type="http://schemas.openxmlformats.org/officeDocument/2006/relationships/tags" Target="../tags/tag462.xml"/><Relationship Id="rId5" Type="http://schemas.openxmlformats.org/officeDocument/2006/relationships/image" Target="../media/image4.jpeg"/><Relationship Id="rId4" Type="http://schemas.openxmlformats.org/officeDocument/2006/relationships/tags" Target="../tags/tag461.xml"/><Relationship Id="rId3" Type="http://schemas.openxmlformats.org/officeDocument/2006/relationships/tags" Target="../tags/tag460.xml"/><Relationship Id="rId2" Type="http://schemas.openxmlformats.org/officeDocument/2006/relationships/tags" Target="../tags/tag459.xml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4" Type="http://schemas.openxmlformats.org/officeDocument/2006/relationships/tags" Target="../tags/tag468.xml"/><Relationship Id="rId3" Type="http://schemas.openxmlformats.org/officeDocument/2006/relationships/tags" Target="../tags/tag467.xml"/><Relationship Id="rId2" Type="http://schemas.openxmlformats.org/officeDocument/2006/relationships/tags" Target="../tags/tag466.xml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9" Type="http://schemas.openxmlformats.org/officeDocument/2006/relationships/tags" Target="../tags/tag475.xml"/><Relationship Id="rId8" Type="http://schemas.openxmlformats.org/officeDocument/2006/relationships/tags" Target="../tags/tag474.xml"/><Relationship Id="rId7" Type="http://schemas.openxmlformats.org/officeDocument/2006/relationships/tags" Target="../tags/tag473.xml"/><Relationship Id="rId6" Type="http://schemas.openxmlformats.org/officeDocument/2006/relationships/image" Target="../media/image2.emf"/><Relationship Id="rId5" Type="http://schemas.openxmlformats.org/officeDocument/2006/relationships/tags" Target="../tags/tag472.xml"/><Relationship Id="rId4" Type="http://schemas.openxmlformats.org/officeDocument/2006/relationships/tags" Target="../tags/tag471.xml"/><Relationship Id="rId3" Type="http://schemas.openxmlformats.org/officeDocument/2006/relationships/tags" Target="../tags/tag470.xml"/><Relationship Id="rId2" Type="http://schemas.openxmlformats.org/officeDocument/2006/relationships/tags" Target="../tags/tag469.xml"/><Relationship Id="rId15" Type="http://schemas.openxmlformats.org/officeDocument/2006/relationships/tags" Target="../tags/tag481.xml"/><Relationship Id="rId14" Type="http://schemas.openxmlformats.org/officeDocument/2006/relationships/tags" Target="../tags/tag480.xml"/><Relationship Id="rId13" Type="http://schemas.openxmlformats.org/officeDocument/2006/relationships/tags" Target="../tags/tag479.xml"/><Relationship Id="rId12" Type="http://schemas.openxmlformats.org/officeDocument/2006/relationships/tags" Target="../tags/tag478.xml"/><Relationship Id="rId11" Type="http://schemas.openxmlformats.org/officeDocument/2006/relationships/tags" Target="../tags/tag477.xml"/><Relationship Id="rId10" Type="http://schemas.openxmlformats.org/officeDocument/2006/relationships/tags" Target="../tags/tag476.xml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9" Type="http://schemas.openxmlformats.org/officeDocument/2006/relationships/tags" Target="../tags/tag488.xml"/><Relationship Id="rId8" Type="http://schemas.openxmlformats.org/officeDocument/2006/relationships/tags" Target="../tags/tag487.xml"/><Relationship Id="rId7" Type="http://schemas.openxmlformats.org/officeDocument/2006/relationships/tags" Target="../tags/tag486.xml"/><Relationship Id="rId6" Type="http://schemas.openxmlformats.org/officeDocument/2006/relationships/image" Target="../media/image2.emf"/><Relationship Id="rId5" Type="http://schemas.openxmlformats.org/officeDocument/2006/relationships/tags" Target="../tags/tag485.xml"/><Relationship Id="rId4" Type="http://schemas.openxmlformats.org/officeDocument/2006/relationships/tags" Target="../tags/tag484.xml"/><Relationship Id="rId3" Type="http://schemas.openxmlformats.org/officeDocument/2006/relationships/tags" Target="../tags/tag483.xml"/><Relationship Id="rId2" Type="http://schemas.openxmlformats.org/officeDocument/2006/relationships/tags" Target="../tags/tag482.xml"/><Relationship Id="rId14" Type="http://schemas.openxmlformats.org/officeDocument/2006/relationships/tags" Target="../tags/tag493.xml"/><Relationship Id="rId13" Type="http://schemas.openxmlformats.org/officeDocument/2006/relationships/tags" Target="../tags/tag492.xml"/><Relationship Id="rId12" Type="http://schemas.openxmlformats.org/officeDocument/2006/relationships/tags" Target="../tags/tag491.xml"/><Relationship Id="rId11" Type="http://schemas.openxmlformats.org/officeDocument/2006/relationships/tags" Target="../tags/tag490.xml"/><Relationship Id="rId10" Type="http://schemas.openxmlformats.org/officeDocument/2006/relationships/tags" Target="../tags/tag489.xml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9" Type="http://schemas.openxmlformats.org/officeDocument/2006/relationships/tags" Target="../tags/tag500.xml"/><Relationship Id="rId8" Type="http://schemas.openxmlformats.org/officeDocument/2006/relationships/tags" Target="../tags/tag499.xml"/><Relationship Id="rId7" Type="http://schemas.openxmlformats.org/officeDocument/2006/relationships/tags" Target="../tags/tag498.xml"/><Relationship Id="rId6" Type="http://schemas.openxmlformats.org/officeDocument/2006/relationships/tags" Target="../tags/tag497.xml"/><Relationship Id="rId5" Type="http://schemas.openxmlformats.org/officeDocument/2006/relationships/image" Target="../media/image2.emf"/><Relationship Id="rId4" Type="http://schemas.openxmlformats.org/officeDocument/2006/relationships/tags" Target="../tags/tag496.xml"/><Relationship Id="rId3" Type="http://schemas.openxmlformats.org/officeDocument/2006/relationships/tags" Target="../tags/tag495.xml"/><Relationship Id="rId2" Type="http://schemas.openxmlformats.org/officeDocument/2006/relationships/tags" Target="../tags/tag494.xml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image" Target="../media/image2.emf"/><Relationship Id="rId7" Type="http://schemas.openxmlformats.org/officeDocument/2006/relationships/tags" Target="../tags/tag506.xml"/><Relationship Id="rId6" Type="http://schemas.openxmlformats.org/officeDocument/2006/relationships/tags" Target="../tags/tag505.xml"/><Relationship Id="rId5" Type="http://schemas.openxmlformats.org/officeDocument/2006/relationships/tags" Target="../tags/tag504.xml"/><Relationship Id="rId4" Type="http://schemas.openxmlformats.org/officeDocument/2006/relationships/tags" Target="../tags/tag503.xml"/><Relationship Id="rId3" Type="http://schemas.openxmlformats.org/officeDocument/2006/relationships/tags" Target="../tags/tag502.xml"/><Relationship Id="rId2" Type="http://schemas.openxmlformats.org/officeDocument/2006/relationships/tags" Target="../tags/tag501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9" Type="http://schemas.openxmlformats.org/officeDocument/2006/relationships/tags" Target="../tags/tag520.xml"/><Relationship Id="rId8" Type="http://schemas.openxmlformats.org/officeDocument/2006/relationships/tags" Target="../tags/tag519.xml"/><Relationship Id="rId7" Type="http://schemas.openxmlformats.org/officeDocument/2006/relationships/tags" Target="../tags/tag518.xml"/><Relationship Id="rId6" Type="http://schemas.openxmlformats.org/officeDocument/2006/relationships/tags" Target="../tags/tag517.xml"/><Relationship Id="rId5" Type="http://schemas.openxmlformats.org/officeDocument/2006/relationships/tags" Target="../tags/tag516.xml"/><Relationship Id="rId4" Type="http://schemas.openxmlformats.org/officeDocument/2006/relationships/tags" Target="../tags/tag515.xml"/><Relationship Id="rId3" Type="http://schemas.openxmlformats.org/officeDocument/2006/relationships/tags" Target="../tags/tag514.xml"/><Relationship Id="rId2" Type="http://schemas.openxmlformats.org/officeDocument/2006/relationships/tags" Target="../tags/tag513.xml"/><Relationship Id="rId11" Type="http://schemas.openxmlformats.org/officeDocument/2006/relationships/image" Target="../media/image2.emf"/><Relationship Id="rId10" Type="http://schemas.openxmlformats.org/officeDocument/2006/relationships/tags" Target="../tags/tag521.xml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9" Type="http://schemas.openxmlformats.org/officeDocument/2006/relationships/tags" Target="../tags/tag529.xml"/><Relationship Id="rId8" Type="http://schemas.openxmlformats.org/officeDocument/2006/relationships/tags" Target="../tags/tag528.xml"/><Relationship Id="rId7" Type="http://schemas.openxmlformats.org/officeDocument/2006/relationships/tags" Target="../tags/tag527.xml"/><Relationship Id="rId6" Type="http://schemas.openxmlformats.org/officeDocument/2006/relationships/tags" Target="../tags/tag526.xml"/><Relationship Id="rId5" Type="http://schemas.openxmlformats.org/officeDocument/2006/relationships/tags" Target="../tags/tag525.xml"/><Relationship Id="rId4" Type="http://schemas.openxmlformats.org/officeDocument/2006/relationships/tags" Target="../tags/tag524.xml"/><Relationship Id="rId3" Type="http://schemas.openxmlformats.org/officeDocument/2006/relationships/tags" Target="../tags/tag523.xml"/><Relationship Id="rId2" Type="http://schemas.openxmlformats.org/officeDocument/2006/relationships/tags" Target="../tags/tag522.xml"/><Relationship Id="rId12" Type="http://schemas.openxmlformats.org/officeDocument/2006/relationships/tags" Target="../tags/tag531.xml"/><Relationship Id="rId11" Type="http://schemas.openxmlformats.org/officeDocument/2006/relationships/tags" Target="../tags/tag530.xml"/><Relationship Id="rId10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9" Type="http://schemas.openxmlformats.org/officeDocument/2006/relationships/tags" Target="../tags/tag539.xml"/><Relationship Id="rId8" Type="http://schemas.openxmlformats.org/officeDocument/2006/relationships/tags" Target="../tags/tag538.xml"/><Relationship Id="rId7" Type="http://schemas.openxmlformats.org/officeDocument/2006/relationships/tags" Target="../tags/tag537.xml"/><Relationship Id="rId6" Type="http://schemas.openxmlformats.org/officeDocument/2006/relationships/tags" Target="../tags/tag536.xml"/><Relationship Id="rId5" Type="http://schemas.openxmlformats.org/officeDocument/2006/relationships/tags" Target="../tags/tag535.xml"/><Relationship Id="rId4" Type="http://schemas.openxmlformats.org/officeDocument/2006/relationships/tags" Target="../tags/tag534.xml"/><Relationship Id="rId3" Type="http://schemas.openxmlformats.org/officeDocument/2006/relationships/tags" Target="../tags/tag533.xml"/><Relationship Id="rId2" Type="http://schemas.openxmlformats.org/officeDocument/2006/relationships/tags" Target="../tags/tag532.xml"/><Relationship Id="rId11" Type="http://schemas.openxmlformats.org/officeDocument/2006/relationships/tags" Target="../tags/tag541.xml"/><Relationship Id="rId10" Type="http://schemas.openxmlformats.org/officeDocument/2006/relationships/tags" Target="../tags/tag540.xml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9" Type="http://schemas.openxmlformats.org/officeDocument/2006/relationships/tags" Target="../tags/tag548.xml"/><Relationship Id="rId8" Type="http://schemas.openxmlformats.org/officeDocument/2006/relationships/tags" Target="../tags/tag547.xml"/><Relationship Id="rId7" Type="http://schemas.openxmlformats.org/officeDocument/2006/relationships/tags" Target="../tags/tag546.xml"/><Relationship Id="rId6" Type="http://schemas.openxmlformats.org/officeDocument/2006/relationships/image" Target="../media/image2.emf"/><Relationship Id="rId5" Type="http://schemas.openxmlformats.org/officeDocument/2006/relationships/tags" Target="../tags/tag545.xml"/><Relationship Id="rId4" Type="http://schemas.openxmlformats.org/officeDocument/2006/relationships/tags" Target="../tags/tag544.xml"/><Relationship Id="rId3" Type="http://schemas.openxmlformats.org/officeDocument/2006/relationships/tags" Target="../tags/tag543.xml"/><Relationship Id="rId2" Type="http://schemas.openxmlformats.org/officeDocument/2006/relationships/tags" Target="../tags/tag542.xml"/><Relationship Id="rId12" Type="http://schemas.openxmlformats.org/officeDocument/2006/relationships/tags" Target="../tags/tag551.xml"/><Relationship Id="rId11" Type="http://schemas.openxmlformats.org/officeDocument/2006/relationships/tags" Target="../tags/tag550.xml"/><Relationship Id="rId10" Type="http://schemas.openxmlformats.org/officeDocument/2006/relationships/tags" Target="../tags/tag549.xml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9" Type="http://schemas.openxmlformats.org/officeDocument/2006/relationships/tags" Target="../tags/tag558.xml"/><Relationship Id="rId8" Type="http://schemas.openxmlformats.org/officeDocument/2006/relationships/tags" Target="../tags/tag557.xml"/><Relationship Id="rId7" Type="http://schemas.openxmlformats.org/officeDocument/2006/relationships/tags" Target="../tags/tag556.xml"/><Relationship Id="rId6" Type="http://schemas.openxmlformats.org/officeDocument/2006/relationships/tags" Target="../tags/tag555.xml"/><Relationship Id="rId5" Type="http://schemas.openxmlformats.org/officeDocument/2006/relationships/image" Target="../media/image2.emf"/><Relationship Id="rId4" Type="http://schemas.openxmlformats.org/officeDocument/2006/relationships/tags" Target="../tags/tag554.xml"/><Relationship Id="rId3" Type="http://schemas.openxmlformats.org/officeDocument/2006/relationships/tags" Target="../tags/tag553.xml"/><Relationship Id="rId2" Type="http://schemas.openxmlformats.org/officeDocument/2006/relationships/tags" Target="../tags/tag552.xml"/><Relationship Id="rId12" Type="http://schemas.openxmlformats.org/officeDocument/2006/relationships/tags" Target="../tags/tag561.xml"/><Relationship Id="rId11" Type="http://schemas.openxmlformats.org/officeDocument/2006/relationships/tags" Target="../tags/tag560.xml"/><Relationship Id="rId10" Type="http://schemas.openxmlformats.org/officeDocument/2006/relationships/tags" Target="../tags/tag559.xml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9" Type="http://schemas.openxmlformats.org/officeDocument/2006/relationships/tags" Target="../tags/tag568.xml"/><Relationship Id="rId8" Type="http://schemas.openxmlformats.org/officeDocument/2006/relationships/tags" Target="../tags/tag567.xml"/><Relationship Id="rId7" Type="http://schemas.openxmlformats.org/officeDocument/2006/relationships/tags" Target="../tags/tag566.xml"/><Relationship Id="rId6" Type="http://schemas.openxmlformats.org/officeDocument/2006/relationships/tags" Target="../tags/tag565.xml"/><Relationship Id="rId5" Type="http://schemas.openxmlformats.org/officeDocument/2006/relationships/image" Target="../media/image2.emf"/><Relationship Id="rId4" Type="http://schemas.openxmlformats.org/officeDocument/2006/relationships/tags" Target="../tags/tag564.xml"/><Relationship Id="rId3" Type="http://schemas.openxmlformats.org/officeDocument/2006/relationships/tags" Target="../tags/tag563.xml"/><Relationship Id="rId2" Type="http://schemas.openxmlformats.org/officeDocument/2006/relationships/tags" Target="../tags/tag562.xml"/><Relationship Id="rId14" Type="http://schemas.openxmlformats.org/officeDocument/2006/relationships/tags" Target="../tags/tag573.xml"/><Relationship Id="rId13" Type="http://schemas.openxmlformats.org/officeDocument/2006/relationships/tags" Target="../tags/tag572.xml"/><Relationship Id="rId12" Type="http://schemas.openxmlformats.org/officeDocument/2006/relationships/tags" Target="../tags/tag571.xml"/><Relationship Id="rId11" Type="http://schemas.openxmlformats.org/officeDocument/2006/relationships/tags" Target="../tags/tag570.xml"/><Relationship Id="rId10" Type="http://schemas.openxmlformats.org/officeDocument/2006/relationships/tags" Target="../tags/tag569.xml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9" Type="http://schemas.openxmlformats.org/officeDocument/2006/relationships/tags" Target="../tags/tag580.xml"/><Relationship Id="rId8" Type="http://schemas.openxmlformats.org/officeDocument/2006/relationships/tags" Target="../tags/tag579.xml"/><Relationship Id="rId7" Type="http://schemas.openxmlformats.org/officeDocument/2006/relationships/tags" Target="../tags/tag578.xml"/><Relationship Id="rId6" Type="http://schemas.openxmlformats.org/officeDocument/2006/relationships/image" Target="../media/image2.emf"/><Relationship Id="rId5" Type="http://schemas.openxmlformats.org/officeDocument/2006/relationships/tags" Target="../tags/tag577.xml"/><Relationship Id="rId4" Type="http://schemas.openxmlformats.org/officeDocument/2006/relationships/tags" Target="../tags/tag576.xml"/><Relationship Id="rId3" Type="http://schemas.openxmlformats.org/officeDocument/2006/relationships/tags" Target="../tags/tag575.xml"/><Relationship Id="rId2" Type="http://schemas.openxmlformats.org/officeDocument/2006/relationships/tags" Target="../tags/tag574.xml"/><Relationship Id="rId14" Type="http://schemas.openxmlformats.org/officeDocument/2006/relationships/tags" Target="../tags/tag585.xml"/><Relationship Id="rId13" Type="http://schemas.openxmlformats.org/officeDocument/2006/relationships/tags" Target="../tags/tag584.xml"/><Relationship Id="rId12" Type="http://schemas.openxmlformats.org/officeDocument/2006/relationships/tags" Target="../tags/tag583.xml"/><Relationship Id="rId11" Type="http://schemas.openxmlformats.org/officeDocument/2006/relationships/tags" Target="../tags/tag582.xml"/><Relationship Id="rId10" Type="http://schemas.openxmlformats.org/officeDocument/2006/relationships/tags" Target="../tags/tag581.xml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9" Type="http://schemas.openxmlformats.org/officeDocument/2006/relationships/tags" Target="../tags/tag598.xml"/><Relationship Id="rId8" Type="http://schemas.openxmlformats.org/officeDocument/2006/relationships/tags" Target="../tags/tag597.xml"/><Relationship Id="rId7" Type="http://schemas.openxmlformats.org/officeDocument/2006/relationships/tags" Target="../tags/tag596.xml"/><Relationship Id="rId6" Type="http://schemas.openxmlformats.org/officeDocument/2006/relationships/tags" Target="../tags/tag595.xml"/><Relationship Id="rId5" Type="http://schemas.openxmlformats.org/officeDocument/2006/relationships/tags" Target="../tags/tag594.xml"/><Relationship Id="rId4" Type="http://schemas.openxmlformats.org/officeDocument/2006/relationships/image" Target="../media/image2.emf"/><Relationship Id="rId3" Type="http://schemas.openxmlformats.org/officeDocument/2006/relationships/tags" Target="../tags/tag593.xml"/><Relationship Id="rId2" Type="http://schemas.openxmlformats.org/officeDocument/2006/relationships/tags" Target="../tags/tag592.xml"/><Relationship Id="rId18" Type="http://schemas.openxmlformats.org/officeDocument/2006/relationships/tags" Target="../tags/tag607.xml"/><Relationship Id="rId17" Type="http://schemas.openxmlformats.org/officeDocument/2006/relationships/tags" Target="../tags/tag606.xml"/><Relationship Id="rId16" Type="http://schemas.openxmlformats.org/officeDocument/2006/relationships/tags" Target="../tags/tag605.xml"/><Relationship Id="rId15" Type="http://schemas.openxmlformats.org/officeDocument/2006/relationships/tags" Target="../tags/tag604.xml"/><Relationship Id="rId14" Type="http://schemas.openxmlformats.org/officeDocument/2006/relationships/tags" Target="../tags/tag603.xml"/><Relationship Id="rId13" Type="http://schemas.openxmlformats.org/officeDocument/2006/relationships/tags" Target="../tags/tag602.xml"/><Relationship Id="rId12" Type="http://schemas.openxmlformats.org/officeDocument/2006/relationships/tags" Target="../tags/tag601.xml"/><Relationship Id="rId11" Type="http://schemas.openxmlformats.org/officeDocument/2006/relationships/tags" Target="../tags/tag600.xml"/><Relationship Id="rId10" Type="http://schemas.openxmlformats.org/officeDocument/2006/relationships/tags" Target="../tags/tag599.xml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9" Type="http://schemas.openxmlformats.org/officeDocument/2006/relationships/tags" Target="../tags/tag614.xml"/><Relationship Id="rId8" Type="http://schemas.openxmlformats.org/officeDocument/2006/relationships/tags" Target="../tags/tag613.xml"/><Relationship Id="rId7" Type="http://schemas.openxmlformats.org/officeDocument/2006/relationships/tags" Target="../tags/tag612.xml"/><Relationship Id="rId6" Type="http://schemas.openxmlformats.org/officeDocument/2006/relationships/tags" Target="../tags/tag611.xml"/><Relationship Id="rId5" Type="http://schemas.openxmlformats.org/officeDocument/2006/relationships/image" Target="../media/image2.emf"/><Relationship Id="rId4" Type="http://schemas.openxmlformats.org/officeDocument/2006/relationships/tags" Target="../tags/tag610.xml"/><Relationship Id="rId3" Type="http://schemas.openxmlformats.org/officeDocument/2006/relationships/tags" Target="../tags/tag609.xml"/><Relationship Id="rId2" Type="http://schemas.openxmlformats.org/officeDocument/2006/relationships/tags" Target="../tags/tag608.xml"/><Relationship Id="rId10" Type="http://schemas.openxmlformats.org/officeDocument/2006/relationships/tags" Target="../tags/tag615.xml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9" Type="http://schemas.openxmlformats.org/officeDocument/2006/relationships/tags" Target="../tags/tag623.xml"/><Relationship Id="rId8" Type="http://schemas.openxmlformats.org/officeDocument/2006/relationships/tags" Target="../tags/tag622.xml"/><Relationship Id="rId7" Type="http://schemas.openxmlformats.org/officeDocument/2006/relationships/tags" Target="../tags/tag621.xml"/><Relationship Id="rId6" Type="http://schemas.openxmlformats.org/officeDocument/2006/relationships/tags" Target="../tags/tag620.xml"/><Relationship Id="rId5" Type="http://schemas.openxmlformats.org/officeDocument/2006/relationships/tags" Target="../tags/tag619.xml"/><Relationship Id="rId4" Type="http://schemas.openxmlformats.org/officeDocument/2006/relationships/tags" Target="../tags/tag618.xml"/><Relationship Id="rId3" Type="http://schemas.openxmlformats.org/officeDocument/2006/relationships/tags" Target="../tags/tag617.xml"/><Relationship Id="rId2" Type="http://schemas.openxmlformats.org/officeDocument/2006/relationships/tags" Target="../tags/tag616.xml"/><Relationship Id="rId14" Type="http://schemas.openxmlformats.org/officeDocument/2006/relationships/tags" Target="../tags/tag627.xml"/><Relationship Id="rId13" Type="http://schemas.openxmlformats.org/officeDocument/2006/relationships/image" Target="../media/image3.png"/><Relationship Id="rId12" Type="http://schemas.openxmlformats.org/officeDocument/2006/relationships/tags" Target="../tags/tag626.xml"/><Relationship Id="rId11" Type="http://schemas.openxmlformats.org/officeDocument/2006/relationships/tags" Target="../tags/tag625.xml"/><Relationship Id="rId10" Type="http://schemas.openxmlformats.org/officeDocument/2006/relationships/tags" Target="../tags/tag624.xml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emf"/><Relationship Id="rId8" Type="http://schemas.openxmlformats.org/officeDocument/2006/relationships/tags" Target="../tags/tag634.xml"/><Relationship Id="rId7" Type="http://schemas.openxmlformats.org/officeDocument/2006/relationships/tags" Target="../tags/tag633.xml"/><Relationship Id="rId6" Type="http://schemas.openxmlformats.org/officeDocument/2006/relationships/tags" Target="../tags/tag632.xml"/><Relationship Id="rId5" Type="http://schemas.openxmlformats.org/officeDocument/2006/relationships/tags" Target="../tags/tag631.xml"/><Relationship Id="rId4" Type="http://schemas.openxmlformats.org/officeDocument/2006/relationships/tags" Target="../tags/tag630.xml"/><Relationship Id="rId3" Type="http://schemas.openxmlformats.org/officeDocument/2006/relationships/tags" Target="../tags/tag629.xml"/><Relationship Id="rId2" Type="http://schemas.openxmlformats.org/officeDocument/2006/relationships/tags" Target="../tags/tag628.xml"/><Relationship Id="rId15" Type="http://schemas.openxmlformats.org/officeDocument/2006/relationships/tags" Target="../tags/tag640.xml"/><Relationship Id="rId14" Type="http://schemas.openxmlformats.org/officeDocument/2006/relationships/tags" Target="../tags/tag639.xml"/><Relationship Id="rId13" Type="http://schemas.openxmlformats.org/officeDocument/2006/relationships/tags" Target="../tags/tag638.xml"/><Relationship Id="rId12" Type="http://schemas.openxmlformats.org/officeDocument/2006/relationships/tags" Target="../tags/tag637.xml"/><Relationship Id="rId11" Type="http://schemas.openxmlformats.org/officeDocument/2006/relationships/tags" Target="../tags/tag636.xml"/><Relationship Id="rId10" Type="http://schemas.openxmlformats.org/officeDocument/2006/relationships/tags" Target="../tags/tag635.xml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9" Type="http://schemas.openxmlformats.org/officeDocument/2006/relationships/tags" Target="../tags/tag647.xml"/><Relationship Id="rId8" Type="http://schemas.openxmlformats.org/officeDocument/2006/relationships/tags" Target="../tags/tag646.xml"/><Relationship Id="rId7" Type="http://schemas.openxmlformats.org/officeDocument/2006/relationships/tags" Target="../tags/tag645.xml"/><Relationship Id="rId6" Type="http://schemas.openxmlformats.org/officeDocument/2006/relationships/image" Target="../media/image2.emf"/><Relationship Id="rId5" Type="http://schemas.openxmlformats.org/officeDocument/2006/relationships/tags" Target="../tags/tag644.xml"/><Relationship Id="rId4" Type="http://schemas.openxmlformats.org/officeDocument/2006/relationships/tags" Target="../tags/tag643.xml"/><Relationship Id="rId3" Type="http://schemas.openxmlformats.org/officeDocument/2006/relationships/tags" Target="../tags/tag642.xml"/><Relationship Id="rId2" Type="http://schemas.openxmlformats.org/officeDocument/2006/relationships/tags" Target="../tags/tag641.xml"/><Relationship Id="rId17" Type="http://schemas.openxmlformats.org/officeDocument/2006/relationships/tags" Target="../tags/tag655.xml"/><Relationship Id="rId16" Type="http://schemas.openxmlformats.org/officeDocument/2006/relationships/tags" Target="../tags/tag654.xml"/><Relationship Id="rId15" Type="http://schemas.openxmlformats.org/officeDocument/2006/relationships/tags" Target="../tags/tag653.xml"/><Relationship Id="rId14" Type="http://schemas.openxmlformats.org/officeDocument/2006/relationships/tags" Target="../tags/tag652.xml"/><Relationship Id="rId13" Type="http://schemas.openxmlformats.org/officeDocument/2006/relationships/tags" Target="../tags/tag651.xml"/><Relationship Id="rId12" Type="http://schemas.openxmlformats.org/officeDocument/2006/relationships/tags" Target="../tags/tag650.xml"/><Relationship Id="rId11" Type="http://schemas.openxmlformats.org/officeDocument/2006/relationships/tags" Target="../tags/tag649.xml"/><Relationship Id="rId10" Type="http://schemas.openxmlformats.org/officeDocument/2006/relationships/tags" Target="../tags/tag648.xml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9" Type="http://schemas.openxmlformats.org/officeDocument/2006/relationships/tags" Target="../tags/tag662.xml"/><Relationship Id="rId8" Type="http://schemas.openxmlformats.org/officeDocument/2006/relationships/tags" Target="../tags/tag661.xml"/><Relationship Id="rId7" Type="http://schemas.openxmlformats.org/officeDocument/2006/relationships/tags" Target="../tags/tag660.xml"/><Relationship Id="rId6" Type="http://schemas.openxmlformats.org/officeDocument/2006/relationships/tags" Target="../tags/tag659.xml"/><Relationship Id="rId5" Type="http://schemas.openxmlformats.org/officeDocument/2006/relationships/image" Target="../media/image4.jpeg"/><Relationship Id="rId4" Type="http://schemas.openxmlformats.org/officeDocument/2006/relationships/tags" Target="../tags/tag658.xml"/><Relationship Id="rId3" Type="http://schemas.openxmlformats.org/officeDocument/2006/relationships/tags" Target="../tags/tag657.xml"/><Relationship Id="rId2" Type="http://schemas.openxmlformats.org/officeDocument/2006/relationships/tags" Target="../tags/tag656.xml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4" Type="http://schemas.openxmlformats.org/officeDocument/2006/relationships/tags" Target="../tags/tag665.xml"/><Relationship Id="rId3" Type="http://schemas.openxmlformats.org/officeDocument/2006/relationships/tags" Target="../tags/tag664.xml"/><Relationship Id="rId2" Type="http://schemas.openxmlformats.org/officeDocument/2006/relationships/tags" Target="../tags/tag663.xml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9" Type="http://schemas.openxmlformats.org/officeDocument/2006/relationships/tags" Target="../tags/tag672.xml"/><Relationship Id="rId8" Type="http://schemas.openxmlformats.org/officeDocument/2006/relationships/tags" Target="../tags/tag671.xml"/><Relationship Id="rId7" Type="http://schemas.openxmlformats.org/officeDocument/2006/relationships/tags" Target="../tags/tag670.xml"/><Relationship Id="rId6" Type="http://schemas.openxmlformats.org/officeDocument/2006/relationships/image" Target="../media/image2.emf"/><Relationship Id="rId5" Type="http://schemas.openxmlformats.org/officeDocument/2006/relationships/tags" Target="../tags/tag669.xml"/><Relationship Id="rId4" Type="http://schemas.openxmlformats.org/officeDocument/2006/relationships/tags" Target="../tags/tag668.xml"/><Relationship Id="rId3" Type="http://schemas.openxmlformats.org/officeDocument/2006/relationships/tags" Target="../tags/tag667.xml"/><Relationship Id="rId2" Type="http://schemas.openxmlformats.org/officeDocument/2006/relationships/tags" Target="../tags/tag666.xml"/><Relationship Id="rId15" Type="http://schemas.openxmlformats.org/officeDocument/2006/relationships/tags" Target="../tags/tag678.xml"/><Relationship Id="rId14" Type="http://schemas.openxmlformats.org/officeDocument/2006/relationships/tags" Target="../tags/tag677.xml"/><Relationship Id="rId13" Type="http://schemas.openxmlformats.org/officeDocument/2006/relationships/tags" Target="../tags/tag676.xml"/><Relationship Id="rId12" Type="http://schemas.openxmlformats.org/officeDocument/2006/relationships/tags" Target="../tags/tag675.xml"/><Relationship Id="rId11" Type="http://schemas.openxmlformats.org/officeDocument/2006/relationships/tags" Target="../tags/tag674.xml"/><Relationship Id="rId10" Type="http://schemas.openxmlformats.org/officeDocument/2006/relationships/tags" Target="../tags/tag673.xml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9" Type="http://schemas.openxmlformats.org/officeDocument/2006/relationships/tags" Target="../tags/tag685.xml"/><Relationship Id="rId8" Type="http://schemas.openxmlformats.org/officeDocument/2006/relationships/tags" Target="../tags/tag684.xml"/><Relationship Id="rId7" Type="http://schemas.openxmlformats.org/officeDocument/2006/relationships/tags" Target="../tags/tag683.xml"/><Relationship Id="rId6" Type="http://schemas.openxmlformats.org/officeDocument/2006/relationships/image" Target="../media/image2.emf"/><Relationship Id="rId5" Type="http://schemas.openxmlformats.org/officeDocument/2006/relationships/tags" Target="../tags/tag682.xml"/><Relationship Id="rId4" Type="http://schemas.openxmlformats.org/officeDocument/2006/relationships/tags" Target="../tags/tag681.xml"/><Relationship Id="rId3" Type="http://schemas.openxmlformats.org/officeDocument/2006/relationships/tags" Target="../tags/tag680.xml"/><Relationship Id="rId2" Type="http://schemas.openxmlformats.org/officeDocument/2006/relationships/tags" Target="../tags/tag679.xml"/><Relationship Id="rId14" Type="http://schemas.openxmlformats.org/officeDocument/2006/relationships/tags" Target="../tags/tag690.xml"/><Relationship Id="rId13" Type="http://schemas.openxmlformats.org/officeDocument/2006/relationships/tags" Target="../tags/tag689.xml"/><Relationship Id="rId12" Type="http://schemas.openxmlformats.org/officeDocument/2006/relationships/tags" Target="../tags/tag688.xml"/><Relationship Id="rId11" Type="http://schemas.openxmlformats.org/officeDocument/2006/relationships/tags" Target="../tags/tag687.xml"/><Relationship Id="rId10" Type="http://schemas.openxmlformats.org/officeDocument/2006/relationships/tags" Target="../tags/tag686.xml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9" Type="http://schemas.openxmlformats.org/officeDocument/2006/relationships/tags" Target="../tags/tag697.xml"/><Relationship Id="rId8" Type="http://schemas.openxmlformats.org/officeDocument/2006/relationships/tags" Target="../tags/tag696.xml"/><Relationship Id="rId7" Type="http://schemas.openxmlformats.org/officeDocument/2006/relationships/tags" Target="../tags/tag695.xml"/><Relationship Id="rId6" Type="http://schemas.openxmlformats.org/officeDocument/2006/relationships/tags" Target="../tags/tag694.xml"/><Relationship Id="rId5" Type="http://schemas.openxmlformats.org/officeDocument/2006/relationships/image" Target="../media/image2.emf"/><Relationship Id="rId4" Type="http://schemas.openxmlformats.org/officeDocument/2006/relationships/tags" Target="../tags/tag693.xml"/><Relationship Id="rId3" Type="http://schemas.openxmlformats.org/officeDocument/2006/relationships/tags" Target="../tags/tag692.xml"/><Relationship Id="rId2" Type="http://schemas.openxmlformats.org/officeDocument/2006/relationships/tags" Target="../tags/tag691.xml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9" Type="http://schemas.openxmlformats.org/officeDocument/2006/relationships/tags" Target="../tags/tag704.xml"/><Relationship Id="rId8" Type="http://schemas.openxmlformats.org/officeDocument/2006/relationships/image" Target="../media/image2.emf"/><Relationship Id="rId7" Type="http://schemas.openxmlformats.org/officeDocument/2006/relationships/tags" Target="../tags/tag703.xml"/><Relationship Id="rId6" Type="http://schemas.openxmlformats.org/officeDocument/2006/relationships/tags" Target="../tags/tag702.xml"/><Relationship Id="rId5" Type="http://schemas.openxmlformats.org/officeDocument/2006/relationships/tags" Target="../tags/tag701.xml"/><Relationship Id="rId4" Type="http://schemas.openxmlformats.org/officeDocument/2006/relationships/tags" Target="../tags/tag700.xml"/><Relationship Id="rId3" Type="http://schemas.openxmlformats.org/officeDocument/2006/relationships/tags" Target="../tags/tag699.xml"/><Relationship Id="rId2" Type="http://schemas.openxmlformats.org/officeDocument/2006/relationships/tags" Target="../tags/tag698.xml"/><Relationship Id="rId14" Type="http://schemas.openxmlformats.org/officeDocument/2006/relationships/tags" Target="../tags/tag709.xml"/><Relationship Id="rId13" Type="http://schemas.openxmlformats.org/officeDocument/2006/relationships/tags" Target="../tags/tag708.xml"/><Relationship Id="rId12" Type="http://schemas.openxmlformats.org/officeDocument/2006/relationships/tags" Target="../tags/tag707.xml"/><Relationship Id="rId11" Type="http://schemas.openxmlformats.org/officeDocument/2006/relationships/tags" Target="../tags/tag706.xml"/><Relationship Id="rId10" Type="http://schemas.openxmlformats.org/officeDocument/2006/relationships/tags" Target="../tags/tag705.xml"/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9" Type="http://schemas.openxmlformats.org/officeDocument/2006/relationships/tags" Target="../tags/tag717.xml"/><Relationship Id="rId8" Type="http://schemas.openxmlformats.org/officeDocument/2006/relationships/tags" Target="../tags/tag716.xml"/><Relationship Id="rId7" Type="http://schemas.openxmlformats.org/officeDocument/2006/relationships/tags" Target="../tags/tag715.xml"/><Relationship Id="rId6" Type="http://schemas.openxmlformats.org/officeDocument/2006/relationships/tags" Target="../tags/tag714.xml"/><Relationship Id="rId5" Type="http://schemas.openxmlformats.org/officeDocument/2006/relationships/tags" Target="../tags/tag713.xml"/><Relationship Id="rId4" Type="http://schemas.openxmlformats.org/officeDocument/2006/relationships/tags" Target="../tags/tag712.xml"/><Relationship Id="rId3" Type="http://schemas.openxmlformats.org/officeDocument/2006/relationships/tags" Target="../tags/tag711.xml"/><Relationship Id="rId2" Type="http://schemas.openxmlformats.org/officeDocument/2006/relationships/tags" Target="../tags/tag710.xml"/><Relationship Id="rId11" Type="http://schemas.openxmlformats.org/officeDocument/2006/relationships/image" Target="../media/image2.emf"/><Relationship Id="rId10" Type="http://schemas.openxmlformats.org/officeDocument/2006/relationships/tags" Target="../tags/tag718.xml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9" Type="http://schemas.openxmlformats.org/officeDocument/2006/relationships/tags" Target="../tags/tag726.xml"/><Relationship Id="rId8" Type="http://schemas.openxmlformats.org/officeDocument/2006/relationships/tags" Target="../tags/tag725.xml"/><Relationship Id="rId7" Type="http://schemas.openxmlformats.org/officeDocument/2006/relationships/tags" Target="../tags/tag724.xml"/><Relationship Id="rId6" Type="http://schemas.openxmlformats.org/officeDocument/2006/relationships/tags" Target="../tags/tag723.xml"/><Relationship Id="rId5" Type="http://schemas.openxmlformats.org/officeDocument/2006/relationships/tags" Target="../tags/tag722.xml"/><Relationship Id="rId4" Type="http://schemas.openxmlformats.org/officeDocument/2006/relationships/tags" Target="../tags/tag721.xml"/><Relationship Id="rId3" Type="http://schemas.openxmlformats.org/officeDocument/2006/relationships/tags" Target="../tags/tag720.xml"/><Relationship Id="rId2" Type="http://schemas.openxmlformats.org/officeDocument/2006/relationships/tags" Target="../tags/tag719.xml"/><Relationship Id="rId12" Type="http://schemas.openxmlformats.org/officeDocument/2006/relationships/tags" Target="../tags/tag728.xml"/><Relationship Id="rId11" Type="http://schemas.openxmlformats.org/officeDocument/2006/relationships/tags" Target="../tags/tag727.xml"/><Relationship Id="rId10" Type="http://schemas.openxmlformats.org/officeDocument/2006/relationships/image" Target="../media/image2.emf"/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9" Type="http://schemas.openxmlformats.org/officeDocument/2006/relationships/tags" Target="../tags/tag736.xml"/><Relationship Id="rId8" Type="http://schemas.openxmlformats.org/officeDocument/2006/relationships/tags" Target="../tags/tag735.xml"/><Relationship Id="rId7" Type="http://schemas.openxmlformats.org/officeDocument/2006/relationships/tags" Target="../tags/tag734.xml"/><Relationship Id="rId6" Type="http://schemas.openxmlformats.org/officeDocument/2006/relationships/tags" Target="../tags/tag733.xml"/><Relationship Id="rId5" Type="http://schemas.openxmlformats.org/officeDocument/2006/relationships/tags" Target="../tags/tag732.xml"/><Relationship Id="rId4" Type="http://schemas.openxmlformats.org/officeDocument/2006/relationships/tags" Target="../tags/tag731.xml"/><Relationship Id="rId3" Type="http://schemas.openxmlformats.org/officeDocument/2006/relationships/tags" Target="../tags/tag730.xml"/><Relationship Id="rId2" Type="http://schemas.openxmlformats.org/officeDocument/2006/relationships/tags" Target="../tags/tag729.xml"/><Relationship Id="rId11" Type="http://schemas.openxmlformats.org/officeDocument/2006/relationships/tags" Target="../tags/tag738.xml"/><Relationship Id="rId10" Type="http://schemas.openxmlformats.org/officeDocument/2006/relationships/tags" Target="../tags/tag737.xml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9" Type="http://schemas.openxmlformats.org/officeDocument/2006/relationships/tags" Target="../tags/tag745.xml"/><Relationship Id="rId8" Type="http://schemas.openxmlformats.org/officeDocument/2006/relationships/tags" Target="../tags/tag744.xml"/><Relationship Id="rId7" Type="http://schemas.openxmlformats.org/officeDocument/2006/relationships/tags" Target="../tags/tag743.xml"/><Relationship Id="rId6" Type="http://schemas.openxmlformats.org/officeDocument/2006/relationships/image" Target="../media/image2.emf"/><Relationship Id="rId5" Type="http://schemas.openxmlformats.org/officeDocument/2006/relationships/tags" Target="../tags/tag742.xml"/><Relationship Id="rId4" Type="http://schemas.openxmlformats.org/officeDocument/2006/relationships/tags" Target="../tags/tag741.xml"/><Relationship Id="rId3" Type="http://schemas.openxmlformats.org/officeDocument/2006/relationships/tags" Target="../tags/tag740.xml"/><Relationship Id="rId2" Type="http://schemas.openxmlformats.org/officeDocument/2006/relationships/tags" Target="../tags/tag739.xml"/><Relationship Id="rId12" Type="http://schemas.openxmlformats.org/officeDocument/2006/relationships/tags" Target="../tags/tag748.xml"/><Relationship Id="rId11" Type="http://schemas.openxmlformats.org/officeDocument/2006/relationships/tags" Target="../tags/tag747.xml"/><Relationship Id="rId10" Type="http://schemas.openxmlformats.org/officeDocument/2006/relationships/tags" Target="../tags/tag746.xml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9" Type="http://schemas.openxmlformats.org/officeDocument/2006/relationships/tags" Target="../tags/tag755.xml"/><Relationship Id="rId8" Type="http://schemas.openxmlformats.org/officeDocument/2006/relationships/tags" Target="../tags/tag754.xml"/><Relationship Id="rId7" Type="http://schemas.openxmlformats.org/officeDocument/2006/relationships/tags" Target="../tags/tag753.xml"/><Relationship Id="rId6" Type="http://schemas.openxmlformats.org/officeDocument/2006/relationships/tags" Target="../tags/tag752.xml"/><Relationship Id="rId5" Type="http://schemas.openxmlformats.org/officeDocument/2006/relationships/image" Target="../media/image2.emf"/><Relationship Id="rId4" Type="http://schemas.openxmlformats.org/officeDocument/2006/relationships/tags" Target="../tags/tag751.xml"/><Relationship Id="rId3" Type="http://schemas.openxmlformats.org/officeDocument/2006/relationships/tags" Target="../tags/tag750.xml"/><Relationship Id="rId2" Type="http://schemas.openxmlformats.org/officeDocument/2006/relationships/tags" Target="../tags/tag749.xml"/><Relationship Id="rId12" Type="http://schemas.openxmlformats.org/officeDocument/2006/relationships/tags" Target="../tags/tag758.xml"/><Relationship Id="rId11" Type="http://schemas.openxmlformats.org/officeDocument/2006/relationships/tags" Target="../tags/tag757.xml"/><Relationship Id="rId10" Type="http://schemas.openxmlformats.org/officeDocument/2006/relationships/tags" Target="../tags/tag756.xml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9" Type="http://schemas.openxmlformats.org/officeDocument/2006/relationships/tags" Target="../tags/tag765.xml"/><Relationship Id="rId8" Type="http://schemas.openxmlformats.org/officeDocument/2006/relationships/tags" Target="../tags/tag764.xml"/><Relationship Id="rId7" Type="http://schemas.openxmlformats.org/officeDocument/2006/relationships/tags" Target="../tags/tag763.xml"/><Relationship Id="rId6" Type="http://schemas.openxmlformats.org/officeDocument/2006/relationships/tags" Target="../tags/tag762.xml"/><Relationship Id="rId5" Type="http://schemas.openxmlformats.org/officeDocument/2006/relationships/image" Target="../media/image2.emf"/><Relationship Id="rId4" Type="http://schemas.openxmlformats.org/officeDocument/2006/relationships/tags" Target="../tags/tag761.xml"/><Relationship Id="rId3" Type="http://schemas.openxmlformats.org/officeDocument/2006/relationships/tags" Target="../tags/tag760.xml"/><Relationship Id="rId2" Type="http://schemas.openxmlformats.org/officeDocument/2006/relationships/tags" Target="../tags/tag759.xml"/><Relationship Id="rId14" Type="http://schemas.openxmlformats.org/officeDocument/2006/relationships/tags" Target="../tags/tag770.xml"/><Relationship Id="rId13" Type="http://schemas.openxmlformats.org/officeDocument/2006/relationships/tags" Target="../tags/tag769.xml"/><Relationship Id="rId12" Type="http://schemas.openxmlformats.org/officeDocument/2006/relationships/tags" Target="../tags/tag768.xml"/><Relationship Id="rId11" Type="http://schemas.openxmlformats.org/officeDocument/2006/relationships/tags" Target="../tags/tag767.xml"/><Relationship Id="rId10" Type="http://schemas.openxmlformats.org/officeDocument/2006/relationships/tags" Target="../tags/tag766.xml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9" Type="http://schemas.openxmlformats.org/officeDocument/2006/relationships/tags" Target="../tags/tag777.xml"/><Relationship Id="rId8" Type="http://schemas.openxmlformats.org/officeDocument/2006/relationships/tags" Target="../tags/tag776.xml"/><Relationship Id="rId7" Type="http://schemas.openxmlformats.org/officeDocument/2006/relationships/tags" Target="../tags/tag775.xml"/><Relationship Id="rId6" Type="http://schemas.openxmlformats.org/officeDocument/2006/relationships/image" Target="../media/image2.emf"/><Relationship Id="rId5" Type="http://schemas.openxmlformats.org/officeDocument/2006/relationships/tags" Target="../tags/tag774.xml"/><Relationship Id="rId4" Type="http://schemas.openxmlformats.org/officeDocument/2006/relationships/tags" Target="../tags/tag773.xml"/><Relationship Id="rId3" Type="http://schemas.openxmlformats.org/officeDocument/2006/relationships/tags" Target="../tags/tag772.xml"/><Relationship Id="rId2" Type="http://schemas.openxmlformats.org/officeDocument/2006/relationships/tags" Target="../tags/tag771.xml"/><Relationship Id="rId14" Type="http://schemas.openxmlformats.org/officeDocument/2006/relationships/tags" Target="../tags/tag782.xml"/><Relationship Id="rId13" Type="http://schemas.openxmlformats.org/officeDocument/2006/relationships/tags" Target="../tags/tag781.xml"/><Relationship Id="rId12" Type="http://schemas.openxmlformats.org/officeDocument/2006/relationships/tags" Target="../tags/tag780.xml"/><Relationship Id="rId11" Type="http://schemas.openxmlformats.org/officeDocument/2006/relationships/tags" Target="../tags/tag779.xml"/><Relationship Id="rId10" Type="http://schemas.openxmlformats.org/officeDocument/2006/relationships/tags" Target="../tags/tag778.xml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9" Type="http://schemas.openxmlformats.org/officeDocument/2006/relationships/tags" Target="../tags/tag795.xml"/><Relationship Id="rId8" Type="http://schemas.openxmlformats.org/officeDocument/2006/relationships/tags" Target="../tags/tag794.xml"/><Relationship Id="rId7" Type="http://schemas.openxmlformats.org/officeDocument/2006/relationships/tags" Target="../tags/tag793.xml"/><Relationship Id="rId6" Type="http://schemas.openxmlformats.org/officeDocument/2006/relationships/tags" Target="../tags/tag792.xml"/><Relationship Id="rId5" Type="http://schemas.openxmlformats.org/officeDocument/2006/relationships/tags" Target="../tags/tag791.xml"/><Relationship Id="rId4" Type="http://schemas.openxmlformats.org/officeDocument/2006/relationships/image" Target="../media/image2.emf"/><Relationship Id="rId3" Type="http://schemas.openxmlformats.org/officeDocument/2006/relationships/tags" Target="../tags/tag790.xml"/><Relationship Id="rId2" Type="http://schemas.openxmlformats.org/officeDocument/2006/relationships/tags" Target="../tags/tag789.xml"/><Relationship Id="rId18" Type="http://schemas.openxmlformats.org/officeDocument/2006/relationships/tags" Target="../tags/tag804.xml"/><Relationship Id="rId17" Type="http://schemas.openxmlformats.org/officeDocument/2006/relationships/tags" Target="../tags/tag803.xml"/><Relationship Id="rId16" Type="http://schemas.openxmlformats.org/officeDocument/2006/relationships/tags" Target="../tags/tag802.xml"/><Relationship Id="rId15" Type="http://schemas.openxmlformats.org/officeDocument/2006/relationships/tags" Target="../tags/tag801.xml"/><Relationship Id="rId14" Type="http://schemas.openxmlformats.org/officeDocument/2006/relationships/tags" Target="../tags/tag800.xml"/><Relationship Id="rId13" Type="http://schemas.openxmlformats.org/officeDocument/2006/relationships/tags" Target="../tags/tag799.xml"/><Relationship Id="rId12" Type="http://schemas.openxmlformats.org/officeDocument/2006/relationships/tags" Target="../tags/tag798.xml"/><Relationship Id="rId11" Type="http://schemas.openxmlformats.org/officeDocument/2006/relationships/tags" Target="../tags/tag797.xml"/><Relationship Id="rId10" Type="http://schemas.openxmlformats.org/officeDocument/2006/relationships/tags" Target="../tags/tag796.xml"/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9" Type="http://schemas.openxmlformats.org/officeDocument/2006/relationships/tags" Target="../tags/tag811.xml"/><Relationship Id="rId8" Type="http://schemas.openxmlformats.org/officeDocument/2006/relationships/tags" Target="../tags/tag810.xml"/><Relationship Id="rId7" Type="http://schemas.openxmlformats.org/officeDocument/2006/relationships/tags" Target="../tags/tag809.xml"/><Relationship Id="rId6" Type="http://schemas.openxmlformats.org/officeDocument/2006/relationships/tags" Target="../tags/tag808.xml"/><Relationship Id="rId5" Type="http://schemas.openxmlformats.org/officeDocument/2006/relationships/image" Target="../media/image2.emf"/><Relationship Id="rId4" Type="http://schemas.openxmlformats.org/officeDocument/2006/relationships/tags" Target="../tags/tag807.xml"/><Relationship Id="rId3" Type="http://schemas.openxmlformats.org/officeDocument/2006/relationships/tags" Target="../tags/tag806.xml"/><Relationship Id="rId2" Type="http://schemas.openxmlformats.org/officeDocument/2006/relationships/tags" Target="../tags/tag805.xml"/><Relationship Id="rId10" Type="http://schemas.openxmlformats.org/officeDocument/2006/relationships/tags" Target="../tags/tag812.xml"/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9" Type="http://schemas.openxmlformats.org/officeDocument/2006/relationships/tags" Target="../tags/tag820.xml"/><Relationship Id="rId8" Type="http://schemas.openxmlformats.org/officeDocument/2006/relationships/tags" Target="../tags/tag819.xml"/><Relationship Id="rId7" Type="http://schemas.openxmlformats.org/officeDocument/2006/relationships/tags" Target="../tags/tag818.xml"/><Relationship Id="rId6" Type="http://schemas.openxmlformats.org/officeDocument/2006/relationships/tags" Target="../tags/tag817.xml"/><Relationship Id="rId5" Type="http://schemas.openxmlformats.org/officeDocument/2006/relationships/tags" Target="../tags/tag816.xml"/><Relationship Id="rId4" Type="http://schemas.openxmlformats.org/officeDocument/2006/relationships/tags" Target="../tags/tag815.xml"/><Relationship Id="rId3" Type="http://schemas.openxmlformats.org/officeDocument/2006/relationships/tags" Target="../tags/tag814.xml"/><Relationship Id="rId2" Type="http://schemas.openxmlformats.org/officeDocument/2006/relationships/tags" Target="../tags/tag813.xml"/><Relationship Id="rId14" Type="http://schemas.openxmlformats.org/officeDocument/2006/relationships/tags" Target="../tags/tag824.xml"/><Relationship Id="rId13" Type="http://schemas.openxmlformats.org/officeDocument/2006/relationships/image" Target="../media/image3.png"/><Relationship Id="rId12" Type="http://schemas.openxmlformats.org/officeDocument/2006/relationships/tags" Target="../tags/tag823.xml"/><Relationship Id="rId11" Type="http://schemas.openxmlformats.org/officeDocument/2006/relationships/tags" Target="../tags/tag822.xml"/><Relationship Id="rId10" Type="http://schemas.openxmlformats.org/officeDocument/2006/relationships/tags" Target="../tags/tag821.xml"/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emf"/><Relationship Id="rId8" Type="http://schemas.openxmlformats.org/officeDocument/2006/relationships/tags" Target="../tags/tag831.xml"/><Relationship Id="rId7" Type="http://schemas.openxmlformats.org/officeDocument/2006/relationships/tags" Target="../tags/tag830.xml"/><Relationship Id="rId6" Type="http://schemas.openxmlformats.org/officeDocument/2006/relationships/tags" Target="../tags/tag829.xml"/><Relationship Id="rId5" Type="http://schemas.openxmlformats.org/officeDocument/2006/relationships/tags" Target="../tags/tag828.xml"/><Relationship Id="rId4" Type="http://schemas.openxmlformats.org/officeDocument/2006/relationships/tags" Target="../tags/tag827.xml"/><Relationship Id="rId3" Type="http://schemas.openxmlformats.org/officeDocument/2006/relationships/tags" Target="../tags/tag826.xml"/><Relationship Id="rId2" Type="http://schemas.openxmlformats.org/officeDocument/2006/relationships/tags" Target="../tags/tag825.xml"/><Relationship Id="rId15" Type="http://schemas.openxmlformats.org/officeDocument/2006/relationships/tags" Target="../tags/tag837.xml"/><Relationship Id="rId14" Type="http://schemas.openxmlformats.org/officeDocument/2006/relationships/tags" Target="../tags/tag836.xml"/><Relationship Id="rId13" Type="http://schemas.openxmlformats.org/officeDocument/2006/relationships/tags" Target="../tags/tag835.xml"/><Relationship Id="rId12" Type="http://schemas.openxmlformats.org/officeDocument/2006/relationships/tags" Target="../tags/tag834.xml"/><Relationship Id="rId11" Type="http://schemas.openxmlformats.org/officeDocument/2006/relationships/tags" Target="../tags/tag833.xml"/><Relationship Id="rId10" Type="http://schemas.openxmlformats.org/officeDocument/2006/relationships/tags" Target="../tags/tag832.xml"/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9" Type="http://schemas.openxmlformats.org/officeDocument/2006/relationships/tags" Target="../tags/tag844.xml"/><Relationship Id="rId8" Type="http://schemas.openxmlformats.org/officeDocument/2006/relationships/tags" Target="../tags/tag843.xml"/><Relationship Id="rId7" Type="http://schemas.openxmlformats.org/officeDocument/2006/relationships/tags" Target="../tags/tag842.xml"/><Relationship Id="rId6" Type="http://schemas.openxmlformats.org/officeDocument/2006/relationships/image" Target="../media/image2.emf"/><Relationship Id="rId5" Type="http://schemas.openxmlformats.org/officeDocument/2006/relationships/tags" Target="../tags/tag841.xml"/><Relationship Id="rId4" Type="http://schemas.openxmlformats.org/officeDocument/2006/relationships/tags" Target="../tags/tag840.xml"/><Relationship Id="rId3" Type="http://schemas.openxmlformats.org/officeDocument/2006/relationships/tags" Target="../tags/tag839.xml"/><Relationship Id="rId2" Type="http://schemas.openxmlformats.org/officeDocument/2006/relationships/tags" Target="../tags/tag838.xml"/><Relationship Id="rId17" Type="http://schemas.openxmlformats.org/officeDocument/2006/relationships/tags" Target="../tags/tag852.xml"/><Relationship Id="rId16" Type="http://schemas.openxmlformats.org/officeDocument/2006/relationships/tags" Target="../tags/tag851.xml"/><Relationship Id="rId15" Type="http://schemas.openxmlformats.org/officeDocument/2006/relationships/tags" Target="../tags/tag850.xml"/><Relationship Id="rId14" Type="http://schemas.openxmlformats.org/officeDocument/2006/relationships/tags" Target="../tags/tag849.xml"/><Relationship Id="rId13" Type="http://schemas.openxmlformats.org/officeDocument/2006/relationships/tags" Target="../tags/tag848.xml"/><Relationship Id="rId12" Type="http://schemas.openxmlformats.org/officeDocument/2006/relationships/tags" Target="../tags/tag847.xml"/><Relationship Id="rId11" Type="http://schemas.openxmlformats.org/officeDocument/2006/relationships/tags" Target="../tags/tag846.xml"/><Relationship Id="rId10" Type="http://schemas.openxmlformats.org/officeDocument/2006/relationships/tags" Target="../tags/tag845.xml"/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9" Type="http://schemas.openxmlformats.org/officeDocument/2006/relationships/tags" Target="../tags/tag859.xml"/><Relationship Id="rId8" Type="http://schemas.openxmlformats.org/officeDocument/2006/relationships/tags" Target="../tags/tag858.xml"/><Relationship Id="rId7" Type="http://schemas.openxmlformats.org/officeDocument/2006/relationships/tags" Target="../tags/tag857.xml"/><Relationship Id="rId6" Type="http://schemas.openxmlformats.org/officeDocument/2006/relationships/tags" Target="../tags/tag856.xml"/><Relationship Id="rId5" Type="http://schemas.openxmlformats.org/officeDocument/2006/relationships/image" Target="../media/image4.jpeg"/><Relationship Id="rId4" Type="http://schemas.openxmlformats.org/officeDocument/2006/relationships/tags" Target="../tags/tag855.xml"/><Relationship Id="rId3" Type="http://schemas.openxmlformats.org/officeDocument/2006/relationships/tags" Target="../tags/tag854.xml"/><Relationship Id="rId2" Type="http://schemas.openxmlformats.org/officeDocument/2006/relationships/tags" Target="../tags/tag853.xml"/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4" Type="http://schemas.openxmlformats.org/officeDocument/2006/relationships/tags" Target="../tags/tag862.xml"/><Relationship Id="rId3" Type="http://schemas.openxmlformats.org/officeDocument/2006/relationships/tags" Target="../tags/tag861.xml"/><Relationship Id="rId2" Type="http://schemas.openxmlformats.org/officeDocument/2006/relationships/tags" Target="../tags/tag860.xml"/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9" Type="http://schemas.openxmlformats.org/officeDocument/2006/relationships/tags" Target="../tags/tag869.xml"/><Relationship Id="rId8" Type="http://schemas.openxmlformats.org/officeDocument/2006/relationships/tags" Target="../tags/tag868.xml"/><Relationship Id="rId7" Type="http://schemas.openxmlformats.org/officeDocument/2006/relationships/tags" Target="../tags/tag867.xml"/><Relationship Id="rId6" Type="http://schemas.openxmlformats.org/officeDocument/2006/relationships/image" Target="../media/image2.emf"/><Relationship Id="rId5" Type="http://schemas.openxmlformats.org/officeDocument/2006/relationships/tags" Target="../tags/tag866.xml"/><Relationship Id="rId4" Type="http://schemas.openxmlformats.org/officeDocument/2006/relationships/tags" Target="../tags/tag865.xml"/><Relationship Id="rId3" Type="http://schemas.openxmlformats.org/officeDocument/2006/relationships/tags" Target="../tags/tag864.xml"/><Relationship Id="rId2" Type="http://schemas.openxmlformats.org/officeDocument/2006/relationships/tags" Target="../tags/tag863.xml"/><Relationship Id="rId15" Type="http://schemas.openxmlformats.org/officeDocument/2006/relationships/tags" Target="../tags/tag875.xml"/><Relationship Id="rId14" Type="http://schemas.openxmlformats.org/officeDocument/2006/relationships/tags" Target="../tags/tag874.xml"/><Relationship Id="rId13" Type="http://schemas.openxmlformats.org/officeDocument/2006/relationships/tags" Target="../tags/tag873.xml"/><Relationship Id="rId12" Type="http://schemas.openxmlformats.org/officeDocument/2006/relationships/tags" Target="../tags/tag872.xml"/><Relationship Id="rId11" Type="http://schemas.openxmlformats.org/officeDocument/2006/relationships/tags" Target="../tags/tag871.xml"/><Relationship Id="rId10" Type="http://schemas.openxmlformats.org/officeDocument/2006/relationships/tags" Target="../tags/tag870.xml"/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9" Type="http://schemas.openxmlformats.org/officeDocument/2006/relationships/tags" Target="../tags/tag882.xml"/><Relationship Id="rId8" Type="http://schemas.openxmlformats.org/officeDocument/2006/relationships/tags" Target="../tags/tag881.xml"/><Relationship Id="rId7" Type="http://schemas.openxmlformats.org/officeDocument/2006/relationships/tags" Target="../tags/tag880.xml"/><Relationship Id="rId6" Type="http://schemas.openxmlformats.org/officeDocument/2006/relationships/image" Target="../media/image2.emf"/><Relationship Id="rId5" Type="http://schemas.openxmlformats.org/officeDocument/2006/relationships/tags" Target="../tags/tag879.xml"/><Relationship Id="rId4" Type="http://schemas.openxmlformats.org/officeDocument/2006/relationships/tags" Target="../tags/tag878.xml"/><Relationship Id="rId3" Type="http://schemas.openxmlformats.org/officeDocument/2006/relationships/tags" Target="../tags/tag877.xml"/><Relationship Id="rId2" Type="http://schemas.openxmlformats.org/officeDocument/2006/relationships/tags" Target="../tags/tag876.xml"/><Relationship Id="rId14" Type="http://schemas.openxmlformats.org/officeDocument/2006/relationships/tags" Target="../tags/tag887.xml"/><Relationship Id="rId13" Type="http://schemas.openxmlformats.org/officeDocument/2006/relationships/tags" Target="../tags/tag886.xml"/><Relationship Id="rId12" Type="http://schemas.openxmlformats.org/officeDocument/2006/relationships/tags" Target="../tags/tag885.xml"/><Relationship Id="rId11" Type="http://schemas.openxmlformats.org/officeDocument/2006/relationships/tags" Target="../tags/tag884.xml"/><Relationship Id="rId10" Type="http://schemas.openxmlformats.org/officeDocument/2006/relationships/tags" Target="../tags/tag883.xml"/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9" Type="http://schemas.openxmlformats.org/officeDocument/2006/relationships/tags" Target="../tags/tag894.xml"/><Relationship Id="rId8" Type="http://schemas.openxmlformats.org/officeDocument/2006/relationships/tags" Target="../tags/tag893.xml"/><Relationship Id="rId7" Type="http://schemas.openxmlformats.org/officeDocument/2006/relationships/tags" Target="../tags/tag892.xml"/><Relationship Id="rId6" Type="http://schemas.openxmlformats.org/officeDocument/2006/relationships/tags" Target="../tags/tag891.xml"/><Relationship Id="rId5" Type="http://schemas.openxmlformats.org/officeDocument/2006/relationships/image" Target="../media/image2.emf"/><Relationship Id="rId4" Type="http://schemas.openxmlformats.org/officeDocument/2006/relationships/tags" Target="../tags/tag890.xml"/><Relationship Id="rId3" Type="http://schemas.openxmlformats.org/officeDocument/2006/relationships/tags" Target="../tags/tag889.xml"/><Relationship Id="rId2" Type="http://schemas.openxmlformats.org/officeDocument/2006/relationships/tags" Target="../tags/tag888.xml"/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9" Type="http://schemas.openxmlformats.org/officeDocument/2006/relationships/tags" Target="../tags/tag901.xml"/><Relationship Id="rId8" Type="http://schemas.openxmlformats.org/officeDocument/2006/relationships/image" Target="../media/image2.emf"/><Relationship Id="rId7" Type="http://schemas.openxmlformats.org/officeDocument/2006/relationships/tags" Target="../tags/tag900.xml"/><Relationship Id="rId6" Type="http://schemas.openxmlformats.org/officeDocument/2006/relationships/tags" Target="../tags/tag899.xml"/><Relationship Id="rId5" Type="http://schemas.openxmlformats.org/officeDocument/2006/relationships/tags" Target="../tags/tag898.xml"/><Relationship Id="rId4" Type="http://schemas.openxmlformats.org/officeDocument/2006/relationships/tags" Target="../tags/tag897.xml"/><Relationship Id="rId3" Type="http://schemas.openxmlformats.org/officeDocument/2006/relationships/tags" Target="../tags/tag896.xml"/><Relationship Id="rId2" Type="http://schemas.openxmlformats.org/officeDocument/2006/relationships/tags" Target="../tags/tag895.xml"/><Relationship Id="rId14" Type="http://schemas.openxmlformats.org/officeDocument/2006/relationships/tags" Target="../tags/tag906.xml"/><Relationship Id="rId13" Type="http://schemas.openxmlformats.org/officeDocument/2006/relationships/tags" Target="../tags/tag905.xml"/><Relationship Id="rId12" Type="http://schemas.openxmlformats.org/officeDocument/2006/relationships/tags" Target="../tags/tag904.xml"/><Relationship Id="rId11" Type="http://schemas.openxmlformats.org/officeDocument/2006/relationships/tags" Target="../tags/tag903.xml"/><Relationship Id="rId10" Type="http://schemas.openxmlformats.org/officeDocument/2006/relationships/tags" Target="../tags/tag902.xml"/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9" Type="http://schemas.openxmlformats.org/officeDocument/2006/relationships/tags" Target="../tags/tag914.xml"/><Relationship Id="rId8" Type="http://schemas.openxmlformats.org/officeDocument/2006/relationships/tags" Target="../tags/tag913.xml"/><Relationship Id="rId7" Type="http://schemas.openxmlformats.org/officeDocument/2006/relationships/tags" Target="../tags/tag912.xml"/><Relationship Id="rId6" Type="http://schemas.openxmlformats.org/officeDocument/2006/relationships/tags" Target="../tags/tag911.xml"/><Relationship Id="rId5" Type="http://schemas.openxmlformats.org/officeDocument/2006/relationships/tags" Target="../tags/tag910.xml"/><Relationship Id="rId4" Type="http://schemas.openxmlformats.org/officeDocument/2006/relationships/tags" Target="../tags/tag909.xml"/><Relationship Id="rId3" Type="http://schemas.openxmlformats.org/officeDocument/2006/relationships/tags" Target="../tags/tag908.xml"/><Relationship Id="rId2" Type="http://schemas.openxmlformats.org/officeDocument/2006/relationships/tags" Target="../tags/tag907.xml"/><Relationship Id="rId11" Type="http://schemas.openxmlformats.org/officeDocument/2006/relationships/image" Target="../media/image2.emf"/><Relationship Id="rId10" Type="http://schemas.openxmlformats.org/officeDocument/2006/relationships/tags" Target="../tags/tag915.xml"/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9" Type="http://schemas.openxmlformats.org/officeDocument/2006/relationships/tags" Target="../tags/tag923.xml"/><Relationship Id="rId8" Type="http://schemas.openxmlformats.org/officeDocument/2006/relationships/tags" Target="../tags/tag922.xml"/><Relationship Id="rId7" Type="http://schemas.openxmlformats.org/officeDocument/2006/relationships/tags" Target="../tags/tag921.xml"/><Relationship Id="rId6" Type="http://schemas.openxmlformats.org/officeDocument/2006/relationships/tags" Target="../tags/tag920.xml"/><Relationship Id="rId5" Type="http://schemas.openxmlformats.org/officeDocument/2006/relationships/tags" Target="../tags/tag919.xml"/><Relationship Id="rId4" Type="http://schemas.openxmlformats.org/officeDocument/2006/relationships/tags" Target="../tags/tag918.xml"/><Relationship Id="rId3" Type="http://schemas.openxmlformats.org/officeDocument/2006/relationships/tags" Target="../tags/tag917.xml"/><Relationship Id="rId2" Type="http://schemas.openxmlformats.org/officeDocument/2006/relationships/tags" Target="../tags/tag916.xml"/><Relationship Id="rId12" Type="http://schemas.openxmlformats.org/officeDocument/2006/relationships/tags" Target="../tags/tag925.xml"/><Relationship Id="rId11" Type="http://schemas.openxmlformats.org/officeDocument/2006/relationships/tags" Target="../tags/tag924.xml"/><Relationship Id="rId10" Type="http://schemas.openxmlformats.org/officeDocument/2006/relationships/image" Target="../media/image2.emf"/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9" Type="http://schemas.openxmlformats.org/officeDocument/2006/relationships/tags" Target="../tags/tag933.xml"/><Relationship Id="rId8" Type="http://schemas.openxmlformats.org/officeDocument/2006/relationships/tags" Target="../tags/tag932.xml"/><Relationship Id="rId7" Type="http://schemas.openxmlformats.org/officeDocument/2006/relationships/tags" Target="../tags/tag931.xml"/><Relationship Id="rId6" Type="http://schemas.openxmlformats.org/officeDocument/2006/relationships/tags" Target="../tags/tag930.xml"/><Relationship Id="rId5" Type="http://schemas.openxmlformats.org/officeDocument/2006/relationships/tags" Target="../tags/tag929.xml"/><Relationship Id="rId4" Type="http://schemas.openxmlformats.org/officeDocument/2006/relationships/tags" Target="../tags/tag928.xml"/><Relationship Id="rId3" Type="http://schemas.openxmlformats.org/officeDocument/2006/relationships/tags" Target="../tags/tag927.xml"/><Relationship Id="rId2" Type="http://schemas.openxmlformats.org/officeDocument/2006/relationships/tags" Target="../tags/tag926.xml"/><Relationship Id="rId11" Type="http://schemas.openxmlformats.org/officeDocument/2006/relationships/tags" Target="../tags/tag935.xml"/><Relationship Id="rId10" Type="http://schemas.openxmlformats.org/officeDocument/2006/relationships/tags" Target="../tags/tag934.xml"/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9" Type="http://schemas.openxmlformats.org/officeDocument/2006/relationships/tags" Target="../tags/tag942.xml"/><Relationship Id="rId8" Type="http://schemas.openxmlformats.org/officeDocument/2006/relationships/tags" Target="../tags/tag941.xml"/><Relationship Id="rId7" Type="http://schemas.openxmlformats.org/officeDocument/2006/relationships/tags" Target="../tags/tag940.xml"/><Relationship Id="rId6" Type="http://schemas.openxmlformats.org/officeDocument/2006/relationships/image" Target="../media/image2.emf"/><Relationship Id="rId5" Type="http://schemas.openxmlformats.org/officeDocument/2006/relationships/tags" Target="../tags/tag939.xml"/><Relationship Id="rId4" Type="http://schemas.openxmlformats.org/officeDocument/2006/relationships/tags" Target="../tags/tag938.xml"/><Relationship Id="rId3" Type="http://schemas.openxmlformats.org/officeDocument/2006/relationships/tags" Target="../tags/tag937.xml"/><Relationship Id="rId2" Type="http://schemas.openxmlformats.org/officeDocument/2006/relationships/tags" Target="../tags/tag936.xml"/><Relationship Id="rId12" Type="http://schemas.openxmlformats.org/officeDocument/2006/relationships/tags" Target="../tags/tag945.xml"/><Relationship Id="rId11" Type="http://schemas.openxmlformats.org/officeDocument/2006/relationships/tags" Target="../tags/tag944.xml"/><Relationship Id="rId10" Type="http://schemas.openxmlformats.org/officeDocument/2006/relationships/tags" Target="../tags/tag943.xml"/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9" Type="http://schemas.openxmlformats.org/officeDocument/2006/relationships/tags" Target="../tags/tag952.xml"/><Relationship Id="rId8" Type="http://schemas.openxmlformats.org/officeDocument/2006/relationships/tags" Target="../tags/tag951.xml"/><Relationship Id="rId7" Type="http://schemas.openxmlformats.org/officeDocument/2006/relationships/tags" Target="../tags/tag950.xml"/><Relationship Id="rId6" Type="http://schemas.openxmlformats.org/officeDocument/2006/relationships/tags" Target="../tags/tag949.xml"/><Relationship Id="rId5" Type="http://schemas.openxmlformats.org/officeDocument/2006/relationships/image" Target="../media/image2.emf"/><Relationship Id="rId4" Type="http://schemas.openxmlformats.org/officeDocument/2006/relationships/tags" Target="../tags/tag948.xml"/><Relationship Id="rId3" Type="http://schemas.openxmlformats.org/officeDocument/2006/relationships/tags" Target="../tags/tag947.xml"/><Relationship Id="rId2" Type="http://schemas.openxmlformats.org/officeDocument/2006/relationships/tags" Target="../tags/tag946.xml"/><Relationship Id="rId12" Type="http://schemas.openxmlformats.org/officeDocument/2006/relationships/tags" Target="../tags/tag955.xml"/><Relationship Id="rId11" Type="http://schemas.openxmlformats.org/officeDocument/2006/relationships/tags" Target="../tags/tag954.xml"/><Relationship Id="rId10" Type="http://schemas.openxmlformats.org/officeDocument/2006/relationships/tags" Target="../tags/tag953.xml"/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9" Type="http://schemas.openxmlformats.org/officeDocument/2006/relationships/tags" Target="../tags/tag962.xml"/><Relationship Id="rId8" Type="http://schemas.openxmlformats.org/officeDocument/2006/relationships/tags" Target="../tags/tag961.xml"/><Relationship Id="rId7" Type="http://schemas.openxmlformats.org/officeDocument/2006/relationships/tags" Target="../tags/tag960.xml"/><Relationship Id="rId6" Type="http://schemas.openxmlformats.org/officeDocument/2006/relationships/tags" Target="../tags/tag959.xml"/><Relationship Id="rId5" Type="http://schemas.openxmlformats.org/officeDocument/2006/relationships/image" Target="../media/image2.emf"/><Relationship Id="rId4" Type="http://schemas.openxmlformats.org/officeDocument/2006/relationships/tags" Target="../tags/tag958.xml"/><Relationship Id="rId3" Type="http://schemas.openxmlformats.org/officeDocument/2006/relationships/tags" Target="../tags/tag957.xml"/><Relationship Id="rId2" Type="http://schemas.openxmlformats.org/officeDocument/2006/relationships/tags" Target="../tags/tag956.xml"/><Relationship Id="rId14" Type="http://schemas.openxmlformats.org/officeDocument/2006/relationships/tags" Target="../tags/tag967.xml"/><Relationship Id="rId13" Type="http://schemas.openxmlformats.org/officeDocument/2006/relationships/tags" Target="../tags/tag966.xml"/><Relationship Id="rId12" Type="http://schemas.openxmlformats.org/officeDocument/2006/relationships/tags" Target="../tags/tag965.xml"/><Relationship Id="rId11" Type="http://schemas.openxmlformats.org/officeDocument/2006/relationships/tags" Target="../tags/tag964.xml"/><Relationship Id="rId10" Type="http://schemas.openxmlformats.org/officeDocument/2006/relationships/tags" Target="../tags/tag963.xml"/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9" Type="http://schemas.openxmlformats.org/officeDocument/2006/relationships/tags" Target="../tags/tag974.xml"/><Relationship Id="rId8" Type="http://schemas.openxmlformats.org/officeDocument/2006/relationships/tags" Target="../tags/tag973.xml"/><Relationship Id="rId7" Type="http://schemas.openxmlformats.org/officeDocument/2006/relationships/tags" Target="../tags/tag972.xml"/><Relationship Id="rId6" Type="http://schemas.openxmlformats.org/officeDocument/2006/relationships/image" Target="../media/image2.emf"/><Relationship Id="rId5" Type="http://schemas.openxmlformats.org/officeDocument/2006/relationships/tags" Target="../tags/tag971.xml"/><Relationship Id="rId4" Type="http://schemas.openxmlformats.org/officeDocument/2006/relationships/tags" Target="../tags/tag970.xml"/><Relationship Id="rId3" Type="http://schemas.openxmlformats.org/officeDocument/2006/relationships/tags" Target="../tags/tag969.xml"/><Relationship Id="rId2" Type="http://schemas.openxmlformats.org/officeDocument/2006/relationships/tags" Target="../tags/tag968.xml"/><Relationship Id="rId14" Type="http://schemas.openxmlformats.org/officeDocument/2006/relationships/tags" Target="../tags/tag979.xml"/><Relationship Id="rId13" Type="http://schemas.openxmlformats.org/officeDocument/2006/relationships/tags" Target="../tags/tag978.xml"/><Relationship Id="rId12" Type="http://schemas.openxmlformats.org/officeDocument/2006/relationships/tags" Target="../tags/tag977.xml"/><Relationship Id="rId11" Type="http://schemas.openxmlformats.org/officeDocument/2006/relationships/tags" Target="../tags/tag976.xml"/><Relationship Id="rId10" Type="http://schemas.openxmlformats.org/officeDocument/2006/relationships/tags" Target="../tags/tag975.xml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4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>
            <p:custDataLst>
              <p:tags r:id="rId2"/>
            </p:custDataLst>
          </p:nvPr>
        </p:nvCxnSpPr>
        <p:spPr>
          <a:xfrm>
            <a:off x="3169227" y="4337260"/>
            <a:ext cx="5839691" cy="0"/>
          </a:xfrm>
          <a:prstGeom prst="line">
            <a:avLst/>
          </a:prstGeom>
          <a:ln w="1270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55385" y="736265"/>
            <a:ext cx="1081230" cy="54061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37523" y="6064338"/>
            <a:ext cx="969576" cy="484788"/>
          </a:xfrm>
          <a:prstGeom prst="rect">
            <a:avLst/>
          </a:prstGeom>
        </p:spPr>
      </p:pic>
      <p:sp>
        <p:nvSpPr>
          <p:cNvPr id="13" name="矩形 12"/>
          <p:cNvSpPr/>
          <p:nvPr userDrawn="1">
            <p:custDataLst>
              <p:tags r:id="rId6"/>
            </p:custDataLst>
          </p:nvPr>
        </p:nvSpPr>
        <p:spPr>
          <a:xfrm>
            <a:off x="1495762" y="2134304"/>
            <a:ext cx="666076" cy="666076"/>
          </a:xfrm>
          <a:prstGeom prst="rect">
            <a:avLst/>
          </a:prstGeom>
          <a:solidFill>
            <a:schemeClr val="accent1">
              <a:lumMod val="40000"/>
              <a:lumOff val="6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任意多边形: 形状 23"/>
          <p:cNvSpPr/>
          <p:nvPr userDrawn="1">
            <p:custDataLst>
              <p:tags r:id="rId10"/>
            </p:custDataLst>
          </p:nvPr>
        </p:nvSpPr>
        <p:spPr>
          <a:xfrm rot="18900000">
            <a:off x="4900844" y="-1113414"/>
            <a:ext cx="2416626" cy="2453839"/>
          </a:xfrm>
          <a:custGeom>
            <a:avLst/>
            <a:gdLst>
              <a:gd name="connsiteX0" fmla="*/ 0 w 2595753"/>
              <a:gd name="connsiteY0" fmla="*/ 0 h 2595753"/>
              <a:gd name="connsiteX1" fmla="*/ 2595753 w 2595753"/>
              <a:gd name="connsiteY1" fmla="*/ 2595753 h 2595753"/>
              <a:gd name="connsiteX2" fmla="*/ 0 w 2595753"/>
              <a:gd name="connsiteY2" fmla="*/ 2595753 h 259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5753" h="2595753">
                <a:moveTo>
                  <a:pt x="0" y="0"/>
                </a:moveTo>
                <a:lnTo>
                  <a:pt x="2595753" y="2595753"/>
                </a:lnTo>
                <a:lnTo>
                  <a:pt x="0" y="2595753"/>
                </a:lnTo>
                <a:close/>
              </a:path>
            </a:pathLst>
          </a:custGeom>
          <a:noFill/>
          <a:ln w="2540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9" name="组合 8"/>
          <p:cNvGrpSpPr/>
          <p:nvPr userDrawn="1">
            <p:custDataLst>
              <p:tags r:id="rId11"/>
            </p:custDataLst>
          </p:nvPr>
        </p:nvGrpSpPr>
        <p:grpSpPr>
          <a:xfrm>
            <a:off x="10197219" y="3517776"/>
            <a:ext cx="1076601" cy="1057221"/>
            <a:chOff x="10197219" y="3517776"/>
            <a:chExt cx="1076601" cy="1057221"/>
          </a:xfrm>
          <a:solidFill>
            <a:schemeClr val="accent2"/>
          </a:solidFill>
        </p:grpSpPr>
        <p:sp>
          <p:nvSpPr>
            <p:cNvPr id="10" name="矩形 9"/>
            <p:cNvSpPr/>
            <p:nvPr>
              <p:custDataLst>
                <p:tags r:id="rId12"/>
              </p:custDataLst>
            </p:nvPr>
          </p:nvSpPr>
          <p:spPr>
            <a:xfrm>
              <a:off x="10607744" y="3517776"/>
              <a:ext cx="666076" cy="66607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3"/>
              </p:custDataLst>
            </p:nvPr>
          </p:nvSpPr>
          <p:spPr>
            <a:xfrm>
              <a:off x="10197219" y="4157579"/>
              <a:ext cx="417418" cy="4174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4" name="矩形 13"/>
          <p:cNvSpPr/>
          <p:nvPr userDrawn="1">
            <p:custDataLst>
              <p:tags r:id="rId14"/>
            </p:custDataLst>
          </p:nvPr>
        </p:nvSpPr>
        <p:spPr>
          <a:xfrm>
            <a:off x="1828800" y="2486660"/>
            <a:ext cx="8599170" cy="124206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5"/>
            </p:custDataLst>
          </p:nvPr>
        </p:nvSpPr>
        <p:spPr>
          <a:xfrm>
            <a:off x="3053498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编辑文本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4" hasCustomPrompt="1"/>
            <p:custDataLst>
              <p:tags r:id="rId16"/>
            </p:custDataLst>
          </p:nvPr>
        </p:nvSpPr>
        <p:spPr>
          <a:xfrm>
            <a:off x="7680124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编辑文本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7"/>
            </p:custDataLst>
          </p:nvPr>
        </p:nvSpPr>
        <p:spPr>
          <a:xfrm>
            <a:off x="2047404" y="2419564"/>
            <a:ext cx="8097191" cy="1240214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54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8"/>
            </p:custDataLst>
          </p:nvPr>
        </p:nvSpPr>
        <p:spPr>
          <a:xfrm>
            <a:off x="2047404" y="3775744"/>
            <a:ext cx="8097191" cy="497945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504763" y="-564702"/>
            <a:ext cx="1201704" cy="1201704"/>
            <a:chOff x="10504763" y="-597753"/>
            <a:chExt cx="1201704" cy="1201704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7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2174132"/>
            <a:ext cx="12192000" cy="25097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矩形 10"/>
          <p:cNvSpPr/>
          <p:nvPr userDrawn="1">
            <p:custDataLst>
              <p:tags r:id="rId3"/>
            </p:custDataLst>
          </p:nvPr>
        </p:nvSpPr>
        <p:spPr>
          <a:xfrm>
            <a:off x="11103090" y="5019807"/>
            <a:ext cx="495809" cy="4958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矩形 11"/>
          <p:cNvSpPr/>
          <p:nvPr userDrawn="1">
            <p:custDataLst>
              <p:tags r:id="rId4"/>
            </p:custDataLst>
          </p:nvPr>
        </p:nvSpPr>
        <p:spPr>
          <a:xfrm>
            <a:off x="10787765" y="5515616"/>
            <a:ext cx="310715" cy="310715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矩形 6"/>
          <p:cNvSpPr/>
          <p:nvPr userDrawn="1">
            <p:custDataLst>
              <p:tags r:id="rId5"/>
            </p:custDataLst>
          </p:nvPr>
        </p:nvSpPr>
        <p:spPr>
          <a:xfrm>
            <a:off x="1284052" y="1654256"/>
            <a:ext cx="9533105" cy="352085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矩形 7"/>
          <p:cNvSpPr/>
          <p:nvPr userDrawn="1">
            <p:custDataLst>
              <p:tags r:id="rId6"/>
            </p:custDataLst>
          </p:nvPr>
        </p:nvSpPr>
        <p:spPr>
          <a:xfrm>
            <a:off x="1036147" y="1015123"/>
            <a:ext cx="495809" cy="4958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矩形 8"/>
          <p:cNvSpPr/>
          <p:nvPr userDrawn="1">
            <p:custDataLst>
              <p:tags r:id="rId7"/>
            </p:custDataLst>
          </p:nvPr>
        </p:nvSpPr>
        <p:spPr>
          <a:xfrm>
            <a:off x="720822" y="1510932"/>
            <a:ext cx="310715" cy="310715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3886677" y="3920188"/>
            <a:ext cx="4723923" cy="459319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alphaModFix amt="50000"/>
          </a:blip>
          <a:stretch>
            <a:fillRect/>
          </a:stretch>
        </p:blipFill>
        <p:spPr>
          <a:xfrm>
            <a:off x="-1" y="2177041"/>
            <a:ext cx="3495889" cy="250973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4"/>
            </p:custDataLst>
          </p:nvPr>
        </p:nvSpPr>
        <p:spPr>
          <a:xfrm>
            <a:off x="3886676" y="2969064"/>
            <a:ext cx="4723923" cy="863945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0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-5715" y="0"/>
            <a:ext cx="13202920" cy="6671945"/>
            <a:chOff x="-9" y="0"/>
            <a:chExt cx="20792" cy="10507"/>
          </a:xfrm>
        </p:grpSpPr>
        <p:grpSp>
          <p:nvGrpSpPr>
            <p:cNvPr id="9" name="组合 8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-9" y="0"/>
              <a:ext cx="1987" cy="1505"/>
              <a:chOff x="-5475" y="-61"/>
              <a:chExt cx="1261620" cy="955805"/>
            </a:xfrm>
          </p:grpSpPr>
          <p:sp>
            <p:nvSpPr>
              <p:cNvPr id="10" name="直角三角形 9"/>
              <p:cNvSpPr/>
              <p:nvPr>
                <p:custDataLst>
                  <p:tags r:id="rId4"/>
                </p:custDataLst>
              </p:nvPr>
            </p:nvSpPr>
            <p:spPr>
              <a:xfrm flipV="1">
                <a:off x="-5475" y="-1"/>
                <a:ext cx="1261620" cy="955745"/>
              </a:xfrm>
              <a:prstGeom prst="rt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1" name="直角三角形 10"/>
              <p:cNvSpPr/>
              <p:nvPr>
                <p:custDataLst>
                  <p:tags r:id="rId5"/>
                </p:custDataLst>
              </p:nvPr>
            </p:nvSpPr>
            <p:spPr>
              <a:xfrm flipV="1">
                <a:off x="-5475" y="-61"/>
                <a:ext cx="1103411" cy="835893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2" name="组合 11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18349" y="8087"/>
              <a:ext cx="2434" cy="2420"/>
              <a:chOff x="11651622" y="5135282"/>
              <a:chExt cx="1545463" cy="1536385"/>
            </a:xfrm>
          </p:grpSpPr>
          <p:sp>
            <p:nvSpPr>
              <p:cNvPr id="13" name="任意多边形: 形状 12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11660700" y="5135282"/>
                <a:ext cx="1536385" cy="1536385"/>
              </a:xfrm>
              <a:custGeom>
                <a:avLst/>
                <a:gdLst>
                  <a:gd name="connsiteX0" fmla="*/ 0 w 1536385"/>
                  <a:gd name="connsiteY0" fmla="*/ 0 h 1536385"/>
                  <a:gd name="connsiteX1" fmla="*/ 1536385 w 1536385"/>
                  <a:gd name="connsiteY1" fmla="*/ 1536385 h 1536385"/>
                  <a:gd name="connsiteX2" fmla="*/ 0 w 1536385"/>
                  <a:gd name="connsiteY2" fmla="*/ 1536385 h 1536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36385" h="1536385">
                    <a:moveTo>
                      <a:pt x="0" y="0"/>
                    </a:moveTo>
                    <a:lnTo>
                      <a:pt x="1536385" y="1536385"/>
                    </a:lnTo>
                    <a:lnTo>
                      <a:pt x="0" y="1536385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4" name="图片 13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9"/>
              <a:stretch>
                <a:fillRect/>
              </a:stretch>
            </p:blipFill>
            <p:spPr>
              <a:xfrm rot="5400000">
                <a:off x="11381315" y="5633166"/>
                <a:ext cx="1081230" cy="540615"/>
              </a:xfrm>
              <a:prstGeom prst="rect">
                <a:avLst/>
              </a:prstGeom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marL="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-563245" y="518795"/>
            <a:ext cx="13335636" cy="5774055"/>
            <a:chOff x="-887" y="817"/>
            <a:chExt cx="21001" cy="9093"/>
          </a:xfrm>
        </p:grpSpPr>
        <p:grpSp>
          <p:nvGrpSpPr>
            <p:cNvPr id="11" name="组合 10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20" name="任意多边形: 形状 19"/>
              <p:cNvSpPr/>
              <p:nvPr>
                <p:custDataLst>
                  <p:tags r:id="rId4"/>
                </p:custDataLst>
              </p:nvPr>
            </p:nvSpPr>
            <p:spPr>
              <a:xfrm rot="13500000">
                <a:off x="-607130" y="518771"/>
                <a:ext cx="1197505" cy="119750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16200000">
                <a:off x="-281654" y="847217"/>
                <a:ext cx="1081230" cy="540615"/>
              </a:xfrm>
              <a:prstGeom prst="rect">
                <a:avLst/>
              </a:prstGeom>
            </p:spPr>
          </p:pic>
        </p:grpSp>
        <p:grpSp>
          <p:nvGrpSpPr>
            <p:cNvPr id="12" name="组合 11"/>
            <p:cNvGrpSpPr/>
            <p:nvPr userDrawn="1">
              <p:custDataLst>
                <p:tags r:id="rId7"/>
              </p:custDataLst>
            </p:nvPr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22" name="任意多边形: 形状 21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11567189" y="5087518"/>
                <a:ext cx="1205553" cy="1205553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6" name="图片 15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78357" y="5419986"/>
                <a:ext cx="1081230" cy="540615"/>
              </a:xfrm>
              <a:prstGeom prst="rect">
                <a:avLst/>
              </a:prstGeom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ct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3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4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391051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642026" y="544749"/>
            <a:ext cx="3910519" cy="63132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638504" y="544749"/>
            <a:ext cx="3910519" cy="63132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4760259" y="443230"/>
            <a:ext cx="6761860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-563245" y="518795"/>
            <a:ext cx="13335636" cy="5774055"/>
            <a:chOff x="-887" y="817"/>
            <a:chExt cx="21001" cy="9093"/>
          </a:xfrm>
        </p:grpSpPr>
        <p:grpSp>
          <p:nvGrpSpPr>
            <p:cNvPr id="9" name="组合 8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20" name="任意多边形: 形状 19"/>
              <p:cNvSpPr/>
              <p:nvPr>
                <p:custDataLst>
                  <p:tags r:id="rId4"/>
                </p:custDataLst>
              </p:nvPr>
            </p:nvSpPr>
            <p:spPr>
              <a:xfrm rot="13500000">
                <a:off x="-607130" y="518771"/>
                <a:ext cx="1197505" cy="119750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16200000">
                <a:off x="-281654" y="847217"/>
                <a:ext cx="1081230" cy="540615"/>
              </a:xfrm>
              <a:prstGeom prst="rect">
                <a:avLst/>
              </a:prstGeom>
            </p:spPr>
          </p:pic>
        </p:grpSp>
        <p:grpSp>
          <p:nvGrpSpPr>
            <p:cNvPr id="10" name="组合 9"/>
            <p:cNvGrpSpPr/>
            <p:nvPr userDrawn="1">
              <p:custDataLst>
                <p:tags r:id="rId7"/>
              </p:custDataLst>
            </p:nvPr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22" name="任意多边形: 形状 21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11567189" y="5087518"/>
                <a:ext cx="1205553" cy="1205553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6" name="图片 15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78357" y="5419986"/>
                <a:ext cx="1081230" cy="540615"/>
              </a:xfrm>
              <a:prstGeom prst="rect">
                <a:avLst/>
              </a:prstGeom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2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-563245" y="518795"/>
            <a:ext cx="13335636" cy="5774055"/>
            <a:chOff x="-887" y="817"/>
            <a:chExt cx="21001" cy="9093"/>
          </a:xfrm>
        </p:grpSpPr>
        <p:grpSp>
          <p:nvGrpSpPr>
            <p:cNvPr id="8" name="组合 7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20" name="任意多边形: 形状 19"/>
              <p:cNvSpPr/>
              <p:nvPr>
                <p:custDataLst>
                  <p:tags r:id="rId4"/>
                </p:custDataLst>
              </p:nvPr>
            </p:nvSpPr>
            <p:spPr>
              <a:xfrm rot="13500000">
                <a:off x="-607130" y="518771"/>
                <a:ext cx="1197505" cy="119750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16200000">
                <a:off x="-281654" y="847217"/>
                <a:ext cx="1081230" cy="540615"/>
              </a:xfrm>
              <a:prstGeom prst="rect">
                <a:avLst/>
              </a:prstGeom>
            </p:spPr>
          </p:pic>
        </p:grpSp>
        <p:grpSp>
          <p:nvGrpSpPr>
            <p:cNvPr id="9" name="组合 8"/>
            <p:cNvGrpSpPr/>
            <p:nvPr userDrawn="1">
              <p:custDataLst>
                <p:tags r:id="rId7"/>
              </p:custDataLst>
            </p:nvPr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22" name="任意多边形: 形状 21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11567189" y="5087518"/>
                <a:ext cx="1205553" cy="1205553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6" name="图片 15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78357" y="5419986"/>
                <a:ext cx="1081230" cy="540615"/>
              </a:xfrm>
              <a:prstGeom prst="rect">
                <a:avLst/>
              </a:prstGeom>
            </p:spPr>
          </p:pic>
        </p:grp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ct val="0"/>
              </a:spcAft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504763" y="-564702"/>
            <a:ext cx="1201704" cy="1201704"/>
            <a:chOff x="10504763" y="-597753"/>
            <a:chExt cx="1201704" cy="1201704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</p:spPr>
        </p:pic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5"/>
            </p:custDataLst>
          </p:nvPr>
        </p:nvGrpSpPr>
        <p:grpSpPr>
          <a:xfrm>
            <a:off x="5269393" y="5915716"/>
            <a:ext cx="1653212" cy="1653213"/>
            <a:chOff x="5269393" y="5915716"/>
            <a:chExt cx="1653212" cy="1653213"/>
          </a:xfrm>
        </p:grpSpPr>
        <p:sp>
          <p:nvSpPr>
            <p:cNvPr id="7" name="任意多边形: 形状 6"/>
            <p:cNvSpPr/>
            <p:nvPr>
              <p:custDataLst>
                <p:tags r:id="rId6"/>
              </p:custDataLst>
            </p:nvPr>
          </p:nvSpPr>
          <p:spPr>
            <a:xfrm rot="8100000">
              <a:off x="5269393" y="5915716"/>
              <a:ext cx="1653212" cy="1653213"/>
            </a:xfrm>
            <a:custGeom>
              <a:avLst/>
              <a:gdLst>
                <a:gd name="connsiteX0" fmla="*/ 0 w 1653212"/>
                <a:gd name="connsiteY0" fmla="*/ 1653213 h 1653213"/>
                <a:gd name="connsiteX1" fmla="*/ 0 w 1653212"/>
                <a:gd name="connsiteY1" fmla="*/ 0 h 1653213"/>
                <a:gd name="connsiteX2" fmla="*/ 1653212 w 1653212"/>
                <a:gd name="connsiteY2" fmla="*/ 1653213 h 1653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3212" h="1653213">
                  <a:moveTo>
                    <a:pt x="0" y="1653213"/>
                  </a:moveTo>
                  <a:lnTo>
                    <a:pt x="0" y="0"/>
                  </a:lnTo>
                  <a:lnTo>
                    <a:pt x="1653212" y="1653213"/>
                  </a:lnTo>
                  <a:close/>
                </a:path>
              </a:pathLst>
            </a:custGeom>
            <a:noFill/>
            <a:ln w="2540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 rot="10800000">
              <a:off x="5555385" y="6317385"/>
              <a:ext cx="1081230" cy="540615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 userDrawn="1">
            <p:custDataLst>
              <p:tags r:id="rId9"/>
            </p:custDataLst>
          </p:nvPr>
        </p:nvGrpSpPr>
        <p:grpSpPr>
          <a:xfrm>
            <a:off x="2750213" y="2016254"/>
            <a:ext cx="811134" cy="806524"/>
            <a:chOff x="2750213" y="2016254"/>
            <a:chExt cx="811134" cy="806524"/>
          </a:xfrm>
        </p:grpSpPr>
        <p:sp>
          <p:nvSpPr>
            <p:cNvPr id="10" name="矩形 9"/>
            <p:cNvSpPr/>
            <p:nvPr>
              <p:custDataLst>
                <p:tags r:id="rId10"/>
              </p:custDataLst>
            </p:nvPr>
          </p:nvSpPr>
          <p:spPr>
            <a:xfrm>
              <a:off x="3065538" y="2016254"/>
              <a:ext cx="495809" cy="495809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1"/>
              </p:custDataLst>
            </p:nvPr>
          </p:nvSpPr>
          <p:spPr>
            <a:xfrm>
              <a:off x="2750213" y="2512063"/>
              <a:ext cx="310715" cy="310715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2" name="矩形 11"/>
          <p:cNvSpPr/>
          <p:nvPr userDrawn="1">
            <p:custDataLst>
              <p:tags r:id="rId12"/>
            </p:custDataLst>
          </p:nvPr>
        </p:nvSpPr>
        <p:spPr>
          <a:xfrm>
            <a:off x="8688548" y="3912111"/>
            <a:ext cx="310715" cy="310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3428169" y="2258626"/>
            <a:ext cx="5335659" cy="1200329"/>
          </a:xfrm>
        </p:spPr>
        <p:txBody>
          <a:bodyPr vert="horz" lIns="90000" tIns="46800" rIns="90000" bIns="468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800" b="1" i="0" u="none" strike="noStrike" kern="1200" cap="none" spc="6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3428169" y="3638559"/>
            <a:ext cx="5354637" cy="495810"/>
          </a:xfrm>
        </p:spPr>
        <p:txBody>
          <a:bodyPr>
            <a:normAutofit/>
          </a:bodyPr>
          <a:lstStyle>
            <a:lvl1pPr marL="0" indent="0" algn="ctr">
              <a:buNone/>
              <a:defRPr sz="2000" spc="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单击此处编辑副标题内容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6"/>
            </p:custDataLst>
          </p:nvPr>
        </p:nvGrpSpPr>
        <p:grpSpPr>
          <a:xfrm>
            <a:off x="-5715" y="0"/>
            <a:ext cx="1261745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7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8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5" name="Freeform 9"/>
          <p:cNvSpPr/>
          <p:nvPr userDrawn="1">
            <p:custDataLst>
              <p:tags r:id="rId9"/>
            </p:custDataLst>
          </p:nvPr>
        </p:nvSpPr>
        <p:spPr>
          <a:xfrm>
            <a:off x="11043138" y="4289310"/>
            <a:ext cx="1126957" cy="2253919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 rot="5400000">
            <a:off x="11117357" y="5159252"/>
            <a:ext cx="1429406" cy="7147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7"/>
            </p:custDataLst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/>
          </a:p>
        </p:txBody>
      </p:sp>
      <p:sp>
        <p:nvSpPr>
          <p:cNvPr id="15" name="Freeform 7"/>
          <p:cNvSpPr/>
          <p:nvPr userDrawn="1">
            <p:custDataLst>
              <p:tags r:id="rId8"/>
            </p:custDataLst>
          </p:nvPr>
        </p:nvSpPr>
        <p:spPr>
          <a:xfrm>
            <a:off x="35561" y="270756"/>
            <a:ext cx="846836" cy="1693676"/>
          </a:xfrm>
          <a:custGeom>
            <a:avLst/>
            <a:gdLst>
              <a:gd name="connsiteX0" fmla="*/ 0 w 846836"/>
              <a:gd name="connsiteY0" fmla="*/ 0 h 1693676"/>
              <a:gd name="connsiteX1" fmla="*/ 846836 w 846836"/>
              <a:gd name="connsiteY1" fmla="*/ 846840 h 1693676"/>
              <a:gd name="connsiteX2" fmla="*/ 0 w 846836"/>
              <a:gd name="connsiteY2" fmla="*/ 1693676 h 16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836" h="1693676">
                <a:moveTo>
                  <a:pt x="0" y="0"/>
                </a:moveTo>
                <a:lnTo>
                  <a:pt x="846836" y="846840"/>
                </a:lnTo>
                <a:lnTo>
                  <a:pt x="0" y="1693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 rot="16200000">
            <a:off x="-237740" y="847270"/>
            <a:ext cx="1081325" cy="540662"/>
          </a:xfrm>
          <a:prstGeom prst="rect">
            <a:avLst/>
          </a:prstGeom>
        </p:spPr>
      </p:pic>
      <p:sp>
        <p:nvSpPr>
          <p:cNvPr id="18" name="Freeform 9"/>
          <p:cNvSpPr/>
          <p:nvPr userDrawn="1">
            <p:custDataLst>
              <p:tags r:id="rId11"/>
            </p:custDataLst>
          </p:nvPr>
        </p:nvSpPr>
        <p:spPr>
          <a:xfrm>
            <a:off x="11317422" y="4837879"/>
            <a:ext cx="852673" cy="1705350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0"/>
          <a:stretch>
            <a:fillRect/>
          </a:stretch>
        </p:blipFill>
        <p:spPr>
          <a:xfrm rot="5400000">
            <a:off x="11378279" y="5420174"/>
            <a:ext cx="1081510" cy="540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grpSp>
        <p:nvGrpSpPr>
          <p:cNvPr id="12" name="组合 11"/>
          <p:cNvGrpSpPr/>
          <p:nvPr userDrawn="1">
            <p:custDataLst>
              <p:tags r:id="rId3"/>
            </p:custDataLst>
          </p:nvPr>
        </p:nvGrpSpPr>
        <p:grpSpPr>
          <a:xfrm flipH="1">
            <a:off x="206661" y="5620233"/>
            <a:ext cx="1013606" cy="1007845"/>
            <a:chOff x="267875" y="162991"/>
            <a:chExt cx="811134" cy="806524"/>
          </a:xfrm>
        </p:grpSpPr>
        <p:sp>
          <p:nvSpPr>
            <p:cNvPr id="14" name="矩形 13"/>
            <p:cNvSpPr/>
            <p:nvPr>
              <p:custDataLst>
                <p:tags r:id="rId4"/>
              </p:custDataLst>
            </p:nvPr>
          </p:nvSpPr>
          <p:spPr>
            <a:xfrm>
              <a:off x="583200" y="162991"/>
              <a:ext cx="495809" cy="495809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5"/>
              </p:custDataLst>
            </p:nvPr>
          </p:nvSpPr>
          <p:spPr>
            <a:xfrm>
              <a:off x="267875" y="658800"/>
              <a:ext cx="310715" cy="310715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6"/>
            </p:custDataLst>
          </p:nvPr>
        </p:nvSpPr>
        <p:spPr>
          <a:xfrm>
            <a:off x="582930" y="770255"/>
            <a:ext cx="3959860" cy="882015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单击编辑标题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0"/>
            </p:custDataLst>
          </p:nvPr>
        </p:nvSpPr>
        <p:spPr>
          <a:xfrm>
            <a:off x="586740" y="1764030"/>
            <a:ext cx="3956685" cy="409321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10504763" y="-575719"/>
            <a:ext cx="1201704" cy="1201704"/>
            <a:chOff x="10504763" y="-597753"/>
            <a:chExt cx="1201704" cy="1201704"/>
          </a:xfrm>
        </p:grpSpPr>
        <p:sp>
          <p:nvSpPr>
            <p:cNvPr id="17" name="任意多边形: 形状 16"/>
            <p:cNvSpPr/>
            <p:nvPr>
              <p:custDataLst>
                <p:tags r:id="rId4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6" name="图片 15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1"/>
            </p:custDataLst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algn="ctr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2"/>
            </p:custDataLst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504763" y="-564702"/>
            <a:ext cx="1201704" cy="1201704"/>
            <a:chOff x="10504763" y="-597753"/>
            <a:chExt cx="1201704" cy="1201704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</p:spPr>
        </p:pic>
      </p:grpSp>
      <p:sp>
        <p:nvSpPr>
          <p:cNvPr id="13" name="矩形 12"/>
          <p:cNvSpPr/>
          <p:nvPr userDrawn="1">
            <p:custDataLst>
              <p:tags r:id="rId6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1"/>
            </p:custDataLst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2"/>
            </p:custDataLst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11556007" y="5087916"/>
            <a:ext cx="1204758" cy="1204758"/>
            <a:chOff x="11567024" y="5087916"/>
            <a:chExt cx="1204758" cy="1204758"/>
          </a:xfrm>
        </p:grpSpPr>
        <p:sp>
          <p:nvSpPr>
            <p:cNvPr id="19" name="任意多边形: 形状 18"/>
            <p:cNvSpPr/>
            <p:nvPr>
              <p:custDataLst>
                <p:tags r:id="rId3"/>
              </p:custDataLst>
            </p:nvPr>
          </p:nvSpPr>
          <p:spPr>
            <a:xfrm rot="2700000">
              <a:off x="11567024" y="5087916"/>
              <a:ext cx="1204758" cy="1204758"/>
            </a:xfrm>
            <a:custGeom>
              <a:avLst/>
              <a:gdLst>
                <a:gd name="connsiteX0" fmla="*/ 0 w 1204758"/>
                <a:gd name="connsiteY0" fmla="*/ 0 h 1204758"/>
                <a:gd name="connsiteX1" fmla="*/ 1204758 w 1204758"/>
                <a:gd name="connsiteY1" fmla="*/ 1204758 h 1204758"/>
                <a:gd name="connsiteX2" fmla="*/ 1 w 1204758"/>
                <a:gd name="connsiteY2" fmla="*/ 1204757 h 120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4758" h="1204758">
                  <a:moveTo>
                    <a:pt x="0" y="0"/>
                  </a:moveTo>
                  <a:lnTo>
                    <a:pt x="1204758" y="1204758"/>
                  </a:lnTo>
                  <a:lnTo>
                    <a:pt x="1" y="1204757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5400000">
              <a:off x="11367340" y="5419986"/>
              <a:ext cx="1081230" cy="540615"/>
            </a:xfrm>
            <a:prstGeom prst="rect">
              <a:avLst/>
            </a:prstGeom>
          </p:spPr>
        </p:pic>
      </p:grpSp>
      <p:sp>
        <p:nvSpPr>
          <p:cNvPr id="15" name="矩形 14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8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2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 userDrawn="1">
            <p:ph type="body" sz="quarter" idx="15"/>
            <p:custDataLst>
              <p:tags r:id="rId13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6"/>
            <p:custDataLst>
              <p:tags r:id="rId14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-734060" y="2665730"/>
            <a:ext cx="1526540" cy="1526540"/>
            <a:chOff x="-777867" y="2665679"/>
            <a:chExt cx="1526642" cy="1526642"/>
          </a:xfrm>
        </p:grpSpPr>
        <p:sp>
          <p:nvSpPr>
            <p:cNvPr id="22" name="任意多边形: 形状 21"/>
            <p:cNvSpPr/>
            <p:nvPr>
              <p:custDataLst>
                <p:tags r:id="rId4"/>
              </p:custDataLst>
            </p:nvPr>
          </p:nvSpPr>
          <p:spPr>
            <a:xfrm rot="13500000">
              <a:off x="-777867" y="2665679"/>
              <a:ext cx="1526642" cy="1526642"/>
            </a:xfrm>
            <a:custGeom>
              <a:avLst/>
              <a:gdLst>
                <a:gd name="connsiteX0" fmla="*/ 1526642 w 1526642"/>
                <a:gd name="connsiteY0" fmla="*/ 1526642 h 1526642"/>
                <a:gd name="connsiteX1" fmla="*/ 0 w 1526642"/>
                <a:gd name="connsiteY1" fmla="*/ 1526642 h 1526642"/>
                <a:gd name="connsiteX2" fmla="*/ 0 w 1526642"/>
                <a:gd name="connsiteY2" fmla="*/ 0 h 1526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6642" h="1526642">
                  <a:moveTo>
                    <a:pt x="1526642" y="1526642"/>
                  </a:moveTo>
                  <a:lnTo>
                    <a:pt x="0" y="15266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5" name="图片 14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rot="16200000">
              <a:off x="-357944" y="3085603"/>
              <a:ext cx="1373592" cy="686796"/>
            </a:xfrm>
            <a:prstGeom prst="rect">
              <a:avLst/>
            </a:prstGeom>
          </p:spPr>
        </p:pic>
      </p:grpSp>
      <p:grpSp>
        <p:nvGrpSpPr>
          <p:cNvPr id="6" name="组合 5"/>
          <p:cNvGrpSpPr/>
          <p:nvPr userDrawn="1">
            <p:custDataLst>
              <p:tags r:id="rId7"/>
            </p:custDataLst>
          </p:nvPr>
        </p:nvGrpSpPr>
        <p:grpSpPr>
          <a:xfrm>
            <a:off x="11392535" y="2659380"/>
            <a:ext cx="1539875" cy="1539875"/>
            <a:chOff x="11425666" y="2659138"/>
            <a:chExt cx="1539725" cy="1539725"/>
          </a:xfrm>
        </p:grpSpPr>
        <p:sp>
          <p:nvSpPr>
            <p:cNvPr id="20" name="任意多边形: 形状 19"/>
            <p:cNvSpPr/>
            <p:nvPr>
              <p:custDataLst>
                <p:tags r:id="rId8"/>
              </p:custDataLst>
            </p:nvPr>
          </p:nvSpPr>
          <p:spPr>
            <a:xfrm rot="8100000" flipH="1">
              <a:off x="11425666" y="2659138"/>
              <a:ext cx="1539725" cy="1539725"/>
            </a:xfrm>
            <a:custGeom>
              <a:avLst/>
              <a:gdLst>
                <a:gd name="connsiteX0" fmla="*/ 1539725 w 1539725"/>
                <a:gd name="connsiteY0" fmla="*/ 1539725 h 1539725"/>
                <a:gd name="connsiteX1" fmla="*/ 0 w 1539725"/>
                <a:gd name="connsiteY1" fmla="*/ 0 h 1539725"/>
                <a:gd name="connsiteX2" fmla="*/ 0 w 1539725"/>
                <a:gd name="connsiteY2" fmla="*/ 1539725 h 1539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9725" h="1539725">
                  <a:moveTo>
                    <a:pt x="1539725" y="1539725"/>
                  </a:moveTo>
                  <a:lnTo>
                    <a:pt x="0" y="0"/>
                  </a:lnTo>
                  <a:lnTo>
                    <a:pt x="0" y="1539725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rot="5400000" flipH="1">
              <a:off x="11167101" y="3085603"/>
              <a:ext cx="1373592" cy="686796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0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4"/>
            </p:custDataLst>
          </p:nvPr>
        </p:nvSpPr>
        <p:spPr>
          <a:xfrm>
            <a:off x="1522730" y="3862705"/>
            <a:ext cx="9144000" cy="1656080"/>
          </a:xfrm>
        </p:spPr>
        <p:txBody>
          <a:bodyPr>
            <a:normAutofit/>
          </a:bodyPr>
          <a:lstStyle>
            <a:lvl1pPr marL="285750" indent="-285750" algn="ctr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>
            <p:custDataLst>
              <p:tags r:id="rId2"/>
            </p:custDataLst>
          </p:nvPr>
        </p:nvCxnSpPr>
        <p:spPr>
          <a:xfrm>
            <a:off x="3169227" y="4337260"/>
            <a:ext cx="5839691" cy="0"/>
          </a:xfrm>
          <a:prstGeom prst="line">
            <a:avLst/>
          </a:prstGeom>
          <a:ln w="1270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55385" y="736265"/>
            <a:ext cx="1081230" cy="54061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37523" y="6064338"/>
            <a:ext cx="969576" cy="484788"/>
          </a:xfrm>
          <a:prstGeom prst="rect">
            <a:avLst/>
          </a:prstGeom>
        </p:spPr>
      </p:pic>
      <p:sp>
        <p:nvSpPr>
          <p:cNvPr id="13" name="矩形 12"/>
          <p:cNvSpPr/>
          <p:nvPr userDrawn="1">
            <p:custDataLst>
              <p:tags r:id="rId6"/>
            </p:custDataLst>
          </p:nvPr>
        </p:nvSpPr>
        <p:spPr>
          <a:xfrm>
            <a:off x="1495762" y="2134304"/>
            <a:ext cx="666076" cy="666076"/>
          </a:xfrm>
          <a:prstGeom prst="rect">
            <a:avLst/>
          </a:prstGeom>
          <a:solidFill>
            <a:schemeClr val="accent1">
              <a:lumMod val="40000"/>
              <a:lumOff val="6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任意多边形: 形状 23"/>
          <p:cNvSpPr/>
          <p:nvPr userDrawn="1">
            <p:custDataLst>
              <p:tags r:id="rId10"/>
            </p:custDataLst>
          </p:nvPr>
        </p:nvSpPr>
        <p:spPr>
          <a:xfrm rot="18900000">
            <a:off x="4900844" y="-1113414"/>
            <a:ext cx="2416626" cy="2453839"/>
          </a:xfrm>
          <a:custGeom>
            <a:avLst/>
            <a:gdLst>
              <a:gd name="connsiteX0" fmla="*/ 0 w 2595753"/>
              <a:gd name="connsiteY0" fmla="*/ 0 h 2595753"/>
              <a:gd name="connsiteX1" fmla="*/ 2595753 w 2595753"/>
              <a:gd name="connsiteY1" fmla="*/ 2595753 h 2595753"/>
              <a:gd name="connsiteX2" fmla="*/ 0 w 2595753"/>
              <a:gd name="connsiteY2" fmla="*/ 2595753 h 259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5753" h="2595753">
                <a:moveTo>
                  <a:pt x="0" y="0"/>
                </a:moveTo>
                <a:lnTo>
                  <a:pt x="2595753" y="2595753"/>
                </a:lnTo>
                <a:lnTo>
                  <a:pt x="0" y="2595753"/>
                </a:lnTo>
                <a:close/>
              </a:path>
            </a:pathLst>
          </a:custGeom>
          <a:noFill/>
          <a:ln w="2540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9" name="组合 8"/>
          <p:cNvGrpSpPr/>
          <p:nvPr userDrawn="1">
            <p:custDataLst>
              <p:tags r:id="rId11"/>
            </p:custDataLst>
          </p:nvPr>
        </p:nvGrpSpPr>
        <p:grpSpPr>
          <a:xfrm>
            <a:off x="10197219" y="3517776"/>
            <a:ext cx="1076601" cy="1057221"/>
            <a:chOff x="10197219" y="3517776"/>
            <a:chExt cx="1076601" cy="1057221"/>
          </a:xfrm>
          <a:solidFill>
            <a:schemeClr val="accent2"/>
          </a:solidFill>
        </p:grpSpPr>
        <p:sp>
          <p:nvSpPr>
            <p:cNvPr id="10" name="矩形 9"/>
            <p:cNvSpPr/>
            <p:nvPr>
              <p:custDataLst>
                <p:tags r:id="rId12"/>
              </p:custDataLst>
            </p:nvPr>
          </p:nvSpPr>
          <p:spPr>
            <a:xfrm>
              <a:off x="10607744" y="3517776"/>
              <a:ext cx="666076" cy="66607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3"/>
              </p:custDataLst>
            </p:nvPr>
          </p:nvSpPr>
          <p:spPr>
            <a:xfrm>
              <a:off x="10197219" y="4157579"/>
              <a:ext cx="417418" cy="4174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4" name="矩形 13"/>
          <p:cNvSpPr/>
          <p:nvPr userDrawn="1">
            <p:custDataLst>
              <p:tags r:id="rId14"/>
            </p:custDataLst>
          </p:nvPr>
        </p:nvSpPr>
        <p:spPr>
          <a:xfrm>
            <a:off x="1828800" y="2486660"/>
            <a:ext cx="8599170" cy="124206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5"/>
            </p:custDataLst>
          </p:nvPr>
        </p:nvSpPr>
        <p:spPr>
          <a:xfrm>
            <a:off x="3053498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编辑文本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4" hasCustomPrompt="1"/>
            <p:custDataLst>
              <p:tags r:id="rId16"/>
            </p:custDataLst>
          </p:nvPr>
        </p:nvSpPr>
        <p:spPr>
          <a:xfrm>
            <a:off x="7680124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编辑文本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7"/>
            </p:custDataLst>
          </p:nvPr>
        </p:nvSpPr>
        <p:spPr>
          <a:xfrm>
            <a:off x="2047404" y="2419564"/>
            <a:ext cx="8097191" cy="1240214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54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8"/>
            </p:custDataLst>
          </p:nvPr>
        </p:nvSpPr>
        <p:spPr>
          <a:xfrm>
            <a:off x="2047404" y="3775744"/>
            <a:ext cx="8097191" cy="497945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504763" y="-564702"/>
            <a:ext cx="1201704" cy="1201704"/>
            <a:chOff x="10504763" y="-597753"/>
            <a:chExt cx="1201704" cy="1201704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7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2174132"/>
            <a:ext cx="12192000" cy="25097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矩形 10"/>
          <p:cNvSpPr/>
          <p:nvPr userDrawn="1">
            <p:custDataLst>
              <p:tags r:id="rId3"/>
            </p:custDataLst>
          </p:nvPr>
        </p:nvSpPr>
        <p:spPr>
          <a:xfrm>
            <a:off x="11103090" y="5019807"/>
            <a:ext cx="495809" cy="4958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矩形 11"/>
          <p:cNvSpPr/>
          <p:nvPr userDrawn="1">
            <p:custDataLst>
              <p:tags r:id="rId4"/>
            </p:custDataLst>
          </p:nvPr>
        </p:nvSpPr>
        <p:spPr>
          <a:xfrm>
            <a:off x="10787765" y="5515616"/>
            <a:ext cx="310715" cy="310715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矩形 6"/>
          <p:cNvSpPr/>
          <p:nvPr userDrawn="1">
            <p:custDataLst>
              <p:tags r:id="rId5"/>
            </p:custDataLst>
          </p:nvPr>
        </p:nvSpPr>
        <p:spPr>
          <a:xfrm>
            <a:off x="1284052" y="1654256"/>
            <a:ext cx="9533105" cy="352085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矩形 7"/>
          <p:cNvSpPr/>
          <p:nvPr userDrawn="1">
            <p:custDataLst>
              <p:tags r:id="rId6"/>
            </p:custDataLst>
          </p:nvPr>
        </p:nvSpPr>
        <p:spPr>
          <a:xfrm>
            <a:off x="1036147" y="1015123"/>
            <a:ext cx="495809" cy="4958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矩形 8"/>
          <p:cNvSpPr/>
          <p:nvPr userDrawn="1">
            <p:custDataLst>
              <p:tags r:id="rId7"/>
            </p:custDataLst>
          </p:nvPr>
        </p:nvSpPr>
        <p:spPr>
          <a:xfrm>
            <a:off x="720822" y="1510932"/>
            <a:ext cx="310715" cy="310715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3886677" y="3920188"/>
            <a:ext cx="4723923" cy="459319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alphaModFix amt="50000"/>
          </a:blip>
          <a:stretch>
            <a:fillRect/>
          </a:stretch>
        </p:blipFill>
        <p:spPr>
          <a:xfrm>
            <a:off x="-1" y="2177041"/>
            <a:ext cx="3495889" cy="250973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4"/>
            </p:custDataLst>
          </p:nvPr>
        </p:nvSpPr>
        <p:spPr>
          <a:xfrm>
            <a:off x="3886676" y="2969064"/>
            <a:ext cx="4723923" cy="863945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0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-5715" y="0"/>
            <a:ext cx="13202920" cy="6671945"/>
            <a:chOff x="-9" y="0"/>
            <a:chExt cx="20792" cy="10507"/>
          </a:xfrm>
        </p:grpSpPr>
        <p:grpSp>
          <p:nvGrpSpPr>
            <p:cNvPr id="9" name="组合 8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-9" y="0"/>
              <a:ext cx="1987" cy="1505"/>
              <a:chOff x="-5475" y="-61"/>
              <a:chExt cx="1261620" cy="955805"/>
            </a:xfrm>
          </p:grpSpPr>
          <p:sp>
            <p:nvSpPr>
              <p:cNvPr id="10" name="直角三角形 9"/>
              <p:cNvSpPr/>
              <p:nvPr>
                <p:custDataLst>
                  <p:tags r:id="rId4"/>
                </p:custDataLst>
              </p:nvPr>
            </p:nvSpPr>
            <p:spPr>
              <a:xfrm flipV="1">
                <a:off x="-5475" y="-1"/>
                <a:ext cx="1261620" cy="955745"/>
              </a:xfrm>
              <a:prstGeom prst="rt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1" name="直角三角形 10"/>
              <p:cNvSpPr/>
              <p:nvPr>
                <p:custDataLst>
                  <p:tags r:id="rId5"/>
                </p:custDataLst>
              </p:nvPr>
            </p:nvSpPr>
            <p:spPr>
              <a:xfrm flipV="1">
                <a:off x="-5475" y="-61"/>
                <a:ext cx="1103411" cy="835893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2" name="组合 11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18349" y="8087"/>
              <a:ext cx="2434" cy="2420"/>
              <a:chOff x="11651622" y="5135282"/>
              <a:chExt cx="1545463" cy="1536385"/>
            </a:xfrm>
          </p:grpSpPr>
          <p:sp>
            <p:nvSpPr>
              <p:cNvPr id="13" name="任意多边形: 形状 12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11660700" y="5135282"/>
                <a:ext cx="1536385" cy="1536385"/>
              </a:xfrm>
              <a:custGeom>
                <a:avLst/>
                <a:gdLst>
                  <a:gd name="connsiteX0" fmla="*/ 0 w 1536385"/>
                  <a:gd name="connsiteY0" fmla="*/ 0 h 1536385"/>
                  <a:gd name="connsiteX1" fmla="*/ 1536385 w 1536385"/>
                  <a:gd name="connsiteY1" fmla="*/ 1536385 h 1536385"/>
                  <a:gd name="connsiteX2" fmla="*/ 0 w 1536385"/>
                  <a:gd name="connsiteY2" fmla="*/ 1536385 h 1536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36385" h="1536385">
                    <a:moveTo>
                      <a:pt x="0" y="0"/>
                    </a:moveTo>
                    <a:lnTo>
                      <a:pt x="1536385" y="1536385"/>
                    </a:lnTo>
                    <a:lnTo>
                      <a:pt x="0" y="1536385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4" name="图片 13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9"/>
              <a:stretch>
                <a:fillRect/>
              </a:stretch>
            </p:blipFill>
            <p:spPr>
              <a:xfrm rot="5400000">
                <a:off x="11381315" y="5633166"/>
                <a:ext cx="1081230" cy="540615"/>
              </a:xfrm>
              <a:prstGeom prst="rect">
                <a:avLst/>
              </a:prstGeom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marL="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-563245" y="518795"/>
            <a:ext cx="13335636" cy="5774055"/>
            <a:chOff x="-887" y="817"/>
            <a:chExt cx="21001" cy="9093"/>
          </a:xfrm>
        </p:grpSpPr>
        <p:grpSp>
          <p:nvGrpSpPr>
            <p:cNvPr id="11" name="组合 10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20" name="任意多边形: 形状 19"/>
              <p:cNvSpPr/>
              <p:nvPr>
                <p:custDataLst>
                  <p:tags r:id="rId4"/>
                </p:custDataLst>
              </p:nvPr>
            </p:nvSpPr>
            <p:spPr>
              <a:xfrm rot="13500000">
                <a:off x="-607130" y="518771"/>
                <a:ext cx="1197505" cy="119750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16200000">
                <a:off x="-281654" y="847217"/>
                <a:ext cx="1081230" cy="540615"/>
              </a:xfrm>
              <a:prstGeom prst="rect">
                <a:avLst/>
              </a:prstGeom>
            </p:spPr>
          </p:pic>
        </p:grpSp>
        <p:grpSp>
          <p:nvGrpSpPr>
            <p:cNvPr id="12" name="组合 11"/>
            <p:cNvGrpSpPr/>
            <p:nvPr userDrawn="1">
              <p:custDataLst>
                <p:tags r:id="rId7"/>
              </p:custDataLst>
            </p:nvPr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22" name="任意多边形: 形状 21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11567189" y="5087518"/>
                <a:ext cx="1205553" cy="1205553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6" name="图片 15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78357" y="5419986"/>
                <a:ext cx="1081230" cy="540615"/>
              </a:xfrm>
              <a:prstGeom prst="rect">
                <a:avLst/>
              </a:prstGeom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ct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3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4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391051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642026" y="544749"/>
            <a:ext cx="3910519" cy="63132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638504" y="544749"/>
            <a:ext cx="3910519" cy="63132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4760259" y="443230"/>
            <a:ext cx="6761860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-563245" y="518795"/>
            <a:ext cx="13335636" cy="5774055"/>
            <a:chOff x="-887" y="817"/>
            <a:chExt cx="21001" cy="9093"/>
          </a:xfrm>
        </p:grpSpPr>
        <p:grpSp>
          <p:nvGrpSpPr>
            <p:cNvPr id="9" name="组合 8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20" name="任意多边形: 形状 19"/>
              <p:cNvSpPr/>
              <p:nvPr>
                <p:custDataLst>
                  <p:tags r:id="rId4"/>
                </p:custDataLst>
              </p:nvPr>
            </p:nvSpPr>
            <p:spPr>
              <a:xfrm rot="13500000">
                <a:off x="-607130" y="518771"/>
                <a:ext cx="1197505" cy="119750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16200000">
                <a:off x="-281654" y="847217"/>
                <a:ext cx="1081230" cy="540615"/>
              </a:xfrm>
              <a:prstGeom prst="rect">
                <a:avLst/>
              </a:prstGeom>
            </p:spPr>
          </p:pic>
        </p:grpSp>
        <p:grpSp>
          <p:nvGrpSpPr>
            <p:cNvPr id="10" name="组合 9"/>
            <p:cNvGrpSpPr/>
            <p:nvPr userDrawn="1">
              <p:custDataLst>
                <p:tags r:id="rId7"/>
              </p:custDataLst>
            </p:nvPr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22" name="任意多边形: 形状 21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11567189" y="5087518"/>
                <a:ext cx="1205553" cy="1205553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6" name="图片 15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78357" y="5419986"/>
                <a:ext cx="1081230" cy="540615"/>
              </a:xfrm>
              <a:prstGeom prst="rect">
                <a:avLst/>
              </a:prstGeom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2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-563245" y="518795"/>
            <a:ext cx="13335636" cy="5774055"/>
            <a:chOff x="-887" y="817"/>
            <a:chExt cx="21001" cy="9093"/>
          </a:xfrm>
        </p:grpSpPr>
        <p:grpSp>
          <p:nvGrpSpPr>
            <p:cNvPr id="8" name="组合 7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20" name="任意多边形: 形状 19"/>
              <p:cNvSpPr/>
              <p:nvPr>
                <p:custDataLst>
                  <p:tags r:id="rId4"/>
                </p:custDataLst>
              </p:nvPr>
            </p:nvSpPr>
            <p:spPr>
              <a:xfrm rot="13500000">
                <a:off x="-607130" y="518771"/>
                <a:ext cx="1197505" cy="119750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16200000">
                <a:off x="-281654" y="847217"/>
                <a:ext cx="1081230" cy="540615"/>
              </a:xfrm>
              <a:prstGeom prst="rect">
                <a:avLst/>
              </a:prstGeom>
            </p:spPr>
          </p:pic>
        </p:grpSp>
        <p:grpSp>
          <p:nvGrpSpPr>
            <p:cNvPr id="9" name="组合 8"/>
            <p:cNvGrpSpPr/>
            <p:nvPr userDrawn="1">
              <p:custDataLst>
                <p:tags r:id="rId7"/>
              </p:custDataLst>
            </p:nvPr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22" name="任意多边形: 形状 21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11567189" y="5087518"/>
                <a:ext cx="1205553" cy="1205553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6" name="图片 15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78357" y="5419986"/>
                <a:ext cx="1081230" cy="540615"/>
              </a:xfrm>
              <a:prstGeom prst="rect">
                <a:avLst/>
              </a:prstGeom>
            </p:spPr>
          </p:pic>
        </p:grp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ct val="0"/>
              </a:spcAft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504763" y="-564702"/>
            <a:ext cx="1201704" cy="1201704"/>
            <a:chOff x="10504763" y="-597753"/>
            <a:chExt cx="1201704" cy="1201704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</p:spPr>
        </p:pic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5"/>
            </p:custDataLst>
          </p:nvPr>
        </p:nvGrpSpPr>
        <p:grpSpPr>
          <a:xfrm>
            <a:off x="5269393" y="5915716"/>
            <a:ext cx="1653212" cy="1653213"/>
            <a:chOff x="5269393" y="5915716"/>
            <a:chExt cx="1653212" cy="1653213"/>
          </a:xfrm>
        </p:grpSpPr>
        <p:sp>
          <p:nvSpPr>
            <p:cNvPr id="7" name="任意多边形: 形状 6"/>
            <p:cNvSpPr/>
            <p:nvPr>
              <p:custDataLst>
                <p:tags r:id="rId6"/>
              </p:custDataLst>
            </p:nvPr>
          </p:nvSpPr>
          <p:spPr>
            <a:xfrm rot="8100000">
              <a:off x="5269393" y="5915716"/>
              <a:ext cx="1653212" cy="1653213"/>
            </a:xfrm>
            <a:custGeom>
              <a:avLst/>
              <a:gdLst>
                <a:gd name="connsiteX0" fmla="*/ 0 w 1653212"/>
                <a:gd name="connsiteY0" fmla="*/ 1653213 h 1653213"/>
                <a:gd name="connsiteX1" fmla="*/ 0 w 1653212"/>
                <a:gd name="connsiteY1" fmla="*/ 0 h 1653213"/>
                <a:gd name="connsiteX2" fmla="*/ 1653212 w 1653212"/>
                <a:gd name="connsiteY2" fmla="*/ 1653213 h 1653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3212" h="1653213">
                  <a:moveTo>
                    <a:pt x="0" y="1653213"/>
                  </a:moveTo>
                  <a:lnTo>
                    <a:pt x="0" y="0"/>
                  </a:lnTo>
                  <a:lnTo>
                    <a:pt x="1653212" y="1653213"/>
                  </a:lnTo>
                  <a:close/>
                </a:path>
              </a:pathLst>
            </a:custGeom>
            <a:noFill/>
            <a:ln w="2540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 rot="10800000">
              <a:off x="5555385" y="6317385"/>
              <a:ext cx="1081230" cy="540615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 userDrawn="1">
            <p:custDataLst>
              <p:tags r:id="rId9"/>
            </p:custDataLst>
          </p:nvPr>
        </p:nvGrpSpPr>
        <p:grpSpPr>
          <a:xfrm>
            <a:off x="2750213" y="2016254"/>
            <a:ext cx="811134" cy="806524"/>
            <a:chOff x="2750213" y="2016254"/>
            <a:chExt cx="811134" cy="806524"/>
          </a:xfrm>
        </p:grpSpPr>
        <p:sp>
          <p:nvSpPr>
            <p:cNvPr id="10" name="矩形 9"/>
            <p:cNvSpPr/>
            <p:nvPr>
              <p:custDataLst>
                <p:tags r:id="rId10"/>
              </p:custDataLst>
            </p:nvPr>
          </p:nvSpPr>
          <p:spPr>
            <a:xfrm>
              <a:off x="3065538" y="2016254"/>
              <a:ext cx="495809" cy="495809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1"/>
              </p:custDataLst>
            </p:nvPr>
          </p:nvSpPr>
          <p:spPr>
            <a:xfrm>
              <a:off x="2750213" y="2512063"/>
              <a:ext cx="310715" cy="310715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2" name="矩形 11"/>
          <p:cNvSpPr/>
          <p:nvPr userDrawn="1">
            <p:custDataLst>
              <p:tags r:id="rId12"/>
            </p:custDataLst>
          </p:nvPr>
        </p:nvSpPr>
        <p:spPr>
          <a:xfrm>
            <a:off x="8688548" y="3912111"/>
            <a:ext cx="310715" cy="310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3428169" y="2258626"/>
            <a:ext cx="5335659" cy="1200329"/>
          </a:xfrm>
        </p:spPr>
        <p:txBody>
          <a:bodyPr vert="horz" lIns="90000" tIns="46800" rIns="90000" bIns="468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800" b="1" i="0" u="none" strike="noStrike" kern="1200" cap="none" spc="6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3428169" y="3638559"/>
            <a:ext cx="5354637" cy="495810"/>
          </a:xfrm>
        </p:spPr>
        <p:txBody>
          <a:bodyPr>
            <a:normAutofit/>
          </a:bodyPr>
          <a:lstStyle>
            <a:lvl1pPr marL="0" indent="0" algn="ctr">
              <a:buNone/>
              <a:defRPr sz="2000" spc="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单击此处编辑副标题内容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6"/>
            </p:custDataLst>
          </p:nvPr>
        </p:nvGrpSpPr>
        <p:grpSpPr>
          <a:xfrm>
            <a:off x="-5715" y="0"/>
            <a:ext cx="1261745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7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8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5" name="Freeform 9"/>
          <p:cNvSpPr/>
          <p:nvPr userDrawn="1">
            <p:custDataLst>
              <p:tags r:id="rId9"/>
            </p:custDataLst>
          </p:nvPr>
        </p:nvSpPr>
        <p:spPr>
          <a:xfrm>
            <a:off x="11043138" y="4289310"/>
            <a:ext cx="1126957" cy="2253919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 rot="5400000">
            <a:off x="11117357" y="5159252"/>
            <a:ext cx="1429406" cy="7147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7"/>
            </p:custDataLst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/>
          </a:p>
        </p:txBody>
      </p:sp>
      <p:sp>
        <p:nvSpPr>
          <p:cNvPr id="15" name="Freeform 7"/>
          <p:cNvSpPr/>
          <p:nvPr userDrawn="1">
            <p:custDataLst>
              <p:tags r:id="rId8"/>
            </p:custDataLst>
          </p:nvPr>
        </p:nvSpPr>
        <p:spPr>
          <a:xfrm>
            <a:off x="35561" y="270756"/>
            <a:ext cx="846836" cy="1693676"/>
          </a:xfrm>
          <a:custGeom>
            <a:avLst/>
            <a:gdLst>
              <a:gd name="connsiteX0" fmla="*/ 0 w 846836"/>
              <a:gd name="connsiteY0" fmla="*/ 0 h 1693676"/>
              <a:gd name="connsiteX1" fmla="*/ 846836 w 846836"/>
              <a:gd name="connsiteY1" fmla="*/ 846840 h 1693676"/>
              <a:gd name="connsiteX2" fmla="*/ 0 w 846836"/>
              <a:gd name="connsiteY2" fmla="*/ 1693676 h 16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836" h="1693676">
                <a:moveTo>
                  <a:pt x="0" y="0"/>
                </a:moveTo>
                <a:lnTo>
                  <a:pt x="846836" y="846840"/>
                </a:lnTo>
                <a:lnTo>
                  <a:pt x="0" y="1693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 rot="16200000">
            <a:off x="-237740" y="847270"/>
            <a:ext cx="1081325" cy="540662"/>
          </a:xfrm>
          <a:prstGeom prst="rect">
            <a:avLst/>
          </a:prstGeom>
        </p:spPr>
      </p:pic>
      <p:sp>
        <p:nvSpPr>
          <p:cNvPr id="18" name="Freeform 9"/>
          <p:cNvSpPr/>
          <p:nvPr userDrawn="1">
            <p:custDataLst>
              <p:tags r:id="rId11"/>
            </p:custDataLst>
          </p:nvPr>
        </p:nvSpPr>
        <p:spPr>
          <a:xfrm>
            <a:off x="11317422" y="4837879"/>
            <a:ext cx="852673" cy="1705350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0"/>
          <a:stretch>
            <a:fillRect/>
          </a:stretch>
        </p:blipFill>
        <p:spPr>
          <a:xfrm rot="5400000">
            <a:off x="11378279" y="5420174"/>
            <a:ext cx="1081510" cy="540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grpSp>
        <p:nvGrpSpPr>
          <p:cNvPr id="12" name="组合 11"/>
          <p:cNvGrpSpPr/>
          <p:nvPr userDrawn="1">
            <p:custDataLst>
              <p:tags r:id="rId3"/>
            </p:custDataLst>
          </p:nvPr>
        </p:nvGrpSpPr>
        <p:grpSpPr>
          <a:xfrm flipH="1">
            <a:off x="206661" y="5620233"/>
            <a:ext cx="1013606" cy="1007845"/>
            <a:chOff x="267875" y="162991"/>
            <a:chExt cx="811134" cy="806524"/>
          </a:xfrm>
        </p:grpSpPr>
        <p:sp>
          <p:nvSpPr>
            <p:cNvPr id="14" name="矩形 13"/>
            <p:cNvSpPr/>
            <p:nvPr>
              <p:custDataLst>
                <p:tags r:id="rId4"/>
              </p:custDataLst>
            </p:nvPr>
          </p:nvSpPr>
          <p:spPr>
            <a:xfrm>
              <a:off x="583200" y="162991"/>
              <a:ext cx="495809" cy="495809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5"/>
              </p:custDataLst>
            </p:nvPr>
          </p:nvSpPr>
          <p:spPr>
            <a:xfrm>
              <a:off x="267875" y="658800"/>
              <a:ext cx="310715" cy="310715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6"/>
            </p:custDataLst>
          </p:nvPr>
        </p:nvSpPr>
        <p:spPr>
          <a:xfrm>
            <a:off x="582930" y="770255"/>
            <a:ext cx="3959860" cy="882015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单击编辑标题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0"/>
            </p:custDataLst>
          </p:nvPr>
        </p:nvSpPr>
        <p:spPr>
          <a:xfrm>
            <a:off x="586740" y="1764030"/>
            <a:ext cx="3956685" cy="409321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10504763" y="-575719"/>
            <a:ext cx="1201704" cy="1201704"/>
            <a:chOff x="10504763" y="-597753"/>
            <a:chExt cx="1201704" cy="1201704"/>
          </a:xfrm>
        </p:grpSpPr>
        <p:sp>
          <p:nvSpPr>
            <p:cNvPr id="17" name="任意多边形: 形状 16"/>
            <p:cNvSpPr/>
            <p:nvPr>
              <p:custDataLst>
                <p:tags r:id="rId4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6" name="图片 15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1"/>
            </p:custDataLst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algn="ctr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2"/>
            </p:custDataLst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504763" y="-564702"/>
            <a:ext cx="1201704" cy="1201704"/>
            <a:chOff x="10504763" y="-597753"/>
            <a:chExt cx="1201704" cy="1201704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</p:spPr>
        </p:pic>
      </p:grpSp>
      <p:sp>
        <p:nvSpPr>
          <p:cNvPr id="13" name="矩形 12"/>
          <p:cNvSpPr/>
          <p:nvPr userDrawn="1">
            <p:custDataLst>
              <p:tags r:id="rId6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1"/>
            </p:custDataLst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2"/>
            </p:custDataLst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11556007" y="5087916"/>
            <a:ext cx="1204758" cy="1204758"/>
            <a:chOff x="11567024" y="5087916"/>
            <a:chExt cx="1204758" cy="1204758"/>
          </a:xfrm>
        </p:grpSpPr>
        <p:sp>
          <p:nvSpPr>
            <p:cNvPr id="19" name="任意多边形: 形状 18"/>
            <p:cNvSpPr/>
            <p:nvPr>
              <p:custDataLst>
                <p:tags r:id="rId3"/>
              </p:custDataLst>
            </p:nvPr>
          </p:nvSpPr>
          <p:spPr>
            <a:xfrm rot="2700000">
              <a:off x="11567024" y="5087916"/>
              <a:ext cx="1204758" cy="1204758"/>
            </a:xfrm>
            <a:custGeom>
              <a:avLst/>
              <a:gdLst>
                <a:gd name="connsiteX0" fmla="*/ 0 w 1204758"/>
                <a:gd name="connsiteY0" fmla="*/ 0 h 1204758"/>
                <a:gd name="connsiteX1" fmla="*/ 1204758 w 1204758"/>
                <a:gd name="connsiteY1" fmla="*/ 1204758 h 1204758"/>
                <a:gd name="connsiteX2" fmla="*/ 1 w 1204758"/>
                <a:gd name="connsiteY2" fmla="*/ 1204757 h 120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4758" h="1204758">
                  <a:moveTo>
                    <a:pt x="0" y="0"/>
                  </a:moveTo>
                  <a:lnTo>
                    <a:pt x="1204758" y="1204758"/>
                  </a:lnTo>
                  <a:lnTo>
                    <a:pt x="1" y="1204757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5400000">
              <a:off x="11367340" y="5419986"/>
              <a:ext cx="1081230" cy="540615"/>
            </a:xfrm>
            <a:prstGeom prst="rect">
              <a:avLst/>
            </a:prstGeom>
          </p:spPr>
        </p:pic>
      </p:grpSp>
      <p:sp>
        <p:nvSpPr>
          <p:cNvPr id="15" name="矩形 14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8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2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 userDrawn="1">
            <p:ph type="body" sz="quarter" idx="15"/>
            <p:custDataLst>
              <p:tags r:id="rId13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6"/>
            <p:custDataLst>
              <p:tags r:id="rId14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-734060" y="2665730"/>
            <a:ext cx="1526540" cy="1526540"/>
            <a:chOff x="-777867" y="2665679"/>
            <a:chExt cx="1526642" cy="1526642"/>
          </a:xfrm>
        </p:grpSpPr>
        <p:sp>
          <p:nvSpPr>
            <p:cNvPr id="22" name="任意多边形: 形状 21"/>
            <p:cNvSpPr/>
            <p:nvPr>
              <p:custDataLst>
                <p:tags r:id="rId4"/>
              </p:custDataLst>
            </p:nvPr>
          </p:nvSpPr>
          <p:spPr>
            <a:xfrm rot="13500000">
              <a:off x="-777867" y="2665679"/>
              <a:ext cx="1526642" cy="1526642"/>
            </a:xfrm>
            <a:custGeom>
              <a:avLst/>
              <a:gdLst>
                <a:gd name="connsiteX0" fmla="*/ 1526642 w 1526642"/>
                <a:gd name="connsiteY0" fmla="*/ 1526642 h 1526642"/>
                <a:gd name="connsiteX1" fmla="*/ 0 w 1526642"/>
                <a:gd name="connsiteY1" fmla="*/ 1526642 h 1526642"/>
                <a:gd name="connsiteX2" fmla="*/ 0 w 1526642"/>
                <a:gd name="connsiteY2" fmla="*/ 0 h 1526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6642" h="1526642">
                  <a:moveTo>
                    <a:pt x="1526642" y="1526642"/>
                  </a:moveTo>
                  <a:lnTo>
                    <a:pt x="0" y="15266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5" name="图片 14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rot="16200000">
              <a:off x="-357944" y="3085603"/>
              <a:ext cx="1373592" cy="686796"/>
            </a:xfrm>
            <a:prstGeom prst="rect">
              <a:avLst/>
            </a:prstGeom>
          </p:spPr>
        </p:pic>
      </p:grpSp>
      <p:grpSp>
        <p:nvGrpSpPr>
          <p:cNvPr id="6" name="组合 5"/>
          <p:cNvGrpSpPr/>
          <p:nvPr userDrawn="1">
            <p:custDataLst>
              <p:tags r:id="rId7"/>
            </p:custDataLst>
          </p:nvPr>
        </p:nvGrpSpPr>
        <p:grpSpPr>
          <a:xfrm>
            <a:off x="11392535" y="2659380"/>
            <a:ext cx="1539875" cy="1539875"/>
            <a:chOff x="11425666" y="2659138"/>
            <a:chExt cx="1539725" cy="1539725"/>
          </a:xfrm>
        </p:grpSpPr>
        <p:sp>
          <p:nvSpPr>
            <p:cNvPr id="20" name="任意多边形: 形状 19"/>
            <p:cNvSpPr/>
            <p:nvPr>
              <p:custDataLst>
                <p:tags r:id="rId8"/>
              </p:custDataLst>
            </p:nvPr>
          </p:nvSpPr>
          <p:spPr>
            <a:xfrm rot="8100000" flipH="1">
              <a:off x="11425666" y="2659138"/>
              <a:ext cx="1539725" cy="1539725"/>
            </a:xfrm>
            <a:custGeom>
              <a:avLst/>
              <a:gdLst>
                <a:gd name="connsiteX0" fmla="*/ 1539725 w 1539725"/>
                <a:gd name="connsiteY0" fmla="*/ 1539725 h 1539725"/>
                <a:gd name="connsiteX1" fmla="*/ 0 w 1539725"/>
                <a:gd name="connsiteY1" fmla="*/ 0 h 1539725"/>
                <a:gd name="connsiteX2" fmla="*/ 0 w 1539725"/>
                <a:gd name="connsiteY2" fmla="*/ 1539725 h 1539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9725" h="1539725">
                  <a:moveTo>
                    <a:pt x="1539725" y="1539725"/>
                  </a:moveTo>
                  <a:lnTo>
                    <a:pt x="0" y="0"/>
                  </a:lnTo>
                  <a:lnTo>
                    <a:pt x="0" y="1539725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rot="5400000" flipH="1">
              <a:off x="11167101" y="3085603"/>
              <a:ext cx="1373592" cy="686796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0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4"/>
            </p:custDataLst>
          </p:nvPr>
        </p:nvSpPr>
        <p:spPr>
          <a:xfrm>
            <a:off x="1522730" y="3862705"/>
            <a:ext cx="9144000" cy="1656080"/>
          </a:xfrm>
        </p:spPr>
        <p:txBody>
          <a:bodyPr>
            <a:normAutofit/>
          </a:bodyPr>
          <a:lstStyle>
            <a:lvl1pPr marL="285750" indent="-285750" algn="ctr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>
            <p:custDataLst>
              <p:tags r:id="rId2"/>
            </p:custDataLst>
          </p:nvPr>
        </p:nvCxnSpPr>
        <p:spPr>
          <a:xfrm>
            <a:off x="3169227" y="4337260"/>
            <a:ext cx="5839691" cy="0"/>
          </a:xfrm>
          <a:prstGeom prst="line">
            <a:avLst/>
          </a:prstGeom>
          <a:ln w="1270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55385" y="736265"/>
            <a:ext cx="1081230" cy="54061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37523" y="6064338"/>
            <a:ext cx="969576" cy="484788"/>
          </a:xfrm>
          <a:prstGeom prst="rect">
            <a:avLst/>
          </a:prstGeom>
        </p:spPr>
      </p:pic>
      <p:sp>
        <p:nvSpPr>
          <p:cNvPr id="13" name="矩形 12"/>
          <p:cNvSpPr/>
          <p:nvPr userDrawn="1">
            <p:custDataLst>
              <p:tags r:id="rId6"/>
            </p:custDataLst>
          </p:nvPr>
        </p:nvSpPr>
        <p:spPr>
          <a:xfrm>
            <a:off x="1495762" y="2134304"/>
            <a:ext cx="666076" cy="666076"/>
          </a:xfrm>
          <a:prstGeom prst="rect">
            <a:avLst/>
          </a:prstGeom>
          <a:solidFill>
            <a:schemeClr val="accent1">
              <a:lumMod val="40000"/>
              <a:lumOff val="6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任意多边形: 形状 23"/>
          <p:cNvSpPr/>
          <p:nvPr userDrawn="1">
            <p:custDataLst>
              <p:tags r:id="rId10"/>
            </p:custDataLst>
          </p:nvPr>
        </p:nvSpPr>
        <p:spPr>
          <a:xfrm rot="18900000">
            <a:off x="4900844" y="-1113414"/>
            <a:ext cx="2416626" cy="2453839"/>
          </a:xfrm>
          <a:custGeom>
            <a:avLst/>
            <a:gdLst>
              <a:gd name="connsiteX0" fmla="*/ 0 w 2595753"/>
              <a:gd name="connsiteY0" fmla="*/ 0 h 2595753"/>
              <a:gd name="connsiteX1" fmla="*/ 2595753 w 2595753"/>
              <a:gd name="connsiteY1" fmla="*/ 2595753 h 2595753"/>
              <a:gd name="connsiteX2" fmla="*/ 0 w 2595753"/>
              <a:gd name="connsiteY2" fmla="*/ 2595753 h 259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5753" h="2595753">
                <a:moveTo>
                  <a:pt x="0" y="0"/>
                </a:moveTo>
                <a:lnTo>
                  <a:pt x="2595753" y="2595753"/>
                </a:lnTo>
                <a:lnTo>
                  <a:pt x="0" y="2595753"/>
                </a:lnTo>
                <a:close/>
              </a:path>
            </a:pathLst>
          </a:custGeom>
          <a:noFill/>
          <a:ln w="2540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9" name="组合 8"/>
          <p:cNvGrpSpPr/>
          <p:nvPr userDrawn="1">
            <p:custDataLst>
              <p:tags r:id="rId11"/>
            </p:custDataLst>
          </p:nvPr>
        </p:nvGrpSpPr>
        <p:grpSpPr>
          <a:xfrm>
            <a:off x="10197219" y="3517776"/>
            <a:ext cx="1076601" cy="1057221"/>
            <a:chOff x="10197219" y="3517776"/>
            <a:chExt cx="1076601" cy="1057221"/>
          </a:xfrm>
          <a:solidFill>
            <a:schemeClr val="accent2"/>
          </a:solidFill>
        </p:grpSpPr>
        <p:sp>
          <p:nvSpPr>
            <p:cNvPr id="10" name="矩形 9"/>
            <p:cNvSpPr/>
            <p:nvPr>
              <p:custDataLst>
                <p:tags r:id="rId12"/>
              </p:custDataLst>
            </p:nvPr>
          </p:nvSpPr>
          <p:spPr>
            <a:xfrm>
              <a:off x="10607744" y="3517776"/>
              <a:ext cx="666076" cy="66607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3"/>
              </p:custDataLst>
            </p:nvPr>
          </p:nvSpPr>
          <p:spPr>
            <a:xfrm>
              <a:off x="10197219" y="4157579"/>
              <a:ext cx="417418" cy="4174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4" name="矩形 13"/>
          <p:cNvSpPr/>
          <p:nvPr userDrawn="1">
            <p:custDataLst>
              <p:tags r:id="rId14"/>
            </p:custDataLst>
          </p:nvPr>
        </p:nvSpPr>
        <p:spPr>
          <a:xfrm>
            <a:off x="1828800" y="2486660"/>
            <a:ext cx="8599170" cy="124206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5"/>
            </p:custDataLst>
          </p:nvPr>
        </p:nvSpPr>
        <p:spPr>
          <a:xfrm>
            <a:off x="3053498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编辑文本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4" hasCustomPrompt="1"/>
            <p:custDataLst>
              <p:tags r:id="rId16"/>
            </p:custDataLst>
          </p:nvPr>
        </p:nvSpPr>
        <p:spPr>
          <a:xfrm>
            <a:off x="7680124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编辑文本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7"/>
            </p:custDataLst>
          </p:nvPr>
        </p:nvSpPr>
        <p:spPr>
          <a:xfrm>
            <a:off x="2047404" y="2419564"/>
            <a:ext cx="8097191" cy="1240214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54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8"/>
            </p:custDataLst>
          </p:nvPr>
        </p:nvSpPr>
        <p:spPr>
          <a:xfrm>
            <a:off x="2047404" y="3775744"/>
            <a:ext cx="8097191" cy="497945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504763" y="-564702"/>
            <a:ext cx="1201704" cy="1201704"/>
            <a:chOff x="10504763" y="-597753"/>
            <a:chExt cx="1201704" cy="1201704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7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2174132"/>
            <a:ext cx="12192000" cy="25097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矩形 10"/>
          <p:cNvSpPr/>
          <p:nvPr userDrawn="1">
            <p:custDataLst>
              <p:tags r:id="rId3"/>
            </p:custDataLst>
          </p:nvPr>
        </p:nvSpPr>
        <p:spPr>
          <a:xfrm>
            <a:off x="11103090" y="5019807"/>
            <a:ext cx="495809" cy="4958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矩形 11"/>
          <p:cNvSpPr/>
          <p:nvPr userDrawn="1">
            <p:custDataLst>
              <p:tags r:id="rId4"/>
            </p:custDataLst>
          </p:nvPr>
        </p:nvSpPr>
        <p:spPr>
          <a:xfrm>
            <a:off x="10787765" y="5515616"/>
            <a:ext cx="310715" cy="310715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矩形 6"/>
          <p:cNvSpPr/>
          <p:nvPr userDrawn="1">
            <p:custDataLst>
              <p:tags r:id="rId5"/>
            </p:custDataLst>
          </p:nvPr>
        </p:nvSpPr>
        <p:spPr>
          <a:xfrm>
            <a:off x="1284052" y="1654256"/>
            <a:ext cx="9533105" cy="352085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矩形 7"/>
          <p:cNvSpPr/>
          <p:nvPr userDrawn="1">
            <p:custDataLst>
              <p:tags r:id="rId6"/>
            </p:custDataLst>
          </p:nvPr>
        </p:nvSpPr>
        <p:spPr>
          <a:xfrm>
            <a:off x="1036147" y="1015123"/>
            <a:ext cx="495809" cy="4958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矩形 8"/>
          <p:cNvSpPr/>
          <p:nvPr userDrawn="1">
            <p:custDataLst>
              <p:tags r:id="rId7"/>
            </p:custDataLst>
          </p:nvPr>
        </p:nvSpPr>
        <p:spPr>
          <a:xfrm>
            <a:off x="720822" y="1510932"/>
            <a:ext cx="310715" cy="310715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3886677" y="3920188"/>
            <a:ext cx="4723923" cy="459319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alphaModFix amt="50000"/>
          </a:blip>
          <a:stretch>
            <a:fillRect/>
          </a:stretch>
        </p:blipFill>
        <p:spPr>
          <a:xfrm>
            <a:off x="-1" y="2177041"/>
            <a:ext cx="3495889" cy="250973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4"/>
            </p:custDataLst>
          </p:nvPr>
        </p:nvSpPr>
        <p:spPr>
          <a:xfrm>
            <a:off x="3886676" y="2969064"/>
            <a:ext cx="4723923" cy="863945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0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-5715" y="0"/>
            <a:ext cx="13202920" cy="6671945"/>
            <a:chOff x="-9" y="0"/>
            <a:chExt cx="20792" cy="10507"/>
          </a:xfrm>
        </p:grpSpPr>
        <p:grpSp>
          <p:nvGrpSpPr>
            <p:cNvPr id="9" name="组合 8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-9" y="0"/>
              <a:ext cx="1987" cy="1505"/>
              <a:chOff x="-5475" y="-61"/>
              <a:chExt cx="1261620" cy="955805"/>
            </a:xfrm>
          </p:grpSpPr>
          <p:sp>
            <p:nvSpPr>
              <p:cNvPr id="10" name="直角三角形 9"/>
              <p:cNvSpPr/>
              <p:nvPr>
                <p:custDataLst>
                  <p:tags r:id="rId4"/>
                </p:custDataLst>
              </p:nvPr>
            </p:nvSpPr>
            <p:spPr>
              <a:xfrm flipV="1">
                <a:off x="-5475" y="-1"/>
                <a:ext cx="1261620" cy="955745"/>
              </a:xfrm>
              <a:prstGeom prst="rt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1" name="直角三角形 10"/>
              <p:cNvSpPr/>
              <p:nvPr>
                <p:custDataLst>
                  <p:tags r:id="rId5"/>
                </p:custDataLst>
              </p:nvPr>
            </p:nvSpPr>
            <p:spPr>
              <a:xfrm flipV="1">
                <a:off x="-5475" y="-61"/>
                <a:ext cx="1103411" cy="835893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2" name="组合 11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18349" y="8087"/>
              <a:ext cx="2434" cy="2420"/>
              <a:chOff x="11651622" y="5135282"/>
              <a:chExt cx="1545463" cy="1536385"/>
            </a:xfrm>
          </p:grpSpPr>
          <p:sp>
            <p:nvSpPr>
              <p:cNvPr id="13" name="任意多边形: 形状 12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11660700" y="5135282"/>
                <a:ext cx="1536385" cy="1536385"/>
              </a:xfrm>
              <a:custGeom>
                <a:avLst/>
                <a:gdLst>
                  <a:gd name="connsiteX0" fmla="*/ 0 w 1536385"/>
                  <a:gd name="connsiteY0" fmla="*/ 0 h 1536385"/>
                  <a:gd name="connsiteX1" fmla="*/ 1536385 w 1536385"/>
                  <a:gd name="connsiteY1" fmla="*/ 1536385 h 1536385"/>
                  <a:gd name="connsiteX2" fmla="*/ 0 w 1536385"/>
                  <a:gd name="connsiteY2" fmla="*/ 1536385 h 1536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36385" h="1536385">
                    <a:moveTo>
                      <a:pt x="0" y="0"/>
                    </a:moveTo>
                    <a:lnTo>
                      <a:pt x="1536385" y="1536385"/>
                    </a:lnTo>
                    <a:lnTo>
                      <a:pt x="0" y="1536385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4" name="图片 13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9"/>
              <a:stretch>
                <a:fillRect/>
              </a:stretch>
            </p:blipFill>
            <p:spPr>
              <a:xfrm rot="5400000">
                <a:off x="11381315" y="5633166"/>
                <a:ext cx="1081230" cy="540615"/>
              </a:xfrm>
              <a:prstGeom prst="rect">
                <a:avLst/>
              </a:prstGeom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marL="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-563245" y="518795"/>
            <a:ext cx="13335636" cy="5774055"/>
            <a:chOff x="-887" y="817"/>
            <a:chExt cx="21001" cy="9093"/>
          </a:xfrm>
        </p:grpSpPr>
        <p:grpSp>
          <p:nvGrpSpPr>
            <p:cNvPr id="11" name="组合 10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20" name="任意多边形: 形状 19"/>
              <p:cNvSpPr/>
              <p:nvPr>
                <p:custDataLst>
                  <p:tags r:id="rId4"/>
                </p:custDataLst>
              </p:nvPr>
            </p:nvSpPr>
            <p:spPr>
              <a:xfrm rot="13500000">
                <a:off x="-607130" y="518771"/>
                <a:ext cx="1197505" cy="119750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16200000">
                <a:off x="-281654" y="847217"/>
                <a:ext cx="1081230" cy="540615"/>
              </a:xfrm>
              <a:prstGeom prst="rect">
                <a:avLst/>
              </a:prstGeom>
            </p:spPr>
          </p:pic>
        </p:grpSp>
        <p:grpSp>
          <p:nvGrpSpPr>
            <p:cNvPr id="12" name="组合 11"/>
            <p:cNvGrpSpPr/>
            <p:nvPr userDrawn="1">
              <p:custDataLst>
                <p:tags r:id="rId7"/>
              </p:custDataLst>
            </p:nvPr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22" name="任意多边形: 形状 21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11567189" y="5087518"/>
                <a:ext cx="1205553" cy="1205553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6" name="图片 15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78357" y="5419986"/>
                <a:ext cx="1081230" cy="540615"/>
              </a:xfrm>
              <a:prstGeom prst="rect">
                <a:avLst/>
              </a:prstGeom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ct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3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4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391051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642026" y="544749"/>
            <a:ext cx="3910519" cy="63132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638504" y="544749"/>
            <a:ext cx="3910519" cy="63132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4760259" y="443230"/>
            <a:ext cx="6761860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-563245" y="518795"/>
            <a:ext cx="13335636" cy="5774055"/>
            <a:chOff x="-887" y="817"/>
            <a:chExt cx="21001" cy="9093"/>
          </a:xfrm>
        </p:grpSpPr>
        <p:grpSp>
          <p:nvGrpSpPr>
            <p:cNvPr id="9" name="组合 8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20" name="任意多边形: 形状 19"/>
              <p:cNvSpPr/>
              <p:nvPr>
                <p:custDataLst>
                  <p:tags r:id="rId4"/>
                </p:custDataLst>
              </p:nvPr>
            </p:nvSpPr>
            <p:spPr>
              <a:xfrm rot="13500000">
                <a:off x="-607130" y="518771"/>
                <a:ext cx="1197505" cy="119750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16200000">
                <a:off x="-281654" y="847217"/>
                <a:ext cx="1081230" cy="540615"/>
              </a:xfrm>
              <a:prstGeom prst="rect">
                <a:avLst/>
              </a:prstGeom>
            </p:spPr>
          </p:pic>
        </p:grpSp>
        <p:grpSp>
          <p:nvGrpSpPr>
            <p:cNvPr id="10" name="组合 9"/>
            <p:cNvGrpSpPr/>
            <p:nvPr userDrawn="1">
              <p:custDataLst>
                <p:tags r:id="rId7"/>
              </p:custDataLst>
            </p:nvPr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22" name="任意多边形: 形状 21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11567189" y="5087518"/>
                <a:ext cx="1205553" cy="1205553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6" name="图片 15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78357" y="5419986"/>
                <a:ext cx="1081230" cy="540615"/>
              </a:xfrm>
              <a:prstGeom prst="rect">
                <a:avLst/>
              </a:prstGeom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2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-563245" y="518795"/>
            <a:ext cx="13335636" cy="5774055"/>
            <a:chOff x="-887" y="817"/>
            <a:chExt cx="21001" cy="9093"/>
          </a:xfrm>
        </p:grpSpPr>
        <p:grpSp>
          <p:nvGrpSpPr>
            <p:cNvPr id="8" name="组合 7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20" name="任意多边形: 形状 19"/>
              <p:cNvSpPr/>
              <p:nvPr>
                <p:custDataLst>
                  <p:tags r:id="rId4"/>
                </p:custDataLst>
              </p:nvPr>
            </p:nvSpPr>
            <p:spPr>
              <a:xfrm rot="13500000">
                <a:off x="-607130" y="518771"/>
                <a:ext cx="1197505" cy="119750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16200000">
                <a:off x="-281654" y="847217"/>
                <a:ext cx="1081230" cy="540615"/>
              </a:xfrm>
              <a:prstGeom prst="rect">
                <a:avLst/>
              </a:prstGeom>
            </p:spPr>
          </p:pic>
        </p:grpSp>
        <p:grpSp>
          <p:nvGrpSpPr>
            <p:cNvPr id="9" name="组合 8"/>
            <p:cNvGrpSpPr/>
            <p:nvPr userDrawn="1">
              <p:custDataLst>
                <p:tags r:id="rId7"/>
              </p:custDataLst>
            </p:nvPr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22" name="任意多边形: 形状 21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11567189" y="5087518"/>
                <a:ext cx="1205553" cy="1205553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6" name="图片 15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78357" y="5419986"/>
                <a:ext cx="1081230" cy="540615"/>
              </a:xfrm>
              <a:prstGeom prst="rect">
                <a:avLst/>
              </a:prstGeom>
            </p:spPr>
          </p:pic>
        </p:grp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ct val="0"/>
              </a:spcAft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504763" y="-564702"/>
            <a:ext cx="1201704" cy="1201704"/>
            <a:chOff x="10504763" y="-597753"/>
            <a:chExt cx="1201704" cy="1201704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</p:spPr>
        </p:pic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5"/>
            </p:custDataLst>
          </p:nvPr>
        </p:nvGrpSpPr>
        <p:grpSpPr>
          <a:xfrm>
            <a:off x="5269393" y="5915716"/>
            <a:ext cx="1653212" cy="1653213"/>
            <a:chOff x="5269393" y="5915716"/>
            <a:chExt cx="1653212" cy="1653213"/>
          </a:xfrm>
        </p:grpSpPr>
        <p:sp>
          <p:nvSpPr>
            <p:cNvPr id="7" name="任意多边形: 形状 6"/>
            <p:cNvSpPr/>
            <p:nvPr>
              <p:custDataLst>
                <p:tags r:id="rId6"/>
              </p:custDataLst>
            </p:nvPr>
          </p:nvSpPr>
          <p:spPr>
            <a:xfrm rot="8100000">
              <a:off x="5269393" y="5915716"/>
              <a:ext cx="1653212" cy="1653213"/>
            </a:xfrm>
            <a:custGeom>
              <a:avLst/>
              <a:gdLst>
                <a:gd name="connsiteX0" fmla="*/ 0 w 1653212"/>
                <a:gd name="connsiteY0" fmla="*/ 1653213 h 1653213"/>
                <a:gd name="connsiteX1" fmla="*/ 0 w 1653212"/>
                <a:gd name="connsiteY1" fmla="*/ 0 h 1653213"/>
                <a:gd name="connsiteX2" fmla="*/ 1653212 w 1653212"/>
                <a:gd name="connsiteY2" fmla="*/ 1653213 h 1653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3212" h="1653213">
                  <a:moveTo>
                    <a:pt x="0" y="1653213"/>
                  </a:moveTo>
                  <a:lnTo>
                    <a:pt x="0" y="0"/>
                  </a:lnTo>
                  <a:lnTo>
                    <a:pt x="1653212" y="1653213"/>
                  </a:lnTo>
                  <a:close/>
                </a:path>
              </a:pathLst>
            </a:custGeom>
            <a:noFill/>
            <a:ln w="2540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 rot="10800000">
              <a:off x="5555385" y="6317385"/>
              <a:ext cx="1081230" cy="540615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 userDrawn="1">
            <p:custDataLst>
              <p:tags r:id="rId9"/>
            </p:custDataLst>
          </p:nvPr>
        </p:nvGrpSpPr>
        <p:grpSpPr>
          <a:xfrm>
            <a:off x="2750213" y="2016254"/>
            <a:ext cx="811134" cy="806524"/>
            <a:chOff x="2750213" y="2016254"/>
            <a:chExt cx="811134" cy="806524"/>
          </a:xfrm>
        </p:grpSpPr>
        <p:sp>
          <p:nvSpPr>
            <p:cNvPr id="10" name="矩形 9"/>
            <p:cNvSpPr/>
            <p:nvPr>
              <p:custDataLst>
                <p:tags r:id="rId10"/>
              </p:custDataLst>
            </p:nvPr>
          </p:nvSpPr>
          <p:spPr>
            <a:xfrm>
              <a:off x="3065538" y="2016254"/>
              <a:ext cx="495809" cy="495809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1"/>
              </p:custDataLst>
            </p:nvPr>
          </p:nvSpPr>
          <p:spPr>
            <a:xfrm>
              <a:off x="2750213" y="2512063"/>
              <a:ext cx="310715" cy="310715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2" name="矩形 11"/>
          <p:cNvSpPr/>
          <p:nvPr userDrawn="1">
            <p:custDataLst>
              <p:tags r:id="rId12"/>
            </p:custDataLst>
          </p:nvPr>
        </p:nvSpPr>
        <p:spPr>
          <a:xfrm>
            <a:off x="8688548" y="3912111"/>
            <a:ext cx="310715" cy="310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3428169" y="2258626"/>
            <a:ext cx="5335659" cy="1200329"/>
          </a:xfrm>
        </p:spPr>
        <p:txBody>
          <a:bodyPr vert="horz" lIns="90000" tIns="46800" rIns="90000" bIns="468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800" b="1" i="0" u="none" strike="noStrike" kern="1200" cap="none" spc="6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3428169" y="3638559"/>
            <a:ext cx="5354637" cy="495810"/>
          </a:xfrm>
        </p:spPr>
        <p:txBody>
          <a:bodyPr>
            <a:normAutofit/>
          </a:bodyPr>
          <a:lstStyle>
            <a:lvl1pPr marL="0" indent="0" algn="ctr">
              <a:buNone/>
              <a:defRPr sz="2000" spc="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单击此处编辑副标题内容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6"/>
            </p:custDataLst>
          </p:nvPr>
        </p:nvGrpSpPr>
        <p:grpSpPr>
          <a:xfrm>
            <a:off x="-5715" y="0"/>
            <a:ext cx="1261745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7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8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5" name="Freeform 9"/>
          <p:cNvSpPr/>
          <p:nvPr userDrawn="1">
            <p:custDataLst>
              <p:tags r:id="rId9"/>
            </p:custDataLst>
          </p:nvPr>
        </p:nvSpPr>
        <p:spPr>
          <a:xfrm>
            <a:off x="11043138" y="4289310"/>
            <a:ext cx="1126957" cy="2253919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 rot="5400000">
            <a:off x="11117357" y="5159252"/>
            <a:ext cx="1429406" cy="7147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7"/>
            </p:custDataLst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/>
          </a:p>
        </p:txBody>
      </p:sp>
      <p:sp>
        <p:nvSpPr>
          <p:cNvPr id="15" name="Freeform 7"/>
          <p:cNvSpPr/>
          <p:nvPr userDrawn="1">
            <p:custDataLst>
              <p:tags r:id="rId8"/>
            </p:custDataLst>
          </p:nvPr>
        </p:nvSpPr>
        <p:spPr>
          <a:xfrm>
            <a:off x="35561" y="270756"/>
            <a:ext cx="846836" cy="1693676"/>
          </a:xfrm>
          <a:custGeom>
            <a:avLst/>
            <a:gdLst>
              <a:gd name="connsiteX0" fmla="*/ 0 w 846836"/>
              <a:gd name="connsiteY0" fmla="*/ 0 h 1693676"/>
              <a:gd name="connsiteX1" fmla="*/ 846836 w 846836"/>
              <a:gd name="connsiteY1" fmla="*/ 846840 h 1693676"/>
              <a:gd name="connsiteX2" fmla="*/ 0 w 846836"/>
              <a:gd name="connsiteY2" fmla="*/ 1693676 h 16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836" h="1693676">
                <a:moveTo>
                  <a:pt x="0" y="0"/>
                </a:moveTo>
                <a:lnTo>
                  <a:pt x="846836" y="846840"/>
                </a:lnTo>
                <a:lnTo>
                  <a:pt x="0" y="1693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 rot="16200000">
            <a:off x="-237740" y="847270"/>
            <a:ext cx="1081325" cy="540662"/>
          </a:xfrm>
          <a:prstGeom prst="rect">
            <a:avLst/>
          </a:prstGeom>
        </p:spPr>
      </p:pic>
      <p:sp>
        <p:nvSpPr>
          <p:cNvPr id="18" name="Freeform 9"/>
          <p:cNvSpPr/>
          <p:nvPr userDrawn="1">
            <p:custDataLst>
              <p:tags r:id="rId11"/>
            </p:custDataLst>
          </p:nvPr>
        </p:nvSpPr>
        <p:spPr>
          <a:xfrm>
            <a:off x="11317422" y="4837879"/>
            <a:ext cx="852673" cy="1705350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0"/>
          <a:stretch>
            <a:fillRect/>
          </a:stretch>
        </p:blipFill>
        <p:spPr>
          <a:xfrm rot="5400000">
            <a:off x="11378279" y="5420174"/>
            <a:ext cx="1081510" cy="540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grpSp>
        <p:nvGrpSpPr>
          <p:cNvPr id="12" name="组合 11"/>
          <p:cNvGrpSpPr/>
          <p:nvPr userDrawn="1">
            <p:custDataLst>
              <p:tags r:id="rId3"/>
            </p:custDataLst>
          </p:nvPr>
        </p:nvGrpSpPr>
        <p:grpSpPr>
          <a:xfrm flipH="1">
            <a:off x="206661" y="5620233"/>
            <a:ext cx="1013606" cy="1007845"/>
            <a:chOff x="267875" y="162991"/>
            <a:chExt cx="811134" cy="806524"/>
          </a:xfrm>
        </p:grpSpPr>
        <p:sp>
          <p:nvSpPr>
            <p:cNvPr id="14" name="矩形 13"/>
            <p:cNvSpPr/>
            <p:nvPr>
              <p:custDataLst>
                <p:tags r:id="rId4"/>
              </p:custDataLst>
            </p:nvPr>
          </p:nvSpPr>
          <p:spPr>
            <a:xfrm>
              <a:off x="583200" y="162991"/>
              <a:ext cx="495809" cy="495809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5"/>
              </p:custDataLst>
            </p:nvPr>
          </p:nvSpPr>
          <p:spPr>
            <a:xfrm>
              <a:off x="267875" y="658800"/>
              <a:ext cx="310715" cy="310715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6"/>
            </p:custDataLst>
          </p:nvPr>
        </p:nvSpPr>
        <p:spPr>
          <a:xfrm>
            <a:off x="582930" y="770255"/>
            <a:ext cx="3959860" cy="882015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单击编辑标题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0"/>
            </p:custDataLst>
          </p:nvPr>
        </p:nvSpPr>
        <p:spPr>
          <a:xfrm>
            <a:off x="586740" y="1764030"/>
            <a:ext cx="3956685" cy="409321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10504763" y="-575719"/>
            <a:ext cx="1201704" cy="1201704"/>
            <a:chOff x="10504763" y="-597753"/>
            <a:chExt cx="1201704" cy="1201704"/>
          </a:xfrm>
        </p:grpSpPr>
        <p:sp>
          <p:nvSpPr>
            <p:cNvPr id="17" name="任意多边形: 形状 16"/>
            <p:cNvSpPr/>
            <p:nvPr>
              <p:custDataLst>
                <p:tags r:id="rId4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6" name="图片 15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1"/>
            </p:custDataLst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algn="ctr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2"/>
            </p:custDataLst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504763" y="-564702"/>
            <a:ext cx="1201704" cy="1201704"/>
            <a:chOff x="10504763" y="-597753"/>
            <a:chExt cx="1201704" cy="1201704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</p:spPr>
        </p:pic>
      </p:grpSp>
      <p:sp>
        <p:nvSpPr>
          <p:cNvPr id="13" name="矩形 12"/>
          <p:cNvSpPr/>
          <p:nvPr userDrawn="1">
            <p:custDataLst>
              <p:tags r:id="rId6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1"/>
            </p:custDataLst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2"/>
            </p:custDataLst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11556007" y="5087916"/>
            <a:ext cx="1204758" cy="1204758"/>
            <a:chOff x="11567024" y="5087916"/>
            <a:chExt cx="1204758" cy="1204758"/>
          </a:xfrm>
        </p:grpSpPr>
        <p:sp>
          <p:nvSpPr>
            <p:cNvPr id="19" name="任意多边形: 形状 18"/>
            <p:cNvSpPr/>
            <p:nvPr>
              <p:custDataLst>
                <p:tags r:id="rId3"/>
              </p:custDataLst>
            </p:nvPr>
          </p:nvSpPr>
          <p:spPr>
            <a:xfrm rot="2700000">
              <a:off x="11567024" y="5087916"/>
              <a:ext cx="1204758" cy="1204758"/>
            </a:xfrm>
            <a:custGeom>
              <a:avLst/>
              <a:gdLst>
                <a:gd name="connsiteX0" fmla="*/ 0 w 1204758"/>
                <a:gd name="connsiteY0" fmla="*/ 0 h 1204758"/>
                <a:gd name="connsiteX1" fmla="*/ 1204758 w 1204758"/>
                <a:gd name="connsiteY1" fmla="*/ 1204758 h 1204758"/>
                <a:gd name="connsiteX2" fmla="*/ 1 w 1204758"/>
                <a:gd name="connsiteY2" fmla="*/ 1204757 h 120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4758" h="1204758">
                  <a:moveTo>
                    <a:pt x="0" y="0"/>
                  </a:moveTo>
                  <a:lnTo>
                    <a:pt x="1204758" y="1204758"/>
                  </a:lnTo>
                  <a:lnTo>
                    <a:pt x="1" y="1204757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5400000">
              <a:off x="11367340" y="5419986"/>
              <a:ext cx="1081230" cy="540615"/>
            </a:xfrm>
            <a:prstGeom prst="rect">
              <a:avLst/>
            </a:prstGeom>
          </p:spPr>
        </p:pic>
      </p:grpSp>
      <p:sp>
        <p:nvSpPr>
          <p:cNvPr id="15" name="矩形 14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8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2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 userDrawn="1">
            <p:ph type="body" sz="quarter" idx="15"/>
            <p:custDataLst>
              <p:tags r:id="rId13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6"/>
            <p:custDataLst>
              <p:tags r:id="rId14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-734060" y="2665730"/>
            <a:ext cx="1526540" cy="1526540"/>
            <a:chOff x="-777867" y="2665679"/>
            <a:chExt cx="1526642" cy="1526642"/>
          </a:xfrm>
        </p:grpSpPr>
        <p:sp>
          <p:nvSpPr>
            <p:cNvPr id="22" name="任意多边形: 形状 21"/>
            <p:cNvSpPr/>
            <p:nvPr>
              <p:custDataLst>
                <p:tags r:id="rId4"/>
              </p:custDataLst>
            </p:nvPr>
          </p:nvSpPr>
          <p:spPr>
            <a:xfrm rot="13500000">
              <a:off x="-777867" y="2665679"/>
              <a:ext cx="1526642" cy="1526642"/>
            </a:xfrm>
            <a:custGeom>
              <a:avLst/>
              <a:gdLst>
                <a:gd name="connsiteX0" fmla="*/ 1526642 w 1526642"/>
                <a:gd name="connsiteY0" fmla="*/ 1526642 h 1526642"/>
                <a:gd name="connsiteX1" fmla="*/ 0 w 1526642"/>
                <a:gd name="connsiteY1" fmla="*/ 1526642 h 1526642"/>
                <a:gd name="connsiteX2" fmla="*/ 0 w 1526642"/>
                <a:gd name="connsiteY2" fmla="*/ 0 h 1526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6642" h="1526642">
                  <a:moveTo>
                    <a:pt x="1526642" y="1526642"/>
                  </a:moveTo>
                  <a:lnTo>
                    <a:pt x="0" y="15266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5" name="图片 14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rot="16200000">
              <a:off x="-357944" y="3085603"/>
              <a:ext cx="1373592" cy="686796"/>
            </a:xfrm>
            <a:prstGeom prst="rect">
              <a:avLst/>
            </a:prstGeom>
          </p:spPr>
        </p:pic>
      </p:grpSp>
      <p:grpSp>
        <p:nvGrpSpPr>
          <p:cNvPr id="6" name="组合 5"/>
          <p:cNvGrpSpPr/>
          <p:nvPr userDrawn="1">
            <p:custDataLst>
              <p:tags r:id="rId7"/>
            </p:custDataLst>
          </p:nvPr>
        </p:nvGrpSpPr>
        <p:grpSpPr>
          <a:xfrm>
            <a:off x="11392535" y="2659380"/>
            <a:ext cx="1539875" cy="1539875"/>
            <a:chOff x="11425666" y="2659138"/>
            <a:chExt cx="1539725" cy="1539725"/>
          </a:xfrm>
        </p:grpSpPr>
        <p:sp>
          <p:nvSpPr>
            <p:cNvPr id="20" name="任意多边形: 形状 19"/>
            <p:cNvSpPr/>
            <p:nvPr>
              <p:custDataLst>
                <p:tags r:id="rId8"/>
              </p:custDataLst>
            </p:nvPr>
          </p:nvSpPr>
          <p:spPr>
            <a:xfrm rot="8100000" flipH="1">
              <a:off x="11425666" y="2659138"/>
              <a:ext cx="1539725" cy="1539725"/>
            </a:xfrm>
            <a:custGeom>
              <a:avLst/>
              <a:gdLst>
                <a:gd name="connsiteX0" fmla="*/ 1539725 w 1539725"/>
                <a:gd name="connsiteY0" fmla="*/ 1539725 h 1539725"/>
                <a:gd name="connsiteX1" fmla="*/ 0 w 1539725"/>
                <a:gd name="connsiteY1" fmla="*/ 0 h 1539725"/>
                <a:gd name="connsiteX2" fmla="*/ 0 w 1539725"/>
                <a:gd name="connsiteY2" fmla="*/ 1539725 h 1539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9725" h="1539725">
                  <a:moveTo>
                    <a:pt x="1539725" y="1539725"/>
                  </a:moveTo>
                  <a:lnTo>
                    <a:pt x="0" y="0"/>
                  </a:lnTo>
                  <a:lnTo>
                    <a:pt x="0" y="1539725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rot="5400000" flipH="1">
              <a:off x="11167101" y="3085603"/>
              <a:ext cx="1373592" cy="686796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0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4"/>
            </p:custDataLst>
          </p:nvPr>
        </p:nvSpPr>
        <p:spPr>
          <a:xfrm>
            <a:off x="1522730" y="3862705"/>
            <a:ext cx="9144000" cy="1656080"/>
          </a:xfrm>
        </p:spPr>
        <p:txBody>
          <a:bodyPr>
            <a:normAutofit/>
          </a:bodyPr>
          <a:lstStyle>
            <a:lvl1pPr marL="285750" indent="-285750" algn="ctr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>
            <p:custDataLst>
              <p:tags r:id="rId2"/>
            </p:custDataLst>
          </p:nvPr>
        </p:nvCxnSpPr>
        <p:spPr>
          <a:xfrm>
            <a:off x="3169227" y="4337260"/>
            <a:ext cx="5839691" cy="0"/>
          </a:xfrm>
          <a:prstGeom prst="line">
            <a:avLst/>
          </a:prstGeom>
          <a:ln w="1270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55385" y="736265"/>
            <a:ext cx="1081230" cy="54061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37523" y="6064338"/>
            <a:ext cx="969576" cy="484788"/>
          </a:xfrm>
          <a:prstGeom prst="rect">
            <a:avLst/>
          </a:prstGeom>
        </p:spPr>
      </p:pic>
      <p:sp>
        <p:nvSpPr>
          <p:cNvPr id="13" name="矩形 12"/>
          <p:cNvSpPr/>
          <p:nvPr userDrawn="1">
            <p:custDataLst>
              <p:tags r:id="rId6"/>
            </p:custDataLst>
          </p:nvPr>
        </p:nvSpPr>
        <p:spPr>
          <a:xfrm>
            <a:off x="1495762" y="2134304"/>
            <a:ext cx="666076" cy="666076"/>
          </a:xfrm>
          <a:prstGeom prst="rect">
            <a:avLst/>
          </a:prstGeom>
          <a:solidFill>
            <a:schemeClr val="accent1">
              <a:lumMod val="40000"/>
              <a:lumOff val="6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任意多边形: 形状 23"/>
          <p:cNvSpPr/>
          <p:nvPr userDrawn="1">
            <p:custDataLst>
              <p:tags r:id="rId10"/>
            </p:custDataLst>
          </p:nvPr>
        </p:nvSpPr>
        <p:spPr>
          <a:xfrm rot="18900000">
            <a:off x="4900844" y="-1113414"/>
            <a:ext cx="2416626" cy="2453839"/>
          </a:xfrm>
          <a:custGeom>
            <a:avLst/>
            <a:gdLst>
              <a:gd name="connsiteX0" fmla="*/ 0 w 2595753"/>
              <a:gd name="connsiteY0" fmla="*/ 0 h 2595753"/>
              <a:gd name="connsiteX1" fmla="*/ 2595753 w 2595753"/>
              <a:gd name="connsiteY1" fmla="*/ 2595753 h 2595753"/>
              <a:gd name="connsiteX2" fmla="*/ 0 w 2595753"/>
              <a:gd name="connsiteY2" fmla="*/ 2595753 h 259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5753" h="2595753">
                <a:moveTo>
                  <a:pt x="0" y="0"/>
                </a:moveTo>
                <a:lnTo>
                  <a:pt x="2595753" y="2595753"/>
                </a:lnTo>
                <a:lnTo>
                  <a:pt x="0" y="2595753"/>
                </a:lnTo>
                <a:close/>
              </a:path>
            </a:pathLst>
          </a:custGeom>
          <a:noFill/>
          <a:ln w="2540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9" name="组合 8"/>
          <p:cNvGrpSpPr/>
          <p:nvPr userDrawn="1">
            <p:custDataLst>
              <p:tags r:id="rId11"/>
            </p:custDataLst>
          </p:nvPr>
        </p:nvGrpSpPr>
        <p:grpSpPr>
          <a:xfrm>
            <a:off x="10197219" y="3517776"/>
            <a:ext cx="1076601" cy="1057221"/>
            <a:chOff x="10197219" y="3517776"/>
            <a:chExt cx="1076601" cy="1057221"/>
          </a:xfrm>
          <a:solidFill>
            <a:schemeClr val="accent2"/>
          </a:solidFill>
        </p:grpSpPr>
        <p:sp>
          <p:nvSpPr>
            <p:cNvPr id="10" name="矩形 9"/>
            <p:cNvSpPr/>
            <p:nvPr>
              <p:custDataLst>
                <p:tags r:id="rId12"/>
              </p:custDataLst>
            </p:nvPr>
          </p:nvSpPr>
          <p:spPr>
            <a:xfrm>
              <a:off x="10607744" y="3517776"/>
              <a:ext cx="666076" cy="66607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3"/>
              </p:custDataLst>
            </p:nvPr>
          </p:nvSpPr>
          <p:spPr>
            <a:xfrm>
              <a:off x="10197219" y="4157579"/>
              <a:ext cx="417418" cy="4174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4" name="矩形 13"/>
          <p:cNvSpPr/>
          <p:nvPr userDrawn="1">
            <p:custDataLst>
              <p:tags r:id="rId14"/>
            </p:custDataLst>
          </p:nvPr>
        </p:nvSpPr>
        <p:spPr>
          <a:xfrm>
            <a:off x="1828800" y="2486660"/>
            <a:ext cx="8599170" cy="124206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5"/>
            </p:custDataLst>
          </p:nvPr>
        </p:nvSpPr>
        <p:spPr>
          <a:xfrm>
            <a:off x="3053498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编辑文本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4" hasCustomPrompt="1"/>
            <p:custDataLst>
              <p:tags r:id="rId16"/>
            </p:custDataLst>
          </p:nvPr>
        </p:nvSpPr>
        <p:spPr>
          <a:xfrm>
            <a:off x="7680124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编辑文本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7"/>
            </p:custDataLst>
          </p:nvPr>
        </p:nvSpPr>
        <p:spPr>
          <a:xfrm>
            <a:off x="2047404" y="2419564"/>
            <a:ext cx="8097191" cy="1240214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54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8"/>
            </p:custDataLst>
          </p:nvPr>
        </p:nvSpPr>
        <p:spPr>
          <a:xfrm>
            <a:off x="2047404" y="3775744"/>
            <a:ext cx="8097191" cy="497945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504763" y="-564702"/>
            <a:ext cx="1201704" cy="1201704"/>
            <a:chOff x="10504763" y="-597753"/>
            <a:chExt cx="1201704" cy="1201704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7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2174132"/>
            <a:ext cx="12192000" cy="25097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矩形 10"/>
          <p:cNvSpPr/>
          <p:nvPr userDrawn="1">
            <p:custDataLst>
              <p:tags r:id="rId3"/>
            </p:custDataLst>
          </p:nvPr>
        </p:nvSpPr>
        <p:spPr>
          <a:xfrm>
            <a:off x="11103090" y="5019807"/>
            <a:ext cx="495809" cy="4958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矩形 11"/>
          <p:cNvSpPr/>
          <p:nvPr userDrawn="1">
            <p:custDataLst>
              <p:tags r:id="rId4"/>
            </p:custDataLst>
          </p:nvPr>
        </p:nvSpPr>
        <p:spPr>
          <a:xfrm>
            <a:off x="10787765" y="5515616"/>
            <a:ext cx="310715" cy="310715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矩形 6"/>
          <p:cNvSpPr/>
          <p:nvPr userDrawn="1">
            <p:custDataLst>
              <p:tags r:id="rId5"/>
            </p:custDataLst>
          </p:nvPr>
        </p:nvSpPr>
        <p:spPr>
          <a:xfrm>
            <a:off x="1284052" y="1654256"/>
            <a:ext cx="9533105" cy="352085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矩形 7"/>
          <p:cNvSpPr/>
          <p:nvPr userDrawn="1">
            <p:custDataLst>
              <p:tags r:id="rId6"/>
            </p:custDataLst>
          </p:nvPr>
        </p:nvSpPr>
        <p:spPr>
          <a:xfrm>
            <a:off x="1036147" y="1015123"/>
            <a:ext cx="495809" cy="4958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矩形 8"/>
          <p:cNvSpPr/>
          <p:nvPr userDrawn="1">
            <p:custDataLst>
              <p:tags r:id="rId7"/>
            </p:custDataLst>
          </p:nvPr>
        </p:nvSpPr>
        <p:spPr>
          <a:xfrm>
            <a:off x="720822" y="1510932"/>
            <a:ext cx="310715" cy="310715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3886677" y="3920188"/>
            <a:ext cx="4723923" cy="459319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alphaModFix amt="50000"/>
          </a:blip>
          <a:stretch>
            <a:fillRect/>
          </a:stretch>
        </p:blipFill>
        <p:spPr>
          <a:xfrm>
            <a:off x="-1" y="2177041"/>
            <a:ext cx="3495889" cy="250973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4"/>
            </p:custDataLst>
          </p:nvPr>
        </p:nvSpPr>
        <p:spPr>
          <a:xfrm>
            <a:off x="3886676" y="2969064"/>
            <a:ext cx="4723923" cy="863945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0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-5715" y="0"/>
            <a:ext cx="13202920" cy="6671945"/>
            <a:chOff x="-9" y="0"/>
            <a:chExt cx="20792" cy="10507"/>
          </a:xfrm>
        </p:grpSpPr>
        <p:grpSp>
          <p:nvGrpSpPr>
            <p:cNvPr id="9" name="组合 8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-9" y="0"/>
              <a:ext cx="1987" cy="1505"/>
              <a:chOff x="-5475" y="-61"/>
              <a:chExt cx="1261620" cy="955805"/>
            </a:xfrm>
          </p:grpSpPr>
          <p:sp>
            <p:nvSpPr>
              <p:cNvPr id="10" name="直角三角形 9"/>
              <p:cNvSpPr/>
              <p:nvPr>
                <p:custDataLst>
                  <p:tags r:id="rId4"/>
                </p:custDataLst>
              </p:nvPr>
            </p:nvSpPr>
            <p:spPr>
              <a:xfrm flipV="1">
                <a:off x="-5475" y="-1"/>
                <a:ext cx="1261620" cy="955745"/>
              </a:xfrm>
              <a:prstGeom prst="rt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1" name="直角三角形 10"/>
              <p:cNvSpPr/>
              <p:nvPr>
                <p:custDataLst>
                  <p:tags r:id="rId5"/>
                </p:custDataLst>
              </p:nvPr>
            </p:nvSpPr>
            <p:spPr>
              <a:xfrm flipV="1">
                <a:off x="-5475" y="-61"/>
                <a:ext cx="1103411" cy="835893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2" name="组合 11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18349" y="8087"/>
              <a:ext cx="2434" cy="2420"/>
              <a:chOff x="11651622" y="5135282"/>
              <a:chExt cx="1545463" cy="1536385"/>
            </a:xfrm>
          </p:grpSpPr>
          <p:sp>
            <p:nvSpPr>
              <p:cNvPr id="13" name="任意多边形: 形状 12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11660700" y="5135282"/>
                <a:ext cx="1536385" cy="1536385"/>
              </a:xfrm>
              <a:custGeom>
                <a:avLst/>
                <a:gdLst>
                  <a:gd name="connsiteX0" fmla="*/ 0 w 1536385"/>
                  <a:gd name="connsiteY0" fmla="*/ 0 h 1536385"/>
                  <a:gd name="connsiteX1" fmla="*/ 1536385 w 1536385"/>
                  <a:gd name="connsiteY1" fmla="*/ 1536385 h 1536385"/>
                  <a:gd name="connsiteX2" fmla="*/ 0 w 1536385"/>
                  <a:gd name="connsiteY2" fmla="*/ 1536385 h 1536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36385" h="1536385">
                    <a:moveTo>
                      <a:pt x="0" y="0"/>
                    </a:moveTo>
                    <a:lnTo>
                      <a:pt x="1536385" y="1536385"/>
                    </a:lnTo>
                    <a:lnTo>
                      <a:pt x="0" y="1536385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4" name="图片 13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9"/>
              <a:stretch>
                <a:fillRect/>
              </a:stretch>
            </p:blipFill>
            <p:spPr>
              <a:xfrm rot="5400000">
                <a:off x="11381315" y="5633166"/>
                <a:ext cx="1081230" cy="540615"/>
              </a:xfrm>
              <a:prstGeom prst="rect">
                <a:avLst/>
              </a:prstGeom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marL="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-563245" y="518795"/>
            <a:ext cx="13335636" cy="5774055"/>
            <a:chOff x="-887" y="817"/>
            <a:chExt cx="21001" cy="9093"/>
          </a:xfrm>
        </p:grpSpPr>
        <p:grpSp>
          <p:nvGrpSpPr>
            <p:cNvPr id="11" name="组合 10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20" name="任意多边形: 形状 19"/>
              <p:cNvSpPr/>
              <p:nvPr>
                <p:custDataLst>
                  <p:tags r:id="rId4"/>
                </p:custDataLst>
              </p:nvPr>
            </p:nvSpPr>
            <p:spPr>
              <a:xfrm rot="13500000">
                <a:off x="-607130" y="518771"/>
                <a:ext cx="1197505" cy="119750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16200000">
                <a:off x="-281654" y="847217"/>
                <a:ext cx="1081230" cy="540615"/>
              </a:xfrm>
              <a:prstGeom prst="rect">
                <a:avLst/>
              </a:prstGeom>
            </p:spPr>
          </p:pic>
        </p:grpSp>
        <p:grpSp>
          <p:nvGrpSpPr>
            <p:cNvPr id="12" name="组合 11"/>
            <p:cNvGrpSpPr/>
            <p:nvPr userDrawn="1">
              <p:custDataLst>
                <p:tags r:id="rId7"/>
              </p:custDataLst>
            </p:nvPr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22" name="任意多边形: 形状 21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11567189" y="5087518"/>
                <a:ext cx="1205553" cy="1205553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6" name="图片 15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78357" y="5419986"/>
                <a:ext cx="1081230" cy="540615"/>
              </a:xfrm>
              <a:prstGeom prst="rect">
                <a:avLst/>
              </a:prstGeom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ct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3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4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391051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642026" y="544749"/>
            <a:ext cx="3910519" cy="63132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638504" y="544749"/>
            <a:ext cx="3910519" cy="63132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4760259" y="443230"/>
            <a:ext cx="6761860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-563245" y="518795"/>
            <a:ext cx="13335636" cy="5774055"/>
            <a:chOff x="-887" y="817"/>
            <a:chExt cx="21001" cy="9093"/>
          </a:xfrm>
        </p:grpSpPr>
        <p:grpSp>
          <p:nvGrpSpPr>
            <p:cNvPr id="9" name="组合 8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20" name="任意多边形: 形状 19"/>
              <p:cNvSpPr/>
              <p:nvPr>
                <p:custDataLst>
                  <p:tags r:id="rId4"/>
                </p:custDataLst>
              </p:nvPr>
            </p:nvSpPr>
            <p:spPr>
              <a:xfrm rot="13500000">
                <a:off x="-607130" y="518771"/>
                <a:ext cx="1197505" cy="119750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16200000">
                <a:off x="-281654" y="847217"/>
                <a:ext cx="1081230" cy="540615"/>
              </a:xfrm>
              <a:prstGeom prst="rect">
                <a:avLst/>
              </a:prstGeom>
            </p:spPr>
          </p:pic>
        </p:grpSp>
        <p:grpSp>
          <p:nvGrpSpPr>
            <p:cNvPr id="10" name="组合 9"/>
            <p:cNvGrpSpPr/>
            <p:nvPr userDrawn="1">
              <p:custDataLst>
                <p:tags r:id="rId7"/>
              </p:custDataLst>
            </p:nvPr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22" name="任意多边形: 形状 21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11567189" y="5087518"/>
                <a:ext cx="1205553" cy="1205553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6" name="图片 15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78357" y="5419986"/>
                <a:ext cx="1081230" cy="540615"/>
              </a:xfrm>
              <a:prstGeom prst="rect">
                <a:avLst/>
              </a:prstGeom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2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-563245" y="518795"/>
            <a:ext cx="13335636" cy="5774055"/>
            <a:chOff x="-887" y="817"/>
            <a:chExt cx="21001" cy="9093"/>
          </a:xfrm>
        </p:grpSpPr>
        <p:grpSp>
          <p:nvGrpSpPr>
            <p:cNvPr id="8" name="组合 7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20" name="任意多边形: 形状 19"/>
              <p:cNvSpPr/>
              <p:nvPr>
                <p:custDataLst>
                  <p:tags r:id="rId4"/>
                </p:custDataLst>
              </p:nvPr>
            </p:nvSpPr>
            <p:spPr>
              <a:xfrm rot="13500000">
                <a:off x="-607130" y="518771"/>
                <a:ext cx="1197505" cy="119750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16200000">
                <a:off x="-281654" y="847217"/>
                <a:ext cx="1081230" cy="540615"/>
              </a:xfrm>
              <a:prstGeom prst="rect">
                <a:avLst/>
              </a:prstGeom>
            </p:spPr>
          </p:pic>
        </p:grpSp>
        <p:grpSp>
          <p:nvGrpSpPr>
            <p:cNvPr id="9" name="组合 8"/>
            <p:cNvGrpSpPr/>
            <p:nvPr userDrawn="1">
              <p:custDataLst>
                <p:tags r:id="rId7"/>
              </p:custDataLst>
            </p:nvPr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22" name="任意多边形: 形状 21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11567189" y="5087518"/>
                <a:ext cx="1205553" cy="1205553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6" name="图片 15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78357" y="5419986"/>
                <a:ext cx="1081230" cy="540615"/>
              </a:xfrm>
              <a:prstGeom prst="rect">
                <a:avLst/>
              </a:prstGeom>
            </p:spPr>
          </p:pic>
        </p:grp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ct val="0"/>
              </a:spcAft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504763" y="-564702"/>
            <a:ext cx="1201704" cy="1201704"/>
            <a:chOff x="10504763" y="-597753"/>
            <a:chExt cx="1201704" cy="1201704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</p:spPr>
        </p:pic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5"/>
            </p:custDataLst>
          </p:nvPr>
        </p:nvGrpSpPr>
        <p:grpSpPr>
          <a:xfrm>
            <a:off x="5269393" y="5915716"/>
            <a:ext cx="1653212" cy="1653213"/>
            <a:chOff x="5269393" y="5915716"/>
            <a:chExt cx="1653212" cy="1653213"/>
          </a:xfrm>
        </p:grpSpPr>
        <p:sp>
          <p:nvSpPr>
            <p:cNvPr id="7" name="任意多边形: 形状 6"/>
            <p:cNvSpPr/>
            <p:nvPr>
              <p:custDataLst>
                <p:tags r:id="rId6"/>
              </p:custDataLst>
            </p:nvPr>
          </p:nvSpPr>
          <p:spPr>
            <a:xfrm rot="8100000">
              <a:off x="5269393" y="5915716"/>
              <a:ext cx="1653212" cy="1653213"/>
            </a:xfrm>
            <a:custGeom>
              <a:avLst/>
              <a:gdLst>
                <a:gd name="connsiteX0" fmla="*/ 0 w 1653212"/>
                <a:gd name="connsiteY0" fmla="*/ 1653213 h 1653213"/>
                <a:gd name="connsiteX1" fmla="*/ 0 w 1653212"/>
                <a:gd name="connsiteY1" fmla="*/ 0 h 1653213"/>
                <a:gd name="connsiteX2" fmla="*/ 1653212 w 1653212"/>
                <a:gd name="connsiteY2" fmla="*/ 1653213 h 1653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3212" h="1653213">
                  <a:moveTo>
                    <a:pt x="0" y="1653213"/>
                  </a:moveTo>
                  <a:lnTo>
                    <a:pt x="0" y="0"/>
                  </a:lnTo>
                  <a:lnTo>
                    <a:pt x="1653212" y="1653213"/>
                  </a:lnTo>
                  <a:close/>
                </a:path>
              </a:pathLst>
            </a:custGeom>
            <a:noFill/>
            <a:ln w="2540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 rot="10800000">
              <a:off x="5555385" y="6317385"/>
              <a:ext cx="1081230" cy="540615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 userDrawn="1">
            <p:custDataLst>
              <p:tags r:id="rId9"/>
            </p:custDataLst>
          </p:nvPr>
        </p:nvGrpSpPr>
        <p:grpSpPr>
          <a:xfrm>
            <a:off x="2750213" y="2016254"/>
            <a:ext cx="811134" cy="806524"/>
            <a:chOff x="2750213" y="2016254"/>
            <a:chExt cx="811134" cy="806524"/>
          </a:xfrm>
        </p:grpSpPr>
        <p:sp>
          <p:nvSpPr>
            <p:cNvPr id="10" name="矩形 9"/>
            <p:cNvSpPr/>
            <p:nvPr>
              <p:custDataLst>
                <p:tags r:id="rId10"/>
              </p:custDataLst>
            </p:nvPr>
          </p:nvSpPr>
          <p:spPr>
            <a:xfrm>
              <a:off x="3065538" y="2016254"/>
              <a:ext cx="495809" cy="495809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1"/>
              </p:custDataLst>
            </p:nvPr>
          </p:nvSpPr>
          <p:spPr>
            <a:xfrm>
              <a:off x="2750213" y="2512063"/>
              <a:ext cx="310715" cy="310715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2" name="矩形 11"/>
          <p:cNvSpPr/>
          <p:nvPr userDrawn="1">
            <p:custDataLst>
              <p:tags r:id="rId12"/>
            </p:custDataLst>
          </p:nvPr>
        </p:nvSpPr>
        <p:spPr>
          <a:xfrm>
            <a:off x="8688548" y="3912111"/>
            <a:ext cx="310715" cy="310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3428169" y="2258626"/>
            <a:ext cx="5335659" cy="1200329"/>
          </a:xfrm>
        </p:spPr>
        <p:txBody>
          <a:bodyPr vert="horz" lIns="90000" tIns="46800" rIns="90000" bIns="468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800" b="1" i="0" u="none" strike="noStrike" kern="1200" cap="none" spc="6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3428169" y="3638559"/>
            <a:ext cx="5354637" cy="495810"/>
          </a:xfrm>
        </p:spPr>
        <p:txBody>
          <a:bodyPr>
            <a:normAutofit/>
          </a:bodyPr>
          <a:lstStyle>
            <a:lvl1pPr marL="0" indent="0" algn="ctr">
              <a:buNone/>
              <a:defRPr sz="2000" spc="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单击此处编辑副标题内容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6"/>
            </p:custDataLst>
          </p:nvPr>
        </p:nvGrpSpPr>
        <p:grpSpPr>
          <a:xfrm>
            <a:off x="-5715" y="0"/>
            <a:ext cx="1261745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7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8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5" name="Freeform 9"/>
          <p:cNvSpPr/>
          <p:nvPr userDrawn="1">
            <p:custDataLst>
              <p:tags r:id="rId9"/>
            </p:custDataLst>
          </p:nvPr>
        </p:nvSpPr>
        <p:spPr>
          <a:xfrm>
            <a:off x="11043138" y="4289310"/>
            <a:ext cx="1126957" cy="2253919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 rot="5400000">
            <a:off x="11117357" y="5159252"/>
            <a:ext cx="1429406" cy="7147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7"/>
            </p:custDataLst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/>
          </a:p>
        </p:txBody>
      </p:sp>
      <p:sp>
        <p:nvSpPr>
          <p:cNvPr id="15" name="Freeform 7"/>
          <p:cNvSpPr/>
          <p:nvPr userDrawn="1">
            <p:custDataLst>
              <p:tags r:id="rId8"/>
            </p:custDataLst>
          </p:nvPr>
        </p:nvSpPr>
        <p:spPr>
          <a:xfrm>
            <a:off x="35561" y="270756"/>
            <a:ext cx="846836" cy="1693676"/>
          </a:xfrm>
          <a:custGeom>
            <a:avLst/>
            <a:gdLst>
              <a:gd name="connsiteX0" fmla="*/ 0 w 846836"/>
              <a:gd name="connsiteY0" fmla="*/ 0 h 1693676"/>
              <a:gd name="connsiteX1" fmla="*/ 846836 w 846836"/>
              <a:gd name="connsiteY1" fmla="*/ 846840 h 1693676"/>
              <a:gd name="connsiteX2" fmla="*/ 0 w 846836"/>
              <a:gd name="connsiteY2" fmla="*/ 1693676 h 16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836" h="1693676">
                <a:moveTo>
                  <a:pt x="0" y="0"/>
                </a:moveTo>
                <a:lnTo>
                  <a:pt x="846836" y="846840"/>
                </a:lnTo>
                <a:lnTo>
                  <a:pt x="0" y="1693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 rot="16200000">
            <a:off x="-237740" y="847270"/>
            <a:ext cx="1081325" cy="540662"/>
          </a:xfrm>
          <a:prstGeom prst="rect">
            <a:avLst/>
          </a:prstGeom>
        </p:spPr>
      </p:pic>
      <p:sp>
        <p:nvSpPr>
          <p:cNvPr id="18" name="Freeform 9"/>
          <p:cNvSpPr/>
          <p:nvPr userDrawn="1">
            <p:custDataLst>
              <p:tags r:id="rId11"/>
            </p:custDataLst>
          </p:nvPr>
        </p:nvSpPr>
        <p:spPr>
          <a:xfrm>
            <a:off x="11317422" y="4837879"/>
            <a:ext cx="852673" cy="1705350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0"/>
          <a:stretch>
            <a:fillRect/>
          </a:stretch>
        </p:blipFill>
        <p:spPr>
          <a:xfrm rot="5400000">
            <a:off x="11378279" y="5420174"/>
            <a:ext cx="1081510" cy="540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grpSp>
        <p:nvGrpSpPr>
          <p:cNvPr id="12" name="组合 11"/>
          <p:cNvGrpSpPr/>
          <p:nvPr userDrawn="1">
            <p:custDataLst>
              <p:tags r:id="rId3"/>
            </p:custDataLst>
          </p:nvPr>
        </p:nvGrpSpPr>
        <p:grpSpPr>
          <a:xfrm flipH="1">
            <a:off x="206661" y="5620233"/>
            <a:ext cx="1013606" cy="1007845"/>
            <a:chOff x="267875" y="162991"/>
            <a:chExt cx="811134" cy="806524"/>
          </a:xfrm>
        </p:grpSpPr>
        <p:sp>
          <p:nvSpPr>
            <p:cNvPr id="14" name="矩形 13"/>
            <p:cNvSpPr/>
            <p:nvPr>
              <p:custDataLst>
                <p:tags r:id="rId4"/>
              </p:custDataLst>
            </p:nvPr>
          </p:nvSpPr>
          <p:spPr>
            <a:xfrm>
              <a:off x="583200" y="162991"/>
              <a:ext cx="495809" cy="495809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5"/>
              </p:custDataLst>
            </p:nvPr>
          </p:nvSpPr>
          <p:spPr>
            <a:xfrm>
              <a:off x="267875" y="658800"/>
              <a:ext cx="310715" cy="310715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6"/>
            </p:custDataLst>
          </p:nvPr>
        </p:nvSpPr>
        <p:spPr>
          <a:xfrm>
            <a:off x="582930" y="770255"/>
            <a:ext cx="3959860" cy="882015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单击编辑标题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0"/>
            </p:custDataLst>
          </p:nvPr>
        </p:nvSpPr>
        <p:spPr>
          <a:xfrm>
            <a:off x="586740" y="1764030"/>
            <a:ext cx="3956685" cy="409321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10504763" y="-575719"/>
            <a:ext cx="1201704" cy="1201704"/>
            <a:chOff x="10504763" y="-597753"/>
            <a:chExt cx="1201704" cy="1201704"/>
          </a:xfrm>
        </p:grpSpPr>
        <p:sp>
          <p:nvSpPr>
            <p:cNvPr id="17" name="任意多边形: 形状 16"/>
            <p:cNvSpPr/>
            <p:nvPr>
              <p:custDataLst>
                <p:tags r:id="rId4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6" name="图片 15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1"/>
            </p:custDataLst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algn="ctr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2"/>
            </p:custDataLst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504763" y="-564702"/>
            <a:ext cx="1201704" cy="1201704"/>
            <a:chOff x="10504763" y="-597753"/>
            <a:chExt cx="1201704" cy="1201704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</p:spPr>
        </p:pic>
      </p:grpSp>
      <p:sp>
        <p:nvSpPr>
          <p:cNvPr id="13" name="矩形 12"/>
          <p:cNvSpPr/>
          <p:nvPr userDrawn="1">
            <p:custDataLst>
              <p:tags r:id="rId6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1"/>
            </p:custDataLst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2"/>
            </p:custDataLst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11556007" y="5087916"/>
            <a:ext cx="1204758" cy="1204758"/>
            <a:chOff x="11567024" y="5087916"/>
            <a:chExt cx="1204758" cy="1204758"/>
          </a:xfrm>
        </p:grpSpPr>
        <p:sp>
          <p:nvSpPr>
            <p:cNvPr id="19" name="任意多边形: 形状 18"/>
            <p:cNvSpPr/>
            <p:nvPr>
              <p:custDataLst>
                <p:tags r:id="rId3"/>
              </p:custDataLst>
            </p:nvPr>
          </p:nvSpPr>
          <p:spPr>
            <a:xfrm rot="2700000">
              <a:off x="11567024" y="5087916"/>
              <a:ext cx="1204758" cy="1204758"/>
            </a:xfrm>
            <a:custGeom>
              <a:avLst/>
              <a:gdLst>
                <a:gd name="connsiteX0" fmla="*/ 0 w 1204758"/>
                <a:gd name="connsiteY0" fmla="*/ 0 h 1204758"/>
                <a:gd name="connsiteX1" fmla="*/ 1204758 w 1204758"/>
                <a:gd name="connsiteY1" fmla="*/ 1204758 h 1204758"/>
                <a:gd name="connsiteX2" fmla="*/ 1 w 1204758"/>
                <a:gd name="connsiteY2" fmla="*/ 1204757 h 120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4758" h="1204758">
                  <a:moveTo>
                    <a:pt x="0" y="0"/>
                  </a:moveTo>
                  <a:lnTo>
                    <a:pt x="1204758" y="1204758"/>
                  </a:lnTo>
                  <a:lnTo>
                    <a:pt x="1" y="1204757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5400000">
              <a:off x="11367340" y="5419986"/>
              <a:ext cx="1081230" cy="540615"/>
            </a:xfrm>
            <a:prstGeom prst="rect">
              <a:avLst/>
            </a:prstGeom>
          </p:spPr>
        </p:pic>
      </p:grpSp>
      <p:sp>
        <p:nvSpPr>
          <p:cNvPr id="15" name="矩形 14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8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2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 userDrawn="1">
            <p:ph type="body" sz="quarter" idx="15"/>
            <p:custDataLst>
              <p:tags r:id="rId13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6"/>
            <p:custDataLst>
              <p:tags r:id="rId14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-734060" y="2665730"/>
            <a:ext cx="1526540" cy="1526540"/>
            <a:chOff x="-777867" y="2665679"/>
            <a:chExt cx="1526642" cy="1526642"/>
          </a:xfrm>
        </p:grpSpPr>
        <p:sp>
          <p:nvSpPr>
            <p:cNvPr id="22" name="任意多边形: 形状 21"/>
            <p:cNvSpPr/>
            <p:nvPr>
              <p:custDataLst>
                <p:tags r:id="rId4"/>
              </p:custDataLst>
            </p:nvPr>
          </p:nvSpPr>
          <p:spPr>
            <a:xfrm rot="13500000">
              <a:off x="-777867" y="2665679"/>
              <a:ext cx="1526642" cy="1526642"/>
            </a:xfrm>
            <a:custGeom>
              <a:avLst/>
              <a:gdLst>
                <a:gd name="connsiteX0" fmla="*/ 1526642 w 1526642"/>
                <a:gd name="connsiteY0" fmla="*/ 1526642 h 1526642"/>
                <a:gd name="connsiteX1" fmla="*/ 0 w 1526642"/>
                <a:gd name="connsiteY1" fmla="*/ 1526642 h 1526642"/>
                <a:gd name="connsiteX2" fmla="*/ 0 w 1526642"/>
                <a:gd name="connsiteY2" fmla="*/ 0 h 1526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6642" h="1526642">
                  <a:moveTo>
                    <a:pt x="1526642" y="1526642"/>
                  </a:moveTo>
                  <a:lnTo>
                    <a:pt x="0" y="15266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5" name="图片 14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rot="16200000">
              <a:off x="-357944" y="3085603"/>
              <a:ext cx="1373592" cy="686796"/>
            </a:xfrm>
            <a:prstGeom prst="rect">
              <a:avLst/>
            </a:prstGeom>
          </p:spPr>
        </p:pic>
      </p:grpSp>
      <p:grpSp>
        <p:nvGrpSpPr>
          <p:cNvPr id="6" name="组合 5"/>
          <p:cNvGrpSpPr/>
          <p:nvPr userDrawn="1">
            <p:custDataLst>
              <p:tags r:id="rId7"/>
            </p:custDataLst>
          </p:nvPr>
        </p:nvGrpSpPr>
        <p:grpSpPr>
          <a:xfrm>
            <a:off x="11392535" y="2659380"/>
            <a:ext cx="1539875" cy="1539875"/>
            <a:chOff x="11425666" y="2659138"/>
            <a:chExt cx="1539725" cy="1539725"/>
          </a:xfrm>
        </p:grpSpPr>
        <p:sp>
          <p:nvSpPr>
            <p:cNvPr id="20" name="任意多边形: 形状 19"/>
            <p:cNvSpPr/>
            <p:nvPr>
              <p:custDataLst>
                <p:tags r:id="rId8"/>
              </p:custDataLst>
            </p:nvPr>
          </p:nvSpPr>
          <p:spPr>
            <a:xfrm rot="8100000" flipH="1">
              <a:off x="11425666" y="2659138"/>
              <a:ext cx="1539725" cy="1539725"/>
            </a:xfrm>
            <a:custGeom>
              <a:avLst/>
              <a:gdLst>
                <a:gd name="connsiteX0" fmla="*/ 1539725 w 1539725"/>
                <a:gd name="connsiteY0" fmla="*/ 1539725 h 1539725"/>
                <a:gd name="connsiteX1" fmla="*/ 0 w 1539725"/>
                <a:gd name="connsiteY1" fmla="*/ 0 h 1539725"/>
                <a:gd name="connsiteX2" fmla="*/ 0 w 1539725"/>
                <a:gd name="connsiteY2" fmla="*/ 1539725 h 1539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9725" h="1539725">
                  <a:moveTo>
                    <a:pt x="1539725" y="1539725"/>
                  </a:moveTo>
                  <a:lnTo>
                    <a:pt x="0" y="0"/>
                  </a:lnTo>
                  <a:lnTo>
                    <a:pt x="0" y="1539725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rot="5400000" flipH="1">
              <a:off x="11167101" y="3085603"/>
              <a:ext cx="1373592" cy="686796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0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4"/>
            </p:custDataLst>
          </p:nvPr>
        </p:nvSpPr>
        <p:spPr>
          <a:xfrm>
            <a:off x="1522730" y="3862705"/>
            <a:ext cx="9144000" cy="1656080"/>
          </a:xfrm>
        </p:spPr>
        <p:txBody>
          <a:bodyPr>
            <a:normAutofit/>
          </a:bodyPr>
          <a:lstStyle>
            <a:lvl1pPr marL="285750" indent="-285750" algn="ctr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>
            <p:custDataLst>
              <p:tags r:id="rId2"/>
            </p:custDataLst>
          </p:nvPr>
        </p:nvCxnSpPr>
        <p:spPr>
          <a:xfrm>
            <a:off x="3169227" y="4337260"/>
            <a:ext cx="5839691" cy="0"/>
          </a:xfrm>
          <a:prstGeom prst="line">
            <a:avLst/>
          </a:prstGeom>
          <a:ln w="1270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55385" y="736265"/>
            <a:ext cx="1081230" cy="54061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37523" y="6064338"/>
            <a:ext cx="969576" cy="484788"/>
          </a:xfrm>
          <a:prstGeom prst="rect">
            <a:avLst/>
          </a:prstGeom>
        </p:spPr>
      </p:pic>
      <p:sp>
        <p:nvSpPr>
          <p:cNvPr id="13" name="矩形 12"/>
          <p:cNvSpPr/>
          <p:nvPr userDrawn="1">
            <p:custDataLst>
              <p:tags r:id="rId6"/>
            </p:custDataLst>
          </p:nvPr>
        </p:nvSpPr>
        <p:spPr>
          <a:xfrm>
            <a:off x="1495762" y="2134304"/>
            <a:ext cx="666076" cy="666076"/>
          </a:xfrm>
          <a:prstGeom prst="rect">
            <a:avLst/>
          </a:prstGeom>
          <a:solidFill>
            <a:schemeClr val="accent1">
              <a:lumMod val="40000"/>
              <a:lumOff val="6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4" name="任意多边形: 形状 23"/>
          <p:cNvSpPr/>
          <p:nvPr userDrawn="1">
            <p:custDataLst>
              <p:tags r:id="rId10"/>
            </p:custDataLst>
          </p:nvPr>
        </p:nvSpPr>
        <p:spPr>
          <a:xfrm rot="18900000">
            <a:off x="4900844" y="-1113414"/>
            <a:ext cx="2416626" cy="2453839"/>
          </a:xfrm>
          <a:custGeom>
            <a:avLst/>
            <a:gdLst>
              <a:gd name="connsiteX0" fmla="*/ 0 w 2595753"/>
              <a:gd name="connsiteY0" fmla="*/ 0 h 2595753"/>
              <a:gd name="connsiteX1" fmla="*/ 2595753 w 2595753"/>
              <a:gd name="connsiteY1" fmla="*/ 2595753 h 2595753"/>
              <a:gd name="connsiteX2" fmla="*/ 0 w 2595753"/>
              <a:gd name="connsiteY2" fmla="*/ 2595753 h 259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5753" h="2595753">
                <a:moveTo>
                  <a:pt x="0" y="0"/>
                </a:moveTo>
                <a:lnTo>
                  <a:pt x="2595753" y="2595753"/>
                </a:lnTo>
                <a:lnTo>
                  <a:pt x="0" y="2595753"/>
                </a:lnTo>
                <a:close/>
              </a:path>
            </a:pathLst>
          </a:custGeom>
          <a:noFill/>
          <a:ln w="2540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9" name="组合 8"/>
          <p:cNvGrpSpPr/>
          <p:nvPr userDrawn="1">
            <p:custDataLst>
              <p:tags r:id="rId11"/>
            </p:custDataLst>
          </p:nvPr>
        </p:nvGrpSpPr>
        <p:grpSpPr>
          <a:xfrm>
            <a:off x="10197219" y="3517776"/>
            <a:ext cx="1076601" cy="1057221"/>
            <a:chOff x="10197219" y="3517776"/>
            <a:chExt cx="1076601" cy="1057221"/>
          </a:xfrm>
          <a:solidFill>
            <a:schemeClr val="accent2"/>
          </a:solidFill>
        </p:grpSpPr>
        <p:sp>
          <p:nvSpPr>
            <p:cNvPr id="10" name="矩形 9"/>
            <p:cNvSpPr/>
            <p:nvPr>
              <p:custDataLst>
                <p:tags r:id="rId12"/>
              </p:custDataLst>
            </p:nvPr>
          </p:nvSpPr>
          <p:spPr>
            <a:xfrm>
              <a:off x="10607744" y="3517776"/>
              <a:ext cx="666076" cy="66607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3"/>
              </p:custDataLst>
            </p:nvPr>
          </p:nvSpPr>
          <p:spPr>
            <a:xfrm>
              <a:off x="10197219" y="4157579"/>
              <a:ext cx="417418" cy="4174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4" name="矩形 13"/>
          <p:cNvSpPr/>
          <p:nvPr userDrawn="1">
            <p:custDataLst>
              <p:tags r:id="rId14"/>
            </p:custDataLst>
          </p:nvPr>
        </p:nvSpPr>
        <p:spPr>
          <a:xfrm>
            <a:off x="1828800" y="2486660"/>
            <a:ext cx="8599170" cy="124206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5"/>
            </p:custDataLst>
          </p:nvPr>
        </p:nvSpPr>
        <p:spPr>
          <a:xfrm>
            <a:off x="3053498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编辑文本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4" hasCustomPrompt="1"/>
            <p:custDataLst>
              <p:tags r:id="rId16"/>
            </p:custDataLst>
          </p:nvPr>
        </p:nvSpPr>
        <p:spPr>
          <a:xfrm>
            <a:off x="7680124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编辑文本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7"/>
            </p:custDataLst>
          </p:nvPr>
        </p:nvSpPr>
        <p:spPr>
          <a:xfrm>
            <a:off x="2047404" y="2419564"/>
            <a:ext cx="8097191" cy="1240214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54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8"/>
            </p:custDataLst>
          </p:nvPr>
        </p:nvSpPr>
        <p:spPr>
          <a:xfrm>
            <a:off x="2047404" y="3775744"/>
            <a:ext cx="8097191" cy="497945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504763" y="-564702"/>
            <a:ext cx="1201704" cy="1201704"/>
            <a:chOff x="10504763" y="-597753"/>
            <a:chExt cx="1201704" cy="1201704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7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2174132"/>
            <a:ext cx="12192000" cy="25097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矩形 10"/>
          <p:cNvSpPr/>
          <p:nvPr userDrawn="1">
            <p:custDataLst>
              <p:tags r:id="rId3"/>
            </p:custDataLst>
          </p:nvPr>
        </p:nvSpPr>
        <p:spPr>
          <a:xfrm>
            <a:off x="11103090" y="5019807"/>
            <a:ext cx="495809" cy="4958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矩形 11"/>
          <p:cNvSpPr/>
          <p:nvPr userDrawn="1">
            <p:custDataLst>
              <p:tags r:id="rId4"/>
            </p:custDataLst>
          </p:nvPr>
        </p:nvSpPr>
        <p:spPr>
          <a:xfrm>
            <a:off x="10787765" y="5515616"/>
            <a:ext cx="310715" cy="310715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矩形 6"/>
          <p:cNvSpPr/>
          <p:nvPr userDrawn="1">
            <p:custDataLst>
              <p:tags r:id="rId5"/>
            </p:custDataLst>
          </p:nvPr>
        </p:nvSpPr>
        <p:spPr>
          <a:xfrm>
            <a:off x="1284052" y="1654256"/>
            <a:ext cx="9533105" cy="352085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矩形 7"/>
          <p:cNvSpPr/>
          <p:nvPr userDrawn="1">
            <p:custDataLst>
              <p:tags r:id="rId6"/>
            </p:custDataLst>
          </p:nvPr>
        </p:nvSpPr>
        <p:spPr>
          <a:xfrm>
            <a:off x="1036147" y="1015123"/>
            <a:ext cx="495809" cy="4958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矩形 8"/>
          <p:cNvSpPr/>
          <p:nvPr userDrawn="1">
            <p:custDataLst>
              <p:tags r:id="rId7"/>
            </p:custDataLst>
          </p:nvPr>
        </p:nvSpPr>
        <p:spPr>
          <a:xfrm>
            <a:off x="720822" y="1510932"/>
            <a:ext cx="310715" cy="310715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3886677" y="3920188"/>
            <a:ext cx="4723923" cy="459319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alphaModFix amt="50000"/>
          </a:blip>
          <a:stretch>
            <a:fillRect/>
          </a:stretch>
        </p:blipFill>
        <p:spPr>
          <a:xfrm>
            <a:off x="-1" y="2177041"/>
            <a:ext cx="3495889" cy="250973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4"/>
            </p:custDataLst>
          </p:nvPr>
        </p:nvSpPr>
        <p:spPr>
          <a:xfrm>
            <a:off x="3886676" y="2969064"/>
            <a:ext cx="4723923" cy="863945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0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-5715" y="0"/>
            <a:ext cx="13202920" cy="6671945"/>
            <a:chOff x="-9" y="0"/>
            <a:chExt cx="20792" cy="10507"/>
          </a:xfrm>
        </p:grpSpPr>
        <p:grpSp>
          <p:nvGrpSpPr>
            <p:cNvPr id="9" name="组合 8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-9" y="0"/>
              <a:ext cx="1987" cy="1505"/>
              <a:chOff x="-5475" y="-61"/>
              <a:chExt cx="1261620" cy="955805"/>
            </a:xfrm>
          </p:grpSpPr>
          <p:sp>
            <p:nvSpPr>
              <p:cNvPr id="10" name="直角三角形 9"/>
              <p:cNvSpPr/>
              <p:nvPr>
                <p:custDataLst>
                  <p:tags r:id="rId4"/>
                </p:custDataLst>
              </p:nvPr>
            </p:nvSpPr>
            <p:spPr>
              <a:xfrm flipV="1">
                <a:off x="-5475" y="-1"/>
                <a:ext cx="1261620" cy="955745"/>
              </a:xfrm>
              <a:prstGeom prst="rt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1" name="直角三角形 10"/>
              <p:cNvSpPr/>
              <p:nvPr>
                <p:custDataLst>
                  <p:tags r:id="rId5"/>
                </p:custDataLst>
              </p:nvPr>
            </p:nvSpPr>
            <p:spPr>
              <a:xfrm flipV="1">
                <a:off x="-5475" y="-61"/>
                <a:ext cx="1103411" cy="835893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grpSp>
          <p:nvGrpSpPr>
            <p:cNvPr id="12" name="组合 11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18349" y="8087"/>
              <a:ext cx="2434" cy="2420"/>
              <a:chOff x="11651622" y="5135282"/>
              <a:chExt cx="1545463" cy="1536385"/>
            </a:xfrm>
          </p:grpSpPr>
          <p:sp>
            <p:nvSpPr>
              <p:cNvPr id="13" name="任意多边形: 形状 12"/>
              <p:cNvSpPr/>
              <p:nvPr>
                <p:custDataLst>
                  <p:tags r:id="rId7"/>
                </p:custDataLst>
              </p:nvPr>
            </p:nvSpPr>
            <p:spPr>
              <a:xfrm rot="2700000">
                <a:off x="11660700" y="5135282"/>
                <a:ext cx="1536385" cy="1536385"/>
              </a:xfrm>
              <a:custGeom>
                <a:avLst/>
                <a:gdLst>
                  <a:gd name="connsiteX0" fmla="*/ 0 w 1536385"/>
                  <a:gd name="connsiteY0" fmla="*/ 0 h 1536385"/>
                  <a:gd name="connsiteX1" fmla="*/ 1536385 w 1536385"/>
                  <a:gd name="connsiteY1" fmla="*/ 1536385 h 1536385"/>
                  <a:gd name="connsiteX2" fmla="*/ 0 w 1536385"/>
                  <a:gd name="connsiteY2" fmla="*/ 1536385 h 1536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36385" h="1536385">
                    <a:moveTo>
                      <a:pt x="0" y="0"/>
                    </a:moveTo>
                    <a:lnTo>
                      <a:pt x="1536385" y="1536385"/>
                    </a:lnTo>
                    <a:lnTo>
                      <a:pt x="0" y="1536385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4" name="图片 13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9"/>
              <a:stretch>
                <a:fillRect/>
              </a:stretch>
            </p:blipFill>
            <p:spPr>
              <a:xfrm rot="5400000">
                <a:off x="11381315" y="5633166"/>
                <a:ext cx="1081230" cy="540615"/>
              </a:xfrm>
              <a:prstGeom prst="rect">
                <a:avLst/>
              </a:prstGeom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marL="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-563245" y="518795"/>
            <a:ext cx="13335636" cy="5774055"/>
            <a:chOff x="-887" y="817"/>
            <a:chExt cx="21001" cy="9093"/>
          </a:xfrm>
        </p:grpSpPr>
        <p:grpSp>
          <p:nvGrpSpPr>
            <p:cNvPr id="11" name="组合 10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20" name="任意多边形: 形状 19"/>
              <p:cNvSpPr/>
              <p:nvPr>
                <p:custDataLst>
                  <p:tags r:id="rId4"/>
                </p:custDataLst>
              </p:nvPr>
            </p:nvSpPr>
            <p:spPr>
              <a:xfrm rot="13500000">
                <a:off x="-607130" y="518771"/>
                <a:ext cx="1197505" cy="119750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16200000">
                <a:off x="-281654" y="847217"/>
                <a:ext cx="1081230" cy="540615"/>
              </a:xfrm>
              <a:prstGeom prst="rect">
                <a:avLst/>
              </a:prstGeom>
            </p:spPr>
          </p:pic>
        </p:grpSp>
        <p:grpSp>
          <p:nvGrpSpPr>
            <p:cNvPr id="12" name="组合 11"/>
            <p:cNvGrpSpPr/>
            <p:nvPr userDrawn="1">
              <p:custDataLst>
                <p:tags r:id="rId7"/>
              </p:custDataLst>
            </p:nvPr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22" name="任意多边形: 形状 21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11567189" y="5087518"/>
                <a:ext cx="1205553" cy="1205553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6" name="图片 15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78357" y="5419986"/>
                <a:ext cx="1081230" cy="540615"/>
              </a:xfrm>
              <a:prstGeom prst="rect">
                <a:avLst/>
              </a:prstGeom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ct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3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4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391051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642026" y="544749"/>
            <a:ext cx="3910519" cy="63132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638504" y="544749"/>
            <a:ext cx="3910519" cy="63132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4760259" y="443230"/>
            <a:ext cx="6761860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-563245" y="518795"/>
            <a:ext cx="13335636" cy="5774055"/>
            <a:chOff x="-887" y="817"/>
            <a:chExt cx="21001" cy="9093"/>
          </a:xfrm>
        </p:grpSpPr>
        <p:grpSp>
          <p:nvGrpSpPr>
            <p:cNvPr id="9" name="组合 8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20" name="任意多边形: 形状 19"/>
              <p:cNvSpPr/>
              <p:nvPr>
                <p:custDataLst>
                  <p:tags r:id="rId4"/>
                </p:custDataLst>
              </p:nvPr>
            </p:nvSpPr>
            <p:spPr>
              <a:xfrm rot="13500000">
                <a:off x="-607130" y="518771"/>
                <a:ext cx="1197505" cy="119750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16200000">
                <a:off x="-281654" y="847217"/>
                <a:ext cx="1081230" cy="540615"/>
              </a:xfrm>
              <a:prstGeom prst="rect">
                <a:avLst/>
              </a:prstGeom>
            </p:spPr>
          </p:pic>
        </p:grpSp>
        <p:grpSp>
          <p:nvGrpSpPr>
            <p:cNvPr id="10" name="组合 9"/>
            <p:cNvGrpSpPr/>
            <p:nvPr userDrawn="1">
              <p:custDataLst>
                <p:tags r:id="rId7"/>
              </p:custDataLst>
            </p:nvPr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22" name="任意多边形: 形状 21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11567189" y="5087518"/>
                <a:ext cx="1205553" cy="1205553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6" name="图片 15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78357" y="5419986"/>
                <a:ext cx="1081230" cy="540615"/>
              </a:xfrm>
              <a:prstGeom prst="rect">
                <a:avLst/>
              </a:prstGeom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2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-563245" y="518795"/>
            <a:ext cx="13335636" cy="5774055"/>
            <a:chOff x="-887" y="817"/>
            <a:chExt cx="21001" cy="9093"/>
          </a:xfrm>
        </p:grpSpPr>
        <p:grpSp>
          <p:nvGrpSpPr>
            <p:cNvPr id="8" name="组合 7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20" name="任意多边形: 形状 19"/>
              <p:cNvSpPr/>
              <p:nvPr>
                <p:custDataLst>
                  <p:tags r:id="rId4"/>
                </p:custDataLst>
              </p:nvPr>
            </p:nvSpPr>
            <p:spPr>
              <a:xfrm rot="13500000">
                <a:off x="-607130" y="518771"/>
                <a:ext cx="1197505" cy="119750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16200000">
                <a:off x="-281654" y="847217"/>
                <a:ext cx="1081230" cy="540615"/>
              </a:xfrm>
              <a:prstGeom prst="rect">
                <a:avLst/>
              </a:prstGeom>
            </p:spPr>
          </p:pic>
        </p:grpSp>
        <p:grpSp>
          <p:nvGrpSpPr>
            <p:cNvPr id="9" name="组合 8"/>
            <p:cNvGrpSpPr/>
            <p:nvPr userDrawn="1">
              <p:custDataLst>
                <p:tags r:id="rId7"/>
              </p:custDataLst>
            </p:nvPr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22" name="任意多边形: 形状 21"/>
              <p:cNvSpPr/>
              <p:nvPr>
                <p:custDataLst>
                  <p:tags r:id="rId8"/>
                </p:custDataLst>
              </p:nvPr>
            </p:nvSpPr>
            <p:spPr>
              <a:xfrm rot="2700000">
                <a:off x="11567189" y="5087518"/>
                <a:ext cx="1205553" cy="1205553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 sz="180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6" name="图片 15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78357" y="5419986"/>
                <a:ext cx="1081230" cy="540615"/>
              </a:xfrm>
              <a:prstGeom prst="rect">
                <a:avLst/>
              </a:prstGeom>
            </p:spPr>
          </p:pic>
        </p:grp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ct val="0"/>
              </a:spcAft>
              <a:buNone/>
              <a:defRPr kumimoji="0" lang="zh-CN" altLang="en-US" sz="2400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504763" y="-564702"/>
            <a:ext cx="1201704" cy="1201704"/>
            <a:chOff x="10504763" y="-597753"/>
            <a:chExt cx="1201704" cy="1201704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</p:spPr>
        </p:pic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5"/>
            </p:custDataLst>
          </p:nvPr>
        </p:nvGrpSpPr>
        <p:grpSpPr>
          <a:xfrm>
            <a:off x="5269393" y="5915716"/>
            <a:ext cx="1653212" cy="1653213"/>
            <a:chOff x="5269393" y="5915716"/>
            <a:chExt cx="1653212" cy="1653213"/>
          </a:xfrm>
        </p:grpSpPr>
        <p:sp>
          <p:nvSpPr>
            <p:cNvPr id="7" name="任意多边形: 形状 6"/>
            <p:cNvSpPr/>
            <p:nvPr>
              <p:custDataLst>
                <p:tags r:id="rId6"/>
              </p:custDataLst>
            </p:nvPr>
          </p:nvSpPr>
          <p:spPr>
            <a:xfrm rot="8100000">
              <a:off x="5269393" y="5915716"/>
              <a:ext cx="1653212" cy="1653213"/>
            </a:xfrm>
            <a:custGeom>
              <a:avLst/>
              <a:gdLst>
                <a:gd name="connsiteX0" fmla="*/ 0 w 1653212"/>
                <a:gd name="connsiteY0" fmla="*/ 1653213 h 1653213"/>
                <a:gd name="connsiteX1" fmla="*/ 0 w 1653212"/>
                <a:gd name="connsiteY1" fmla="*/ 0 h 1653213"/>
                <a:gd name="connsiteX2" fmla="*/ 1653212 w 1653212"/>
                <a:gd name="connsiteY2" fmla="*/ 1653213 h 1653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3212" h="1653213">
                  <a:moveTo>
                    <a:pt x="0" y="1653213"/>
                  </a:moveTo>
                  <a:lnTo>
                    <a:pt x="0" y="0"/>
                  </a:lnTo>
                  <a:lnTo>
                    <a:pt x="1653212" y="1653213"/>
                  </a:lnTo>
                  <a:close/>
                </a:path>
              </a:pathLst>
            </a:custGeom>
            <a:noFill/>
            <a:ln w="2540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 rot="10800000">
              <a:off x="5555385" y="6317385"/>
              <a:ext cx="1081230" cy="540615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 userDrawn="1">
            <p:custDataLst>
              <p:tags r:id="rId9"/>
            </p:custDataLst>
          </p:nvPr>
        </p:nvGrpSpPr>
        <p:grpSpPr>
          <a:xfrm>
            <a:off x="2750213" y="2016254"/>
            <a:ext cx="811134" cy="806524"/>
            <a:chOff x="2750213" y="2016254"/>
            <a:chExt cx="811134" cy="806524"/>
          </a:xfrm>
        </p:grpSpPr>
        <p:sp>
          <p:nvSpPr>
            <p:cNvPr id="10" name="矩形 9"/>
            <p:cNvSpPr/>
            <p:nvPr>
              <p:custDataLst>
                <p:tags r:id="rId10"/>
              </p:custDataLst>
            </p:nvPr>
          </p:nvSpPr>
          <p:spPr>
            <a:xfrm>
              <a:off x="3065538" y="2016254"/>
              <a:ext cx="495809" cy="495809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1"/>
              </p:custDataLst>
            </p:nvPr>
          </p:nvSpPr>
          <p:spPr>
            <a:xfrm>
              <a:off x="2750213" y="2512063"/>
              <a:ext cx="310715" cy="310715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2" name="矩形 11"/>
          <p:cNvSpPr/>
          <p:nvPr userDrawn="1">
            <p:custDataLst>
              <p:tags r:id="rId12"/>
            </p:custDataLst>
          </p:nvPr>
        </p:nvSpPr>
        <p:spPr>
          <a:xfrm>
            <a:off x="8688548" y="3912111"/>
            <a:ext cx="310715" cy="310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3428169" y="2258626"/>
            <a:ext cx="5335659" cy="1200329"/>
          </a:xfrm>
        </p:spPr>
        <p:txBody>
          <a:bodyPr vert="horz" lIns="90000" tIns="46800" rIns="90000" bIns="468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800" b="1" i="0" u="none" strike="noStrike" kern="1200" cap="none" spc="6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3428169" y="3638559"/>
            <a:ext cx="5354637" cy="495810"/>
          </a:xfrm>
        </p:spPr>
        <p:txBody>
          <a:bodyPr>
            <a:normAutofit/>
          </a:bodyPr>
          <a:lstStyle>
            <a:lvl1pPr marL="0" indent="0" algn="ctr">
              <a:buNone/>
              <a:defRPr sz="2000" spc="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单击此处编辑副标题内容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2"/>
            </p:custDataLst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6"/>
            </p:custDataLst>
          </p:nvPr>
        </p:nvGrpSpPr>
        <p:grpSpPr>
          <a:xfrm>
            <a:off x="-5715" y="0"/>
            <a:ext cx="1261745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7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8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5" name="Freeform 9"/>
          <p:cNvSpPr/>
          <p:nvPr userDrawn="1">
            <p:custDataLst>
              <p:tags r:id="rId9"/>
            </p:custDataLst>
          </p:nvPr>
        </p:nvSpPr>
        <p:spPr>
          <a:xfrm>
            <a:off x="11043138" y="4289310"/>
            <a:ext cx="1126957" cy="2253919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 rot="5400000">
            <a:off x="11117357" y="5159252"/>
            <a:ext cx="1429406" cy="7147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7"/>
            </p:custDataLst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/>
          </a:p>
        </p:txBody>
      </p:sp>
      <p:sp>
        <p:nvSpPr>
          <p:cNvPr id="15" name="Freeform 7"/>
          <p:cNvSpPr/>
          <p:nvPr userDrawn="1">
            <p:custDataLst>
              <p:tags r:id="rId8"/>
            </p:custDataLst>
          </p:nvPr>
        </p:nvSpPr>
        <p:spPr>
          <a:xfrm>
            <a:off x="35561" y="270756"/>
            <a:ext cx="846836" cy="1693676"/>
          </a:xfrm>
          <a:custGeom>
            <a:avLst/>
            <a:gdLst>
              <a:gd name="connsiteX0" fmla="*/ 0 w 846836"/>
              <a:gd name="connsiteY0" fmla="*/ 0 h 1693676"/>
              <a:gd name="connsiteX1" fmla="*/ 846836 w 846836"/>
              <a:gd name="connsiteY1" fmla="*/ 846840 h 1693676"/>
              <a:gd name="connsiteX2" fmla="*/ 0 w 846836"/>
              <a:gd name="connsiteY2" fmla="*/ 1693676 h 16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836" h="1693676">
                <a:moveTo>
                  <a:pt x="0" y="0"/>
                </a:moveTo>
                <a:lnTo>
                  <a:pt x="846836" y="846840"/>
                </a:lnTo>
                <a:lnTo>
                  <a:pt x="0" y="1693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 rot="16200000">
            <a:off x="-237740" y="847270"/>
            <a:ext cx="1081325" cy="540662"/>
          </a:xfrm>
          <a:prstGeom prst="rect">
            <a:avLst/>
          </a:prstGeom>
        </p:spPr>
      </p:pic>
      <p:sp>
        <p:nvSpPr>
          <p:cNvPr id="18" name="Freeform 9"/>
          <p:cNvSpPr/>
          <p:nvPr userDrawn="1">
            <p:custDataLst>
              <p:tags r:id="rId11"/>
            </p:custDataLst>
          </p:nvPr>
        </p:nvSpPr>
        <p:spPr>
          <a:xfrm>
            <a:off x="11317422" y="4837879"/>
            <a:ext cx="852673" cy="1705350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0"/>
          <a:stretch>
            <a:fillRect/>
          </a:stretch>
        </p:blipFill>
        <p:spPr>
          <a:xfrm rot="5400000">
            <a:off x="11378279" y="5420174"/>
            <a:ext cx="1081510" cy="540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grpSp>
        <p:nvGrpSpPr>
          <p:cNvPr id="12" name="组合 11"/>
          <p:cNvGrpSpPr/>
          <p:nvPr userDrawn="1">
            <p:custDataLst>
              <p:tags r:id="rId3"/>
            </p:custDataLst>
          </p:nvPr>
        </p:nvGrpSpPr>
        <p:grpSpPr>
          <a:xfrm flipH="1">
            <a:off x="206661" y="5620233"/>
            <a:ext cx="1013606" cy="1007845"/>
            <a:chOff x="267875" y="162991"/>
            <a:chExt cx="811134" cy="806524"/>
          </a:xfrm>
        </p:grpSpPr>
        <p:sp>
          <p:nvSpPr>
            <p:cNvPr id="14" name="矩形 13"/>
            <p:cNvSpPr/>
            <p:nvPr>
              <p:custDataLst>
                <p:tags r:id="rId4"/>
              </p:custDataLst>
            </p:nvPr>
          </p:nvSpPr>
          <p:spPr>
            <a:xfrm>
              <a:off x="583200" y="162991"/>
              <a:ext cx="495809" cy="495809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5"/>
              </p:custDataLst>
            </p:nvPr>
          </p:nvSpPr>
          <p:spPr>
            <a:xfrm>
              <a:off x="267875" y="658800"/>
              <a:ext cx="310715" cy="310715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6"/>
            </p:custDataLst>
          </p:nvPr>
        </p:nvSpPr>
        <p:spPr>
          <a:xfrm>
            <a:off x="582930" y="770255"/>
            <a:ext cx="3959860" cy="882015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单击编辑标题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0"/>
            </p:custDataLst>
          </p:nvPr>
        </p:nvSpPr>
        <p:spPr>
          <a:xfrm>
            <a:off x="586740" y="1764030"/>
            <a:ext cx="3956685" cy="409321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10504763" y="-575719"/>
            <a:ext cx="1201704" cy="1201704"/>
            <a:chOff x="10504763" y="-597753"/>
            <a:chExt cx="1201704" cy="1201704"/>
          </a:xfrm>
        </p:grpSpPr>
        <p:sp>
          <p:nvSpPr>
            <p:cNvPr id="17" name="任意多边形: 形状 16"/>
            <p:cNvSpPr/>
            <p:nvPr>
              <p:custDataLst>
                <p:tags r:id="rId4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6" name="图片 15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1"/>
            </p:custDataLst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algn="ctr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2"/>
            </p:custDataLst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504763" y="-564702"/>
            <a:ext cx="1201704" cy="1201704"/>
            <a:chOff x="10504763" y="-597753"/>
            <a:chExt cx="1201704" cy="1201704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</p:spPr>
        </p:pic>
      </p:grpSp>
      <p:sp>
        <p:nvSpPr>
          <p:cNvPr id="13" name="矩形 12"/>
          <p:cNvSpPr/>
          <p:nvPr userDrawn="1">
            <p:custDataLst>
              <p:tags r:id="rId6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1"/>
            </p:custDataLst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2"/>
            </p:custDataLst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11556007" y="5087916"/>
            <a:ext cx="1204758" cy="1204758"/>
            <a:chOff x="11567024" y="5087916"/>
            <a:chExt cx="1204758" cy="1204758"/>
          </a:xfrm>
        </p:grpSpPr>
        <p:sp>
          <p:nvSpPr>
            <p:cNvPr id="19" name="任意多边形: 形状 18"/>
            <p:cNvSpPr/>
            <p:nvPr>
              <p:custDataLst>
                <p:tags r:id="rId3"/>
              </p:custDataLst>
            </p:nvPr>
          </p:nvSpPr>
          <p:spPr>
            <a:xfrm rot="2700000">
              <a:off x="11567024" y="5087916"/>
              <a:ext cx="1204758" cy="1204758"/>
            </a:xfrm>
            <a:custGeom>
              <a:avLst/>
              <a:gdLst>
                <a:gd name="connsiteX0" fmla="*/ 0 w 1204758"/>
                <a:gd name="connsiteY0" fmla="*/ 0 h 1204758"/>
                <a:gd name="connsiteX1" fmla="*/ 1204758 w 1204758"/>
                <a:gd name="connsiteY1" fmla="*/ 1204758 h 1204758"/>
                <a:gd name="connsiteX2" fmla="*/ 1 w 1204758"/>
                <a:gd name="connsiteY2" fmla="*/ 1204757 h 120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4758" h="1204758">
                  <a:moveTo>
                    <a:pt x="0" y="0"/>
                  </a:moveTo>
                  <a:lnTo>
                    <a:pt x="1204758" y="1204758"/>
                  </a:lnTo>
                  <a:lnTo>
                    <a:pt x="1" y="1204757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5400000">
              <a:off x="11367340" y="5419986"/>
              <a:ext cx="1081230" cy="540615"/>
            </a:xfrm>
            <a:prstGeom prst="rect">
              <a:avLst/>
            </a:prstGeom>
          </p:spPr>
        </p:pic>
      </p:grpSp>
      <p:sp>
        <p:nvSpPr>
          <p:cNvPr id="15" name="矩形 14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8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2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 userDrawn="1">
            <p:ph type="body" sz="quarter" idx="15"/>
            <p:custDataLst>
              <p:tags r:id="rId13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6"/>
            <p:custDataLst>
              <p:tags r:id="rId14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-734060" y="2665730"/>
            <a:ext cx="1526540" cy="1526540"/>
            <a:chOff x="-777867" y="2665679"/>
            <a:chExt cx="1526642" cy="1526642"/>
          </a:xfrm>
        </p:grpSpPr>
        <p:sp>
          <p:nvSpPr>
            <p:cNvPr id="22" name="任意多边形: 形状 21"/>
            <p:cNvSpPr/>
            <p:nvPr>
              <p:custDataLst>
                <p:tags r:id="rId4"/>
              </p:custDataLst>
            </p:nvPr>
          </p:nvSpPr>
          <p:spPr>
            <a:xfrm rot="13500000">
              <a:off x="-777867" y="2665679"/>
              <a:ext cx="1526642" cy="1526642"/>
            </a:xfrm>
            <a:custGeom>
              <a:avLst/>
              <a:gdLst>
                <a:gd name="connsiteX0" fmla="*/ 1526642 w 1526642"/>
                <a:gd name="connsiteY0" fmla="*/ 1526642 h 1526642"/>
                <a:gd name="connsiteX1" fmla="*/ 0 w 1526642"/>
                <a:gd name="connsiteY1" fmla="*/ 1526642 h 1526642"/>
                <a:gd name="connsiteX2" fmla="*/ 0 w 1526642"/>
                <a:gd name="connsiteY2" fmla="*/ 0 h 1526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6642" h="1526642">
                  <a:moveTo>
                    <a:pt x="1526642" y="1526642"/>
                  </a:moveTo>
                  <a:lnTo>
                    <a:pt x="0" y="15266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5" name="图片 14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rot="16200000">
              <a:off x="-357944" y="3085603"/>
              <a:ext cx="1373592" cy="686796"/>
            </a:xfrm>
            <a:prstGeom prst="rect">
              <a:avLst/>
            </a:prstGeom>
          </p:spPr>
        </p:pic>
      </p:grpSp>
      <p:grpSp>
        <p:nvGrpSpPr>
          <p:cNvPr id="6" name="组合 5"/>
          <p:cNvGrpSpPr/>
          <p:nvPr userDrawn="1">
            <p:custDataLst>
              <p:tags r:id="rId7"/>
            </p:custDataLst>
          </p:nvPr>
        </p:nvGrpSpPr>
        <p:grpSpPr>
          <a:xfrm>
            <a:off x="11392535" y="2659380"/>
            <a:ext cx="1539875" cy="1539875"/>
            <a:chOff x="11425666" y="2659138"/>
            <a:chExt cx="1539725" cy="1539725"/>
          </a:xfrm>
        </p:grpSpPr>
        <p:sp>
          <p:nvSpPr>
            <p:cNvPr id="20" name="任意多边形: 形状 19"/>
            <p:cNvSpPr/>
            <p:nvPr>
              <p:custDataLst>
                <p:tags r:id="rId8"/>
              </p:custDataLst>
            </p:nvPr>
          </p:nvSpPr>
          <p:spPr>
            <a:xfrm rot="8100000" flipH="1">
              <a:off x="11425666" y="2659138"/>
              <a:ext cx="1539725" cy="1539725"/>
            </a:xfrm>
            <a:custGeom>
              <a:avLst/>
              <a:gdLst>
                <a:gd name="connsiteX0" fmla="*/ 1539725 w 1539725"/>
                <a:gd name="connsiteY0" fmla="*/ 1539725 h 1539725"/>
                <a:gd name="connsiteX1" fmla="*/ 0 w 1539725"/>
                <a:gd name="connsiteY1" fmla="*/ 0 h 1539725"/>
                <a:gd name="connsiteX2" fmla="*/ 0 w 1539725"/>
                <a:gd name="connsiteY2" fmla="*/ 1539725 h 1539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9725" h="1539725">
                  <a:moveTo>
                    <a:pt x="1539725" y="1539725"/>
                  </a:moveTo>
                  <a:lnTo>
                    <a:pt x="0" y="0"/>
                  </a:lnTo>
                  <a:lnTo>
                    <a:pt x="0" y="1539725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rot="5400000" flipH="1">
              <a:off x="11167101" y="3085603"/>
              <a:ext cx="1373592" cy="686796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0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4"/>
            </p:custDataLst>
          </p:nvPr>
        </p:nvSpPr>
        <p:spPr>
          <a:xfrm>
            <a:off x="1522730" y="3862705"/>
            <a:ext cx="9144000" cy="1656080"/>
          </a:xfrm>
        </p:spPr>
        <p:txBody>
          <a:bodyPr>
            <a:normAutofit/>
          </a:bodyPr>
          <a:lstStyle>
            <a:lvl1pPr marL="285750" indent="-285750" algn="ctr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file:///D:\qq&#25991;&#20214;\712321467\Image\C2C\Image2\%7b75232B38-A165-1FB7-499C-2E1C792CACB5%7d.png" TargetMode="Externa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7" Type="http://schemas.openxmlformats.org/officeDocument/2006/relationships/theme" Target="../theme/theme2.xml"/><Relationship Id="rId26" Type="http://schemas.openxmlformats.org/officeDocument/2006/relationships/image" Target="file:///D:\qq&#25991;&#20214;\712321467\Image\C2C\Image2\%7b75232B38-A165-1FB7-499C-2E1C792CACB5%7d.png" TargetMode="External"/><Relationship Id="rId25" Type="http://schemas.openxmlformats.org/officeDocument/2006/relationships/image" Target="../media/image1.png"/><Relationship Id="rId24" Type="http://schemas.openxmlformats.org/officeDocument/2006/relationships/tags" Target="../tags/tag197.xml"/><Relationship Id="rId23" Type="http://schemas.openxmlformats.org/officeDocument/2006/relationships/tags" Target="../tags/tag196.xml"/><Relationship Id="rId22" Type="http://schemas.openxmlformats.org/officeDocument/2006/relationships/tags" Target="../tags/tag195.xml"/><Relationship Id="rId21" Type="http://schemas.openxmlformats.org/officeDocument/2006/relationships/tags" Target="../tags/tag194.xml"/><Relationship Id="rId20" Type="http://schemas.openxmlformats.org/officeDocument/2006/relationships/tags" Target="../tags/tag193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92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2.xml"/><Relationship Id="rId27" Type="http://schemas.openxmlformats.org/officeDocument/2006/relationships/theme" Target="../theme/theme3.xml"/><Relationship Id="rId26" Type="http://schemas.openxmlformats.org/officeDocument/2006/relationships/image" Target="file:///D:\qq&#25991;&#20214;\712321467\Image\C2C\Image2\%7b75232B38-A165-1FB7-499C-2E1C792CACB5%7d.png" TargetMode="External"/><Relationship Id="rId25" Type="http://schemas.openxmlformats.org/officeDocument/2006/relationships/image" Target="../media/image1.png"/><Relationship Id="rId24" Type="http://schemas.openxmlformats.org/officeDocument/2006/relationships/tags" Target="../tags/tag394.xml"/><Relationship Id="rId23" Type="http://schemas.openxmlformats.org/officeDocument/2006/relationships/tags" Target="../tags/tag393.xml"/><Relationship Id="rId22" Type="http://schemas.openxmlformats.org/officeDocument/2006/relationships/tags" Target="../tags/tag392.xml"/><Relationship Id="rId21" Type="http://schemas.openxmlformats.org/officeDocument/2006/relationships/tags" Target="../tags/tag391.xml"/><Relationship Id="rId20" Type="http://schemas.openxmlformats.org/officeDocument/2006/relationships/tags" Target="../tags/tag390.xml"/><Relationship Id="rId2" Type="http://schemas.openxmlformats.org/officeDocument/2006/relationships/slideLayout" Target="../slideLayouts/slideLayout31.xml"/><Relationship Id="rId19" Type="http://schemas.openxmlformats.org/officeDocument/2006/relationships/tags" Target="../tags/tag389.xml"/><Relationship Id="rId18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0.xml"/><Relationship Id="rId27" Type="http://schemas.openxmlformats.org/officeDocument/2006/relationships/theme" Target="../theme/theme4.xml"/><Relationship Id="rId26" Type="http://schemas.openxmlformats.org/officeDocument/2006/relationships/image" Target="file:///D:\qq&#25991;&#20214;\712321467\Image\C2C\Image2\%7b75232B38-A165-1FB7-499C-2E1C792CACB5%7d.png" TargetMode="External"/><Relationship Id="rId25" Type="http://schemas.openxmlformats.org/officeDocument/2006/relationships/image" Target="../media/image1.png"/><Relationship Id="rId24" Type="http://schemas.openxmlformats.org/officeDocument/2006/relationships/tags" Target="../tags/tag591.xml"/><Relationship Id="rId23" Type="http://schemas.openxmlformats.org/officeDocument/2006/relationships/tags" Target="../tags/tag590.xml"/><Relationship Id="rId22" Type="http://schemas.openxmlformats.org/officeDocument/2006/relationships/tags" Target="../tags/tag589.xml"/><Relationship Id="rId21" Type="http://schemas.openxmlformats.org/officeDocument/2006/relationships/tags" Target="../tags/tag588.xml"/><Relationship Id="rId20" Type="http://schemas.openxmlformats.org/officeDocument/2006/relationships/tags" Target="../tags/tag587.xml"/><Relationship Id="rId2" Type="http://schemas.openxmlformats.org/officeDocument/2006/relationships/slideLayout" Target="../slideLayouts/slideLayout49.xml"/><Relationship Id="rId19" Type="http://schemas.openxmlformats.org/officeDocument/2006/relationships/tags" Target="../tags/tag586.xml"/><Relationship Id="rId18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8.xml"/><Relationship Id="rId27" Type="http://schemas.openxmlformats.org/officeDocument/2006/relationships/theme" Target="../theme/theme5.xml"/><Relationship Id="rId26" Type="http://schemas.openxmlformats.org/officeDocument/2006/relationships/image" Target="file:///D:\qq&#25991;&#20214;\712321467\Image\C2C\Image2\%7b75232B38-A165-1FB7-499C-2E1C792CACB5%7d.png" TargetMode="External"/><Relationship Id="rId25" Type="http://schemas.openxmlformats.org/officeDocument/2006/relationships/image" Target="../media/image1.png"/><Relationship Id="rId24" Type="http://schemas.openxmlformats.org/officeDocument/2006/relationships/tags" Target="../tags/tag788.xml"/><Relationship Id="rId23" Type="http://schemas.openxmlformats.org/officeDocument/2006/relationships/tags" Target="../tags/tag787.xml"/><Relationship Id="rId22" Type="http://schemas.openxmlformats.org/officeDocument/2006/relationships/tags" Target="../tags/tag786.xml"/><Relationship Id="rId21" Type="http://schemas.openxmlformats.org/officeDocument/2006/relationships/tags" Target="../tags/tag785.xml"/><Relationship Id="rId20" Type="http://schemas.openxmlformats.org/officeDocument/2006/relationships/tags" Target="../tags/tag784.xml"/><Relationship Id="rId2" Type="http://schemas.openxmlformats.org/officeDocument/2006/relationships/slideLayout" Target="../slideLayouts/slideLayout67.xml"/><Relationship Id="rId19" Type="http://schemas.openxmlformats.org/officeDocument/2006/relationships/tags" Target="../tags/tag783.xml"/><Relationship Id="rId18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5.xml"/><Relationship Id="rId1" Type="http://schemas.openxmlformats.org/officeDocument/2006/relationships/slideLayout" Target="../slideLayouts/slideLayout6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2.xml"/><Relationship Id="rId8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0.xml"/><Relationship Id="rId6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6.xml"/><Relationship Id="rId27" Type="http://schemas.openxmlformats.org/officeDocument/2006/relationships/theme" Target="../theme/theme6.xml"/><Relationship Id="rId26" Type="http://schemas.openxmlformats.org/officeDocument/2006/relationships/image" Target="file:///D:\qq&#25991;&#20214;\712321467\Image\C2C\Image2\%7b75232B38-A165-1FB7-499C-2E1C792CACB5%7d.png" TargetMode="External"/><Relationship Id="rId25" Type="http://schemas.openxmlformats.org/officeDocument/2006/relationships/image" Target="../media/image1.png"/><Relationship Id="rId24" Type="http://schemas.openxmlformats.org/officeDocument/2006/relationships/tags" Target="../tags/tag985.xml"/><Relationship Id="rId23" Type="http://schemas.openxmlformats.org/officeDocument/2006/relationships/tags" Target="../tags/tag984.xml"/><Relationship Id="rId22" Type="http://schemas.openxmlformats.org/officeDocument/2006/relationships/tags" Target="../tags/tag983.xml"/><Relationship Id="rId21" Type="http://schemas.openxmlformats.org/officeDocument/2006/relationships/tags" Target="../tags/tag982.xml"/><Relationship Id="rId20" Type="http://schemas.openxmlformats.org/officeDocument/2006/relationships/tags" Target="../tags/tag981.xml"/><Relationship Id="rId2" Type="http://schemas.openxmlformats.org/officeDocument/2006/relationships/slideLayout" Target="../slideLayouts/slideLayout85.xml"/><Relationship Id="rId19" Type="http://schemas.openxmlformats.org/officeDocument/2006/relationships/tags" Target="../tags/tag980.xml"/><Relationship Id="rId18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3.xml"/><Relationship Id="rId1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  <p:pic>
        <p:nvPicPr>
          <p:cNvPr id="1031" name="图片 1073743875" descr="学科网 zxxk.com"/>
          <p:cNvPicPr>
            <a:picLocks noChangeAspect="1"/>
          </p:cNvPicPr>
          <p:nvPr/>
        </p:nvPicPr>
        <p:blipFill>
          <a:blip r:embed="rId12" r:link="rId13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 flipH="1"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  <p:pic>
        <p:nvPicPr>
          <p:cNvPr id="8" name="图片 1073743875" descr="学科网 zxxk.com"/>
          <p:cNvPicPr>
            <a:picLocks noChangeAspect="1"/>
          </p:cNvPicPr>
          <p:nvPr/>
        </p:nvPicPr>
        <p:blipFill>
          <a:blip r:embed="rId25" r:link="rId26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 flipH="1"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  <p:pic>
        <p:nvPicPr>
          <p:cNvPr id="8" name="图片 1073743875" descr="学科网 zxxk.com"/>
          <p:cNvPicPr>
            <a:picLocks noChangeAspect="1"/>
          </p:cNvPicPr>
          <p:nvPr/>
        </p:nvPicPr>
        <p:blipFill>
          <a:blip r:embed="rId25" r:link="rId26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 flipH="1"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  <p:pic>
        <p:nvPicPr>
          <p:cNvPr id="8" name="图片 1073743875" descr="学科网 zxxk.com"/>
          <p:cNvPicPr>
            <a:picLocks noChangeAspect="1"/>
          </p:cNvPicPr>
          <p:nvPr/>
        </p:nvPicPr>
        <p:blipFill>
          <a:blip r:embed="rId25" r:link="rId26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</p:sldLayoutIdLst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 flipH="1"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  <p:pic>
        <p:nvPicPr>
          <p:cNvPr id="8" name="图片 1073743875" descr="学科网 zxxk.com"/>
          <p:cNvPicPr>
            <a:picLocks noChangeAspect="1"/>
          </p:cNvPicPr>
          <p:nvPr/>
        </p:nvPicPr>
        <p:blipFill>
          <a:blip r:embed="rId25" r:link="rId26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</p:sldLayoutIdLst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 flipH="1"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  <p:pic>
        <p:nvPicPr>
          <p:cNvPr id="8" name="图片 1073743875" descr="学科网 zxxk.com"/>
          <p:cNvPicPr>
            <a:picLocks noChangeAspect="1"/>
          </p:cNvPicPr>
          <p:nvPr/>
        </p:nvPicPr>
        <p:blipFill>
          <a:blip r:embed="rId25" r:link="rId26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  <p:sldLayoutId id="2147483754" r:id="rId18"/>
  </p:sldLayoutIdLst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988.xml"/><Relationship Id="rId2" Type="http://schemas.openxmlformats.org/officeDocument/2006/relationships/tags" Target="../tags/tag987.xml"/><Relationship Id="rId1" Type="http://schemas.openxmlformats.org/officeDocument/2006/relationships/tags" Target="../tags/tag98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.xml"/><Relationship Id="rId8" Type="http://schemas.openxmlformats.org/officeDocument/2006/relationships/tags" Target="../tags/tag994.xml"/><Relationship Id="rId7" Type="http://schemas.openxmlformats.org/officeDocument/2006/relationships/tags" Target="../tags/tag993.xml"/><Relationship Id="rId6" Type="http://schemas.openxmlformats.org/officeDocument/2006/relationships/tags" Target="../tags/tag992.xml"/><Relationship Id="rId5" Type="http://schemas.openxmlformats.org/officeDocument/2006/relationships/image" Target="../media/image6.png"/><Relationship Id="rId4" Type="http://schemas.openxmlformats.org/officeDocument/2006/relationships/tags" Target="../tags/tag991.xml"/><Relationship Id="rId3" Type="http://schemas.openxmlformats.org/officeDocument/2006/relationships/image" Target="../media/image5.png"/><Relationship Id="rId2" Type="http://schemas.openxmlformats.org/officeDocument/2006/relationships/tags" Target="../tags/tag990.xml"/><Relationship Id="rId10" Type="http://schemas.openxmlformats.org/officeDocument/2006/relationships/notesSlide" Target="../notesSlides/notesSlide1.xml"/><Relationship Id="rId1" Type="http://schemas.openxmlformats.org/officeDocument/2006/relationships/tags" Target="../tags/tag989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0.xml"/><Relationship Id="rId5" Type="http://schemas.openxmlformats.org/officeDocument/2006/relationships/tags" Target="../tags/tag998.xml"/><Relationship Id="rId4" Type="http://schemas.openxmlformats.org/officeDocument/2006/relationships/tags" Target="../tags/tag997.xml"/><Relationship Id="rId3" Type="http://schemas.openxmlformats.org/officeDocument/2006/relationships/tags" Target="../tags/tag996.xml"/><Relationship Id="rId2" Type="http://schemas.openxmlformats.org/officeDocument/2006/relationships/image" Target="../media/image7.png"/><Relationship Id="rId1" Type="http://schemas.openxmlformats.org/officeDocument/2006/relationships/tags" Target="../tags/tag99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006.xml"/><Relationship Id="rId8" Type="http://schemas.openxmlformats.org/officeDocument/2006/relationships/tags" Target="../tags/tag1005.xml"/><Relationship Id="rId7" Type="http://schemas.openxmlformats.org/officeDocument/2006/relationships/tags" Target="../tags/tag1004.xml"/><Relationship Id="rId6" Type="http://schemas.openxmlformats.org/officeDocument/2006/relationships/image" Target="../media/image2.emf"/><Relationship Id="rId5" Type="http://schemas.openxmlformats.org/officeDocument/2006/relationships/tags" Target="../tags/tag1003.xml"/><Relationship Id="rId4" Type="http://schemas.openxmlformats.org/officeDocument/2006/relationships/tags" Target="../tags/tag1002.xml"/><Relationship Id="rId3" Type="http://schemas.openxmlformats.org/officeDocument/2006/relationships/tags" Target="../tags/tag1001.xml"/><Relationship Id="rId2" Type="http://schemas.openxmlformats.org/officeDocument/2006/relationships/tags" Target="../tags/tag1000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72.xml"/><Relationship Id="rId11" Type="http://schemas.openxmlformats.org/officeDocument/2006/relationships/tags" Target="../tags/tag1007.xml"/><Relationship Id="rId10" Type="http://schemas.openxmlformats.org/officeDocument/2006/relationships/image" Target="../media/image8.png"/><Relationship Id="rId1" Type="http://schemas.openxmlformats.org/officeDocument/2006/relationships/tags" Target="../tags/tag99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1015.xml"/><Relationship Id="rId7" Type="http://schemas.openxmlformats.org/officeDocument/2006/relationships/tags" Target="../tags/tag1014.xml"/><Relationship Id="rId6" Type="http://schemas.openxmlformats.org/officeDocument/2006/relationships/tags" Target="../tags/tag1013.xml"/><Relationship Id="rId5" Type="http://schemas.openxmlformats.org/officeDocument/2006/relationships/tags" Target="../tags/tag1012.xml"/><Relationship Id="rId4" Type="http://schemas.openxmlformats.org/officeDocument/2006/relationships/tags" Target="../tags/tag1011.xml"/><Relationship Id="rId32" Type="http://schemas.openxmlformats.org/officeDocument/2006/relationships/slideLayout" Target="../slideLayouts/slideLayout82.xml"/><Relationship Id="rId31" Type="http://schemas.openxmlformats.org/officeDocument/2006/relationships/tags" Target="../tags/tag1034.xml"/><Relationship Id="rId30" Type="http://schemas.openxmlformats.org/officeDocument/2006/relationships/tags" Target="../tags/tag1033.xml"/><Relationship Id="rId3" Type="http://schemas.openxmlformats.org/officeDocument/2006/relationships/tags" Target="../tags/tag1010.xml"/><Relationship Id="rId29" Type="http://schemas.openxmlformats.org/officeDocument/2006/relationships/tags" Target="../tags/tag1032.xml"/><Relationship Id="rId28" Type="http://schemas.openxmlformats.org/officeDocument/2006/relationships/tags" Target="../tags/tag1031.xml"/><Relationship Id="rId27" Type="http://schemas.openxmlformats.org/officeDocument/2006/relationships/tags" Target="../tags/tag1030.xml"/><Relationship Id="rId26" Type="http://schemas.openxmlformats.org/officeDocument/2006/relationships/tags" Target="../tags/tag1029.xml"/><Relationship Id="rId25" Type="http://schemas.openxmlformats.org/officeDocument/2006/relationships/tags" Target="../tags/tag1028.xml"/><Relationship Id="rId24" Type="http://schemas.openxmlformats.org/officeDocument/2006/relationships/tags" Target="../tags/tag1027.xml"/><Relationship Id="rId23" Type="http://schemas.openxmlformats.org/officeDocument/2006/relationships/tags" Target="../tags/tag1026.xml"/><Relationship Id="rId22" Type="http://schemas.openxmlformats.org/officeDocument/2006/relationships/tags" Target="../tags/tag1025.xml"/><Relationship Id="rId21" Type="http://schemas.openxmlformats.org/officeDocument/2006/relationships/tags" Target="../tags/tag1024.xml"/><Relationship Id="rId20" Type="http://schemas.openxmlformats.org/officeDocument/2006/relationships/image" Target="../media/image12.png"/><Relationship Id="rId2" Type="http://schemas.openxmlformats.org/officeDocument/2006/relationships/tags" Target="../tags/tag1009.xml"/><Relationship Id="rId19" Type="http://schemas.openxmlformats.org/officeDocument/2006/relationships/tags" Target="../tags/tag1023.xml"/><Relationship Id="rId18" Type="http://schemas.openxmlformats.org/officeDocument/2006/relationships/image" Target="../media/image11.png"/><Relationship Id="rId17" Type="http://schemas.openxmlformats.org/officeDocument/2006/relationships/tags" Target="../tags/tag1022.xml"/><Relationship Id="rId16" Type="http://schemas.openxmlformats.org/officeDocument/2006/relationships/tags" Target="../tags/tag1021.xml"/><Relationship Id="rId15" Type="http://schemas.openxmlformats.org/officeDocument/2006/relationships/tags" Target="../tags/tag1020.xml"/><Relationship Id="rId14" Type="http://schemas.openxmlformats.org/officeDocument/2006/relationships/tags" Target="../tags/tag1019.xml"/><Relationship Id="rId13" Type="http://schemas.openxmlformats.org/officeDocument/2006/relationships/tags" Target="../tags/tag1018.xml"/><Relationship Id="rId12" Type="http://schemas.openxmlformats.org/officeDocument/2006/relationships/tags" Target="../tags/tag1017.xml"/><Relationship Id="rId11" Type="http://schemas.openxmlformats.org/officeDocument/2006/relationships/image" Target="../media/image10.png"/><Relationship Id="rId10" Type="http://schemas.openxmlformats.org/officeDocument/2006/relationships/tags" Target="../tags/tag1016.xml"/><Relationship Id="rId1" Type="http://schemas.openxmlformats.org/officeDocument/2006/relationships/tags" Target="../tags/tag100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8.xml"/><Relationship Id="rId6" Type="http://schemas.openxmlformats.org/officeDocument/2006/relationships/tags" Target="../tags/tag1040.xml"/><Relationship Id="rId5" Type="http://schemas.openxmlformats.org/officeDocument/2006/relationships/tags" Target="../tags/tag1039.xml"/><Relationship Id="rId4" Type="http://schemas.openxmlformats.org/officeDocument/2006/relationships/tags" Target="../tags/tag1038.xml"/><Relationship Id="rId3" Type="http://schemas.openxmlformats.org/officeDocument/2006/relationships/tags" Target="../tags/tag1037.xml"/><Relationship Id="rId2" Type="http://schemas.openxmlformats.org/officeDocument/2006/relationships/tags" Target="../tags/tag1036.xml"/><Relationship Id="rId1" Type="http://schemas.openxmlformats.org/officeDocument/2006/relationships/tags" Target="../tags/tag103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049.xml"/><Relationship Id="rId8" Type="http://schemas.openxmlformats.org/officeDocument/2006/relationships/tags" Target="../tags/tag1048.xml"/><Relationship Id="rId7" Type="http://schemas.openxmlformats.org/officeDocument/2006/relationships/tags" Target="../tags/tag1047.xml"/><Relationship Id="rId6" Type="http://schemas.openxmlformats.org/officeDocument/2006/relationships/tags" Target="../tags/tag1046.xml"/><Relationship Id="rId5" Type="http://schemas.openxmlformats.org/officeDocument/2006/relationships/tags" Target="../tags/tag1045.xml"/><Relationship Id="rId4" Type="http://schemas.openxmlformats.org/officeDocument/2006/relationships/tags" Target="../tags/tag1044.xml"/><Relationship Id="rId3" Type="http://schemas.openxmlformats.org/officeDocument/2006/relationships/tags" Target="../tags/tag1043.xml"/><Relationship Id="rId2" Type="http://schemas.openxmlformats.org/officeDocument/2006/relationships/tags" Target="../tags/tag1042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82.xml"/><Relationship Id="rId1" Type="http://schemas.openxmlformats.org/officeDocument/2006/relationships/tags" Target="../tags/tag104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57.xml"/><Relationship Id="rId8" Type="http://schemas.openxmlformats.org/officeDocument/2006/relationships/tags" Target="../tags/tag1056.xml"/><Relationship Id="rId7" Type="http://schemas.openxmlformats.org/officeDocument/2006/relationships/image" Target="../media/image13.png"/><Relationship Id="rId6" Type="http://schemas.openxmlformats.org/officeDocument/2006/relationships/tags" Target="../tags/tag1055.xml"/><Relationship Id="rId5" Type="http://schemas.openxmlformats.org/officeDocument/2006/relationships/tags" Target="../tags/tag1054.xml"/><Relationship Id="rId4" Type="http://schemas.openxmlformats.org/officeDocument/2006/relationships/tags" Target="../tags/tag1053.xml"/><Relationship Id="rId3" Type="http://schemas.openxmlformats.org/officeDocument/2006/relationships/tags" Target="../tags/tag1052.xml"/><Relationship Id="rId2" Type="http://schemas.openxmlformats.org/officeDocument/2006/relationships/tags" Target="../tags/tag1051.xml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82.xml"/><Relationship Id="rId13" Type="http://schemas.openxmlformats.org/officeDocument/2006/relationships/tags" Target="../tags/tag1061.xml"/><Relationship Id="rId12" Type="http://schemas.openxmlformats.org/officeDocument/2006/relationships/tags" Target="../tags/tag1060.xml"/><Relationship Id="rId11" Type="http://schemas.openxmlformats.org/officeDocument/2006/relationships/tags" Target="../tags/tag1059.xml"/><Relationship Id="rId10" Type="http://schemas.openxmlformats.org/officeDocument/2006/relationships/tags" Target="../tags/tag1058.xml"/><Relationship Id="rId1" Type="http://schemas.openxmlformats.org/officeDocument/2006/relationships/tags" Target="../tags/tag105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069.xml"/><Relationship Id="rId8" Type="http://schemas.openxmlformats.org/officeDocument/2006/relationships/image" Target="../media/image13.png"/><Relationship Id="rId7" Type="http://schemas.openxmlformats.org/officeDocument/2006/relationships/tags" Target="../tags/tag1068.xml"/><Relationship Id="rId6" Type="http://schemas.openxmlformats.org/officeDocument/2006/relationships/tags" Target="../tags/tag1067.xml"/><Relationship Id="rId5" Type="http://schemas.openxmlformats.org/officeDocument/2006/relationships/tags" Target="../tags/tag1066.xml"/><Relationship Id="rId4" Type="http://schemas.openxmlformats.org/officeDocument/2006/relationships/tags" Target="../tags/tag1065.xml"/><Relationship Id="rId3" Type="http://schemas.openxmlformats.org/officeDocument/2006/relationships/tags" Target="../tags/tag1064.xml"/><Relationship Id="rId2" Type="http://schemas.openxmlformats.org/officeDocument/2006/relationships/tags" Target="../tags/tag1063.xml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28.xml"/><Relationship Id="rId13" Type="http://schemas.openxmlformats.org/officeDocument/2006/relationships/tags" Target="../tags/tag1072.xml"/><Relationship Id="rId12" Type="http://schemas.openxmlformats.org/officeDocument/2006/relationships/tags" Target="../tags/tag1071.xml"/><Relationship Id="rId11" Type="http://schemas.openxmlformats.org/officeDocument/2006/relationships/tags" Target="../tags/tag1070.xml"/><Relationship Id="rId10" Type="http://schemas.openxmlformats.org/officeDocument/2006/relationships/image" Target="../media/image14.png"/><Relationship Id="rId1" Type="http://schemas.openxmlformats.org/officeDocument/2006/relationships/tags" Target="../tags/tag106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081.xml"/><Relationship Id="rId8" Type="http://schemas.openxmlformats.org/officeDocument/2006/relationships/tags" Target="../tags/tag1080.xml"/><Relationship Id="rId7" Type="http://schemas.openxmlformats.org/officeDocument/2006/relationships/tags" Target="../tags/tag1079.xml"/><Relationship Id="rId6" Type="http://schemas.openxmlformats.org/officeDocument/2006/relationships/tags" Target="../tags/tag1078.xml"/><Relationship Id="rId5" Type="http://schemas.openxmlformats.org/officeDocument/2006/relationships/tags" Target="../tags/tag1077.xml"/><Relationship Id="rId4" Type="http://schemas.openxmlformats.org/officeDocument/2006/relationships/tags" Target="../tags/tag1076.xml"/><Relationship Id="rId3" Type="http://schemas.openxmlformats.org/officeDocument/2006/relationships/tags" Target="../tags/tag1075.xml"/><Relationship Id="rId2" Type="http://schemas.openxmlformats.org/officeDocument/2006/relationships/tags" Target="../tags/tag1074.xml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28.xml"/><Relationship Id="rId10" Type="http://schemas.openxmlformats.org/officeDocument/2006/relationships/tags" Target="../tags/tag1082.xml"/><Relationship Id="rId1" Type="http://schemas.openxmlformats.org/officeDocument/2006/relationships/tags" Target="../tags/tag107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.bin"/><Relationship Id="rId8" Type="http://schemas.openxmlformats.org/officeDocument/2006/relationships/tags" Target="../tags/tag1088.xml"/><Relationship Id="rId7" Type="http://schemas.openxmlformats.org/officeDocument/2006/relationships/image" Target="../media/image15.png"/><Relationship Id="rId6" Type="http://schemas.openxmlformats.org/officeDocument/2006/relationships/image" Target="../media/image2.emf"/><Relationship Id="rId5" Type="http://schemas.openxmlformats.org/officeDocument/2006/relationships/tags" Target="../tags/tag1087.xml"/><Relationship Id="rId4" Type="http://schemas.openxmlformats.org/officeDocument/2006/relationships/tags" Target="../tags/tag1086.xml"/><Relationship Id="rId3" Type="http://schemas.openxmlformats.org/officeDocument/2006/relationships/tags" Target="../tags/tag1085.xml"/><Relationship Id="rId2" Type="http://schemas.openxmlformats.org/officeDocument/2006/relationships/tags" Target="../tags/tag1084.xml"/><Relationship Id="rId14" Type="http://schemas.openxmlformats.org/officeDocument/2006/relationships/notesSlide" Target="../notesSlides/notesSlide8.xml"/><Relationship Id="rId13" Type="http://schemas.openxmlformats.org/officeDocument/2006/relationships/vmlDrawing" Target="../drawings/vmlDrawing1.vml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1089.xml"/><Relationship Id="rId10" Type="http://schemas.openxmlformats.org/officeDocument/2006/relationships/image" Target="../media/image16.wmf"/><Relationship Id="rId1" Type="http://schemas.openxmlformats.org/officeDocument/2006/relationships/tags" Target="../tags/tag108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096.xml"/><Relationship Id="rId8" Type="http://schemas.openxmlformats.org/officeDocument/2006/relationships/image" Target="../media/image2.emf"/><Relationship Id="rId7" Type="http://schemas.openxmlformats.org/officeDocument/2006/relationships/tags" Target="../tags/tag1095.xml"/><Relationship Id="rId6" Type="http://schemas.openxmlformats.org/officeDocument/2006/relationships/tags" Target="../tags/tag1094.xml"/><Relationship Id="rId5" Type="http://schemas.openxmlformats.org/officeDocument/2006/relationships/tags" Target="../tags/tag1093.xml"/><Relationship Id="rId4" Type="http://schemas.openxmlformats.org/officeDocument/2006/relationships/image" Target="../media/image17.png"/><Relationship Id="rId3" Type="http://schemas.openxmlformats.org/officeDocument/2006/relationships/tags" Target="../tags/tag1092.xml"/><Relationship Id="rId2" Type="http://schemas.openxmlformats.org/officeDocument/2006/relationships/tags" Target="../tags/tag1091.xml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8.xml"/><Relationship Id="rId1" Type="http://schemas.openxmlformats.org/officeDocument/2006/relationships/tags" Target="../tags/tag1090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tags" Target="../tags/tag1103.xml"/><Relationship Id="rId7" Type="http://schemas.openxmlformats.org/officeDocument/2006/relationships/tags" Target="../tags/tag1102.xml"/><Relationship Id="rId6" Type="http://schemas.openxmlformats.org/officeDocument/2006/relationships/image" Target="../media/image2.emf"/><Relationship Id="rId5" Type="http://schemas.openxmlformats.org/officeDocument/2006/relationships/tags" Target="../tags/tag1101.xml"/><Relationship Id="rId4" Type="http://schemas.openxmlformats.org/officeDocument/2006/relationships/tags" Target="../tags/tag1100.xml"/><Relationship Id="rId3" Type="http://schemas.openxmlformats.org/officeDocument/2006/relationships/tags" Target="../tags/tag1099.xml"/><Relationship Id="rId2" Type="http://schemas.openxmlformats.org/officeDocument/2006/relationships/tags" Target="../tags/tag1098.xml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1104.xml"/><Relationship Id="rId1" Type="http://schemas.openxmlformats.org/officeDocument/2006/relationships/tags" Target="../tags/tag109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1106.xml"/><Relationship Id="rId1" Type="http://schemas.openxmlformats.org/officeDocument/2006/relationships/tags" Target="../tags/tag110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114.xml"/><Relationship Id="rId8" Type="http://schemas.openxmlformats.org/officeDocument/2006/relationships/tags" Target="../tags/tag1113.xml"/><Relationship Id="rId7" Type="http://schemas.openxmlformats.org/officeDocument/2006/relationships/image" Target="../media/image19.png"/><Relationship Id="rId6" Type="http://schemas.openxmlformats.org/officeDocument/2006/relationships/tags" Target="../tags/tag1112.xml"/><Relationship Id="rId5" Type="http://schemas.openxmlformats.org/officeDocument/2006/relationships/tags" Target="../tags/tag1111.xml"/><Relationship Id="rId4" Type="http://schemas.openxmlformats.org/officeDocument/2006/relationships/tags" Target="../tags/tag1110.xml"/><Relationship Id="rId3" Type="http://schemas.openxmlformats.org/officeDocument/2006/relationships/tags" Target="../tags/tag1109.xml"/><Relationship Id="rId2" Type="http://schemas.openxmlformats.org/officeDocument/2006/relationships/tags" Target="../tags/tag1108.xml"/><Relationship Id="rId19" Type="http://schemas.openxmlformats.org/officeDocument/2006/relationships/notesSlide" Target="../notesSlides/notesSlide11.xml"/><Relationship Id="rId18" Type="http://schemas.openxmlformats.org/officeDocument/2006/relationships/slideLayout" Target="../slideLayouts/slideLayout28.xml"/><Relationship Id="rId17" Type="http://schemas.openxmlformats.org/officeDocument/2006/relationships/tags" Target="../tags/tag1121.xml"/><Relationship Id="rId16" Type="http://schemas.openxmlformats.org/officeDocument/2006/relationships/tags" Target="../tags/tag1120.xml"/><Relationship Id="rId15" Type="http://schemas.openxmlformats.org/officeDocument/2006/relationships/image" Target="../media/image20.png"/><Relationship Id="rId14" Type="http://schemas.openxmlformats.org/officeDocument/2006/relationships/tags" Target="../tags/tag1119.xml"/><Relationship Id="rId13" Type="http://schemas.openxmlformats.org/officeDocument/2006/relationships/tags" Target="../tags/tag1118.xml"/><Relationship Id="rId12" Type="http://schemas.openxmlformats.org/officeDocument/2006/relationships/tags" Target="../tags/tag1117.xml"/><Relationship Id="rId11" Type="http://schemas.openxmlformats.org/officeDocument/2006/relationships/tags" Target="../tags/tag1116.xml"/><Relationship Id="rId10" Type="http://schemas.openxmlformats.org/officeDocument/2006/relationships/tags" Target="../tags/tag1115.xml"/><Relationship Id="rId1" Type="http://schemas.openxmlformats.org/officeDocument/2006/relationships/tags" Target="../tags/tag1107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.bin"/><Relationship Id="rId8" Type="http://schemas.openxmlformats.org/officeDocument/2006/relationships/tags" Target="../tags/tag1128.xml"/><Relationship Id="rId7" Type="http://schemas.openxmlformats.org/officeDocument/2006/relationships/tags" Target="../tags/tag1127.xml"/><Relationship Id="rId6" Type="http://schemas.openxmlformats.org/officeDocument/2006/relationships/image" Target="../media/image2.emf"/><Relationship Id="rId5" Type="http://schemas.openxmlformats.org/officeDocument/2006/relationships/tags" Target="../tags/tag1126.xml"/><Relationship Id="rId4" Type="http://schemas.openxmlformats.org/officeDocument/2006/relationships/tags" Target="../tags/tag1125.xml"/><Relationship Id="rId39" Type="http://schemas.openxmlformats.org/officeDocument/2006/relationships/notesSlide" Target="../notesSlides/notesSlide12.xml"/><Relationship Id="rId38" Type="http://schemas.openxmlformats.org/officeDocument/2006/relationships/vmlDrawing" Target="../drawings/vmlDrawing2.vml"/><Relationship Id="rId37" Type="http://schemas.openxmlformats.org/officeDocument/2006/relationships/slideLayout" Target="../slideLayouts/slideLayout72.xml"/><Relationship Id="rId36" Type="http://schemas.openxmlformats.org/officeDocument/2006/relationships/tags" Target="../tags/tag1132.xml"/><Relationship Id="rId35" Type="http://schemas.openxmlformats.org/officeDocument/2006/relationships/image" Target="../media/image32.wmf"/><Relationship Id="rId34" Type="http://schemas.openxmlformats.org/officeDocument/2006/relationships/oleObject" Target="../embeddings/oleObject13.bin"/><Relationship Id="rId33" Type="http://schemas.openxmlformats.org/officeDocument/2006/relationships/image" Target="../media/image31.wmf"/><Relationship Id="rId32" Type="http://schemas.openxmlformats.org/officeDocument/2006/relationships/oleObject" Target="../embeddings/oleObject12.bin"/><Relationship Id="rId31" Type="http://schemas.openxmlformats.org/officeDocument/2006/relationships/image" Target="../media/image30.wmf"/><Relationship Id="rId30" Type="http://schemas.openxmlformats.org/officeDocument/2006/relationships/oleObject" Target="../embeddings/oleObject11.bin"/><Relationship Id="rId3" Type="http://schemas.openxmlformats.org/officeDocument/2006/relationships/tags" Target="../tags/tag1124.xml"/><Relationship Id="rId29" Type="http://schemas.openxmlformats.org/officeDocument/2006/relationships/image" Target="../media/image29.wmf"/><Relationship Id="rId28" Type="http://schemas.openxmlformats.org/officeDocument/2006/relationships/oleObject" Target="../embeddings/oleObject10.bin"/><Relationship Id="rId27" Type="http://schemas.openxmlformats.org/officeDocument/2006/relationships/image" Target="../media/image28.wmf"/><Relationship Id="rId26" Type="http://schemas.openxmlformats.org/officeDocument/2006/relationships/oleObject" Target="../embeddings/oleObject9.bin"/><Relationship Id="rId25" Type="http://schemas.openxmlformats.org/officeDocument/2006/relationships/tags" Target="../tags/tag1131.xml"/><Relationship Id="rId24" Type="http://schemas.openxmlformats.org/officeDocument/2006/relationships/tags" Target="../tags/tag1130.xml"/><Relationship Id="rId23" Type="http://schemas.openxmlformats.org/officeDocument/2006/relationships/image" Target="../media/image27.wmf"/><Relationship Id="rId22" Type="http://schemas.openxmlformats.org/officeDocument/2006/relationships/oleObject" Target="../embeddings/oleObject8.bin"/><Relationship Id="rId21" Type="http://schemas.openxmlformats.org/officeDocument/2006/relationships/image" Target="../media/image26.wmf"/><Relationship Id="rId20" Type="http://schemas.openxmlformats.org/officeDocument/2006/relationships/oleObject" Target="../embeddings/oleObject7.bin"/><Relationship Id="rId2" Type="http://schemas.openxmlformats.org/officeDocument/2006/relationships/tags" Target="../tags/tag1123.xml"/><Relationship Id="rId19" Type="http://schemas.openxmlformats.org/officeDocument/2006/relationships/image" Target="../media/image25.wmf"/><Relationship Id="rId18" Type="http://schemas.openxmlformats.org/officeDocument/2006/relationships/oleObject" Target="../embeddings/oleObject6.bin"/><Relationship Id="rId17" Type="http://schemas.openxmlformats.org/officeDocument/2006/relationships/tags" Target="../tags/tag1129.xml"/><Relationship Id="rId16" Type="http://schemas.openxmlformats.org/officeDocument/2006/relationships/image" Target="../media/image24.wmf"/><Relationship Id="rId15" Type="http://schemas.openxmlformats.org/officeDocument/2006/relationships/oleObject" Target="../embeddings/oleObject5.bin"/><Relationship Id="rId14" Type="http://schemas.openxmlformats.org/officeDocument/2006/relationships/image" Target="../media/image23.wmf"/><Relationship Id="rId13" Type="http://schemas.openxmlformats.org/officeDocument/2006/relationships/oleObject" Target="../embeddings/oleObject4.bin"/><Relationship Id="rId12" Type="http://schemas.openxmlformats.org/officeDocument/2006/relationships/image" Target="../media/image22.wmf"/><Relationship Id="rId11" Type="http://schemas.openxmlformats.org/officeDocument/2006/relationships/oleObject" Target="../embeddings/oleObject3.bin"/><Relationship Id="rId10" Type="http://schemas.openxmlformats.org/officeDocument/2006/relationships/image" Target="../media/image21.wmf"/><Relationship Id="rId1" Type="http://schemas.openxmlformats.org/officeDocument/2006/relationships/tags" Target="../tags/tag112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tags" Target="../tags/tag1139.xml"/><Relationship Id="rId7" Type="http://schemas.openxmlformats.org/officeDocument/2006/relationships/tags" Target="../tags/tag1138.xml"/><Relationship Id="rId6" Type="http://schemas.openxmlformats.org/officeDocument/2006/relationships/image" Target="../media/image2.emf"/><Relationship Id="rId5" Type="http://schemas.openxmlformats.org/officeDocument/2006/relationships/tags" Target="../tags/tag1137.xml"/><Relationship Id="rId4" Type="http://schemas.openxmlformats.org/officeDocument/2006/relationships/tags" Target="../tags/tag1136.xml"/><Relationship Id="rId3" Type="http://schemas.openxmlformats.org/officeDocument/2006/relationships/tags" Target="../tags/tag1135.xml"/><Relationship Id="rId28" Type="http://schemas.openxmlformats.org/officeDocument/2006/relationships/notesSlide" Target="../notesSlides/notesSlide13.xml"/><Relationship Id="rId27" Type="http://schemas.openxmlformats.org/officeDocument/2006/relationships/vmlDrawing" Target="../drawings/vmlDrawing3.vml"/><Relationship Id="rId26" Type="http://schemas.openxmlformats.org/officeDocument/2006/relationships/slideLayout" Target="../slideLayouts/slideLayout72.xml"/><Relationship Id="rId25" Type="http://schemas.openxmlformats.org/officeDocument/2006/relationships/tags" Target="../tags/tag1142.xml"/><Relationship Id="rId24" Type="http://schemas.openxmlformats.org/officeDocument/2006/relationships/image" Target="../media/image40.png"/><Relationship Id="rId23" Type="http://schemas.openxmlformats.org/officeDocument/2006/relationships/image" Target="../media/image39.png"/><Relationship Id="rId22" Type="http://schemas.openxmlformats.org/officeDocument/2006/relationships/tags" Target="../tags/tag1141.xml"/><Relationship Id="rId21" Type="http://schemas.openxmlformats.org/officeDocument/2006/relationships/tags" Target="../tags/tag1140.xml"/><Relationship Id="rId20" Type="http://schemas.openxmlformats.org/officeDocument/2006/relationships/image" Target="../media/image38.wmf"/><Relationship Id="rId2" Type="http://schemas.openxmlformats.org/officeDocument/2006/relationships/tags" Target="../tags/tag1134.xml"/><Relationship Id="rId19" Type="http://schemas.openxmlformats.org/officeDocument/2006/relationships/oleObject" Target="../embeddings/oleObject19.bin"/><Relationship Id="rId18" Type="http://schemas.openxmlformats.org/officeDocument/2006/relationships/image" Target="../media/image37.wmf"/><Relationship Id="rId17" Type="http://schemas.openxmlformats.org/officeDocument/2006/relationships/oleObject" Target="../embeddings/oleObject18.bin"/><Relationship Id="rId16" Type="http://schemas.openxmlformats.org/officeDocument/2006/relationships/image" Target="../media/image36.wmf"/><Relationship Id="rId15" Type="http://schemas.openxmlformats.org/officeDocument/2006/relationships/oleObject" Target="../embeddings/oleObject17.bin"/><Relationship Id="rId14" Type="http://schemas.openxmlformats.org/officeDocument/2006/relationships/image" Target="../media/image35.wmf"/><Relationship Id="rId13" Type="http://schemas.openxmlformats.org/officeDocument/2006/relationships/oleObject" Target="../embeddings/oleObject16.bin"/><Relationship Id="rId12" Type="http://schemas.openxmlformats.org/officeDocument/2006/relationships/image" Target="../media/image34.wmf"/><Relationship Id="rId11" Type="http://schemas.openxmlformats.org/officeDocument/2006/relationships/oleObject" Target="../embeddings/oleObject15.bin"/><Relationship Id="rId10" Type="http://schemas.openxmlformats.org/officeDocument/2006/relationships/image" Target="../media/image33.wmf"/><Relationship Id="rId1" Type="http://schemas.openxmlformats.org/officeDocument/2006/relationships/tags" Target="../tags/tag1133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.bin"/><Relationship Id="rId8" Type="http://schemas.openxmlformats.org/officeDocument/2006/relationships/tags" Target="../tags/tag1148.xml"/><Relationship Id="rId7" Type="http://schemas.openxmlformats.org/officeDocument/2006/relationships/image" Target="../media/image41.wmf"/><Relationship Id="rId6" Type="http://schemas.openxmlformats.org/officeDocument/2006/relationships/oleObject" Target="../embeddings/oleObject20.bin"/><Relationship Id="rId5" Type="http://schemas.openxmlformats.org/officeDocument/2006/relationships/tags" Target="../tags/tag1147.xml"/><Relationship Id="rId44" Type="http://schemas.openxmlformats.org/officeDocument/2006/relationships/notesSlide" Target="../notesSlides/notesSlide14.xml"/><Relationship Id="rId43" Type="http://schemas.openxmlformats.org/officeDocument/2006/relationships/vmlDrawing" Target="../drawings/vmlDrawing4.vml"/><Relationship Id="rId42" Type="http://schemas.openxmlformats.org/officeDocument/2006/relationships/slideLayout" Target="../slideLayouts/slideLayout18.xml"/><Relationship Id="rId41" Type="http://schemas.openxmlformats.org/officeDocument/2006/relationships/tags" Target="../tags/tag1159.xml"/><Relationship Id="rId40" Type="http://schemas.openxmlformats.org/officeDocument/2006/relationships/image" Target="../media/image52.wmf"/><Relationship Id="rId4" Type="http://schemas.openxmlformats.org/officeDocument/2006/relationships/tags" Target="../tags/tag1146.xml"/><Relationship Id="rId39" Type="http://schemas.openxmlformats.org/officeDocument/2006/relationships/oleObject" Target="../embeddings/oleObject31.bin"/><Relationship Id="rId38" Type="http://schemas.openxmlformats.org/officeDocument/2006/relationships/tags" Target="../tags/tag1158.xml"/><Relationship Id="rId37" Type="http://schemas.openxmlformats.org/officeDocument/2006/relationships/image" Target="../media/image51.wmf"/><Relationship Id="rId36" Type="http://schemas.openxmlformats.org/officeDocument/2006/relationships/oleObject" Target="../embeddings/oleObject30.bin"/><Relationship Id="rId35" Type="http://schemas.openxmlformats.org/officeDocument/2006/relationships/tags" Target="../tags/tag1157.xml"/><Relationship Id="rId34" Type="http://schemas.openxmlformats.org/officeDocument/2006/relationships/image" Target="../media/image50.wmf"/><Relationship Id="rId33" Type="http://schemas.openxmlformats.org/officeDocument/2006/relationships/oleObject" Target="../embeddings/oleObject29.bin"/><Relationship Id="rId32" Type="http://schemas.openxmlformats.org/officeDocument/2006/relationships/tags" Target="../tags/tag1156.xml"/><Relationship Id="rId31" Type="http://schemas.openxmlformats.org/officeDocument/2006/relationships/image" Target="../media/image49.wmf"/><Relationship Id="rId30" Type="http://schemas.openxmlformats.org/officeDocument/2006/relationships/oleObject" Target="../embeddings/oleObject28.bin"/><Relationship Id="rId3" Type="http://schemas.openxmlformats.org/officeDocument/2006/relationships/tags" Target="../tags/tag1145.xml"/><Relationship Id="rId29" Type="http://schemas.openxmlformats.org/officeDocument/2006/relationships/tags" Target="../tags/tag1155.xml"/><Relationship Id="rId28" Type="http://schemas.openxmlformats.org/officeDocument/2006/relationships/image" Target="../media/image48.wmf"/><Relationship Id="rId27" Type="http://schemas.openxmlformats.org/officeDocument/2006/relationships/oleObject" Target="../embeddings/oleObject27.bin"/><Relationship Id="rId26" Type="http://schemas.openxmlformats.org/officeDocument/2006/relationships/tags" Target="../tags/tag1154.xml"/><Relationship Id="rId25" Type="http://schemas.openxmlformats.org/officeDocument/2006/relationships/image" Target="../media/image47.wmf"/><Relationship Id="rId24" Type="http://schemas.openxmlformats.org/officeDocument/2006/relationships/oleObject" Target="../embeddings/oleObject26.bin"/><Relationship Id="rId23" Type="http://schemas.openxmlformats.org/officeDocument/2006/relationships/tags" Target="../tags/tag1153.xml"/><Relationship Id="rId22" Type="http://schemas.openxmlformats.org/officeDocument/2006/relationships/image" Target="../media/image46.wmf"/><Relationship Id="rId21" Type="http://schemas.openxmlformats.org/officeDocument/2006/relationships/oleObject" Target="../embeddings/oleObject25.bin"/><Relationship Id="rId20" Type="http://schemas.openxmlformats.org/officeDocument/2006/relationships/tags" Target="../tags/tag1152.xml"/><Relationship Id="rId2" Type="http://schemas.openxmlformats.org/officeDocument/2006/relationships/tags" Target="../tags/tag1144.xml"/><Relationship Id="rId19" Type="http://schemas.openxmlformats.org/officeDocument/2006/relationships/image" Target="../media/image45.wmf"/><Relationship Id="rId18" Type="http://schemas.openxmlformats.org/officeDocument/2006/relationships/oleObject" Target="../embeddings/oleObject24.bin"/><Relationship Id="rId17" Type="http://schemas.openxmlformats.org/officeDocument/2006/relationships/tags" Target="../tags/tag1151.xml"/><Relationship Id="rId16" Type="http://schemas.openxmlformats.org/officeDocument/2006/relationships/image" Target="../media/image44.wmf"/><Relationship Id="rId15" Type="http://schemas.openxmlformats.org/officeDocument/2006/relationships/oleObject" Target="../embeddings/oleObject23.bin"/><Relationship Id="rId14" Type="http://schemas.openxmlformats.org/officeDocument/2006/relationships/tags" Target="../tags/tag1150.xml"/><Relationship Id="rId13" Type="http://schemas.openxmlformats.org/officeDocument/2006/relationships/image" Target="../media/image43.wmf"/><Relationship Id="rId12" Type="http://schemas.openxmlformats.org/officeDocument/2006/relationships/oleObject" Target="../embeddings/oleObject22.bin"/><Relationship Id="rId11" Type="http://schemas.openxmlformats.org/officeDocument/2006/relationships/tags" Target="../tags/tag1149.xml"/><Relationship Id="rId10" Type="http://schemas.openxmlformats.org/officeDocument/2006/relationships/image" Target="../media/image42.wmf"/><Relationship Id="rId1" Type="http://schemas.openxmlformats.org/officeDocument/2006/relationships/tags" Target="../tags/tag1143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.bin"/><Relationship Id="rId8" Type="http://schemas.openxmlformats.org/officeDocument/2006/relationships/tags" Target="../tags/tag1165.xml"/><Relationship Id="rId7" Type="http://schemas.openxmlformats.org/officeDocument/2006/relationships/image" Target="../media/image53.wmf"/><Relationship Id="rId6" Type="http://schemas.openxmlformats.org/officeDocument/2006/relationships/oleObject" Target="../embeddings/oleObject32.bin"/><Relationship Id="rId5" Type="http://schemas.openxmlformats.org/officeDocument/2006/relationships/tags" Target="../tags/tag1164.xml"/><Relationship Id="rId4" Type="http://schemas.openxmlformats.org/officeDocument/2006/relationships/tags" Target="../tags/tag1163.xml"/><Relationship Id="rId35" Type="http://schemas.openxmlformats.org/officeDocument/2006/relationships/notesSlide" Target="../notesSlides/notesSlide15.xml"/><Relationship Id="rId34" Type="http://schemas.openxmlformats.org/officeDocument/2006/relationships/vmlDrawing" Target="../drawings/vmlDrawing5.vml"/><Relationship Id="rId33" Type="http://schemas.openxmlformats.org/officeDocument/2006/relationships/slideLayout" Target="../slideLayouts/slideLayout18.xml"/><Relationship Id="rId32" Type="http://schemas.openxmlformats.org/officeDocument/2006/relationships/tags" Target="../tags/tag1173.xml"/><Relationship Id="rId31" Type="http://schemas.openxmlformats.org/officeDocument/2006/relationships/image" Target="../media/image61.wmf"/><Relationship Id="rId30" Type="http://schemas.openxmlformats.org/officeDocument/2006/relationships/oleObject" Target="../embeddings/oleObject40.bin"/><Relationship Id="rId3" Type="http://schemas.openxmlformats.org/officeDocument/2006/relationships/tags" Target="../tags/tag1162.xml"/><Relationship Id="rId29" Type="http://schemas.openxmlformats.org/officeDocument/2006/relationships/tags" Target="../tags/tag1172.xml"/><Relationship Id="rId28" Type="http://schemas.openxmlformats.org/officeDocument/2006/relationships/image" Target="../media/image60.wmf"/><Relationship Id="rId27" Type="http://schemas.openxmlformats.org/officeDocument/2006/relationships/oleObject" Target="../embeddings/oleObject39.bin"/><Relationship Id="rId26" Type="http://schemas.openxmlformats.org/officeDocument/2006/relationships/tags" Target="../tags/tag1171.xml"/><Relationship Id="rId25" Type="http://schemas.openxmlformats.org/officeDocument/2006/relationships/image" Target="../media/image59.wmf"/><Relationship Id="rId24" Type="http://schemas.openxmlformats.org/officeDocument/2006/relationships/oleObject" Target="../embeddings/oleObject38.bin"/><Relationship Id="rId23" Type="http://schemas.openxmlformats.org/officeDocument/2006/relationships/tags" Target="../tags/tag1170.xml"/><Relationship Id="rId22" Type="http://schemas.openxmlformats.org/officeDocument/2006/relationships/image" Target="../media/image58.wmf"/><Relationship Id="rId21" Type="http://schemas.openxmlformats.org/officeDocument/2006/relationships/oleObject" Target="../embeddings/oleObject37.bin"/><Relationship Id="rId20" Type="http://schemas.openxmlformats.org/officeDocument/2006/relationships/tags" Target="../tags/tag1169.xml"/><Relationship Id="rId2" Type="http://schemas.openxmlformats.org/officeDocument/2006/relationships/tags" Target="../tags/tag1161.xml"/><Relationship Id="rId19" Type="http://schemas.openxmlformats.org/officeDocument/2006/relationships/image" Target="../media/image57.wmf"/><Relationship Id="rId18" Type="http://schemas.openxmlformats.org/officeDocument/2006/relationships/oleObject" Target="../embeddings/oleObject36.bin"/><Relationship Id="rId17" Type="http://schemas.openxmlformats.org/officeDocument/2006/relationships/tags" Target="../tags/tag1168.xml"/><Relationship Id="rId16" Type="http://schemas.openxmlformats.org/officeDocument/2006/relationships/image" Target="../media/image56.wmf"/><Relationship Id="rId15" Type="http://schemas.openxmlformats.org/officeDocument/2006/relationships/oleObject" Target="../embeddings/oleObject35.bin"/><Relationship Id="rId14" Type="http://schemas.openxmlformats.org/officeDocument/2006/relationships/tags" Target="../tags/tag1167.xml"/><Relationship Id="rId13" Type="http://schemas.openxmlformats.org/officeDocument/2006/relationships/image" Target="../media/image55.wmf"/><Relationship Id="rId12" Type="http://schemas.openxmlformats.org/officeDocument/2006/relationships/oleObject" Target="../embeddings/oleObject34.bin"/><Relationship Id="rId11" Type="http://schemas.openxmlformats.org/officeDocument/2006/relationships/tags" Target="../tags/tag1166.xml"/><Relationship Id="rId10" Type="http://schemas.openxmlformats.org/officeDocument/2006/relationships/image" Target="../media/image54.wmf"/><Relationship Id="rId1" Type="http://schemas.openxmlformats.org/officeDocument/2006/relationships/tags" Target="../tags/tag1160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181.xml"/><Relationship Id="rId8" Type="http://schemas.openxmlformats.org/officeDocument/2006/relationships/tags" Target="../tags/tag1180.xml"/><Relationship Id="rId7" Type="http://schemas.openxmlformats.org/officeDocument/2006/relationships/tags" Target="../tags/tag1179.xml"/><Relationship Id="rId6" Type="http://schemas.openxmlformats.org/officeDocument/2006/relationships/image" Target="../media/image2.emf"/><Relationship Id="rId5" Type="http://schemas.openxmlformats.org/officeDocument/2006/relationships/tags" Target="../tags/tag1178.xml"/><Relationship Id="rId4" Type="http://schemas.openxmlformats.org/officeDocument/2006/relationships/tags" Target="../tags/tag1177.xml"/><Relationship Id="rId3" Type="http://schemas.openxmlformats.org/officeDocument/2006/relationships/tags" Target="../tags/tag1176.xml"/><Relationship Id="rId28" Type="http://schemas.openxmlformats.org/officeDocument/2006/relationships/notesSlide" Target="../notesSlides/notesSlide16.xml"/><Relationship Id="rId27" Type="http://schemas.openxmlformats.org/officeDocument/2006/relationships/slideLayout" Target="../slideLayouts/slideLayout72.xml"/><Relationship Id="rId26" Type="http://schemas.openxmlformats.org/officeDocument/2006/relationships/tags" Target="../tags/tag1198.xml"/><Relationship Id="rId25" Type="http://schemas.openxmlformats.org/officeDocument/2006/relationships/tags" Target="../tags/tag1197.xml"/><Relationship Id="rId24" Type="http://schemas.openxmlformats.org/officeDocument/2006/relationships/tags" Target="../tags/tag1196.xml"/><Relationship Id="rId23" Type="http://schemas.openxmlformats.org/officeDocument/2006/relationships/tags" Target="../tags/tag1195.xml"/><Relationship Id="rId22" Type="http://schemas.openxmlformats.org/officeDocument/2006/relationships/tags" Target="../tags/tag1194.xml"/><Relationship Id="rId21" Type="http://schemas.openxmlformats.org/officeDocument/2006/relationships/tags" Target="../tags/tag1193.xml"/><Relationship Id="rId20" Type="http://schemas.openxmlformats.org/officeDocument/2006/relationships/tags" Target="../tags/tag1192.xml"/><Relationship Id="rId2" Type="http://schemas.openxmlformats.org/officeDocument/2006/relationships/tags" Target="../tags/tag1175.xml"/><Relationship Id="rId19" Type="http://schemas.openxmlformats.org/officeDocument/2006/relationships/tags" Target="../tags/tag1191.xml"/><Relationship Id="rId18" Type="http://schemas.openxmlformats.org/officeDocument/2006/relationships/tags" Target="../tags/tag1190.xml"/><Relationship Id="rId17" Type="http://schemas.openxmlformats.org/officeDocument/2006/relationships/tags" Target="../tags/tag1189.xml"/><Relationship Id="rId16" Type="http://schemas.openxmlformats.org/officeDocument/2006/relationships/tags" Target="../tags/tag1188.xml"/><Relationship Id="rId15" Type="http://schemas.openxmlformats.org/officeDocument/2006/relationships/tags" Target="../tags/tag1187.xml"/><Relationship Id="rId14" Type="http://schemas.openxmlformats.org/officeDocument/2006/relationships/tags" Target="../tags/tag1186.xml"/><Relationship Id="rId13" Type="http://schemas.openxmlformats.org/officeDocument/2006/relationships/tags" Target="../tags/tag1185.xml"/><Relationship Id="rId12" Type="http://schemas.openxmlformats.org/officeDocument/2006/relationships/tags" Target="../tags/tag1184.xml"/><Relationship Id="rId11" Type="http://schemas.openxmlformats.org/officeDocument/2006/relationships/tags" Target="../tags/tag1183.xml"/><Relationship Id="rId10" Type="http://schemas.openxmlformats.org/officeDocument/2006/relationships/tags" Target="../tags/tag1182.xml"/><Relationship Id="rId1" Type="http://schemas.openxmlformats.org/officeDocument/2006/relationships/tags" Target="../tags/tag117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3.xml"/><Relationship Id="rId2" Type="http://schemas.openxmlformats.org/officeDocument/2006/relationships/tags" Target="../tags/tag1200.xml"/><Relationship Id="rId1" Type="http://schemas.openxmlformats.org/officeDocument/2006/relationships/tags" Target="../tags/tag1199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94.xml"/><Relationship Id="rId3" Type="http://schemas.openxmlformats.org/officeDocument/2006/relationships/tags" Target="../tags/tag1202.xml"/><Relationship Id="rId2" Type="http://schemas.openxmlformats.org/officeDocument/2006/relationships/image" Target="../media/image62.png"/><Relationship Id="rId1" Type="http://schemas.openxmlformats.org/officeDocument/2006/relationships/tags" Target="../tags/tag12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063750" y="2492375"/>
            <a:ext cx="8096885" cy="1704340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en-US" sz="4000">
                <a:solidFill>
                  <a:schemeClr val="accent1">
                    <a:lumMod val="50000"/>
                  </a:schemeClr>
                </a:solidFill>
              </a:rPr>
              <a:t>必修第一册</a:t>
            </a:r>
            <a:r>
              <a:rPr lang="en-US" altLang="zh-CN" sz="400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zh-CN" altLang="en-US" sz="4000">
                <a:solidFill>
                  <a:schemeClr val="accent1">
                    <a:lumMod val="50000"/>
                  </a:schemeClr>
                </a:solidFill>
              </a:rPr>
              <a:t>第一章</a:t>
            </a:r>
            <a:endParaRPr lang="zh-CN" altLang="en-US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en-US">
                <a:solidFill>
                  <a:schemeClr val="accent1">
                    <a:lumMod val="50000"/>
                  </a:schemeClr>
                </a:solidFill>
              </a:rPr>
              <a:t>集合与常用逻辑用语</a:t>
            </a:r>
            <a:endParaRPr lang="zh-CN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127" name="文本框 99"/>
          <p:cNvSpPr txBox="1"/>
          <p:nvPr>
            <p:custDataLst>
              <p:tags r:id="rId2"/>
            </p:custDataLst>
          </p:nvPr>
        </p:nvSpPr>
        <p:spPr>
          <a:xfrm>
            <a:off x="3287395" y="4221480"/>
            <a:ext cx="5080000" cy="11988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成套的课件成套的教案成套的试题成套的微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	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专题尽在高中数学同步资源大全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QQ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群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552511468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也可联系微信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fjshuxue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加入百度或夸克网盘群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4000G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一线老师必备资料一键转存自动更新永不过期  </a:t>
            </a:r>
            <a:endParaRPr lang="zh-CN" altLang="en-US" sz="18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816725" y="5372100"/>
            <a:ext cx="36068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充分条件与必要条件、</a:t>
            </a:r>
            <a:endParaRPr lang="zh-CN" altLang="en-US" sz="2800" b="1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800" b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全称量词与特称量词</a:t>
            </a:r>
            <a:endParaRPr lang="zh-CN" altLang="en-US" sz="2800" b="1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143885" y="332105"/>
            <a:ext cx="8594725" cy="105665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</a:rPr>
              <a:t>学习目标：学会使用</a:t>
            </a:r>
            <a:r>
              <a:rPr lang="zh-CN" altLang="en-US" sz="2800" b="1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</a:rPr>
              <a:t>集合</a:t>
            </a:r>
            <a:r>
              <a:rPr lang="zh-CN" altLang="en-US" sz="2800" b="1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</a:rPr>
              <a:t>和</a:t>
            </a:r>
            <a:r>
              <a:rPr lang="zh-CN" altLang="en-US" sz="2800" b="1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</a:rPr>
              <a:t>逻辑用语</a:t>
            </a:r>
            <a:r>
              <a:rPr lang="zh-CN" altLang="en-US" sz="2800" b="1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</a:rPr>
              <a:t>表达和交流数学问题，提升交流的</a:t>
            </a:r>
            <a:r>
              <a:rPr lang="zh-CN" altLang="en-US" sz="2800" b="1" u="sng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</a:rPr>
              <a:t>逻辑性、准确性、简洁性、统一性</a:t>
            </a:r>
            <a:endParaRPr lang="zh-CN" altLang="en-US" sz="2800" b="1" u="sng">
              <a:solidFill>
                <a:schemeClr val="dk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22580" y="1484630"/>
            <a:ext cx="5393690" cy="3973830"/>
            <a:chOff x="395" y="1773"/>
            <a:chExt cx="8494" cy="6258"/>
          </a:xfrm>
        </p:grpSpPr>
        <p:pic>
          <p:nvPicPr>
            <p:cNvPr id="10" name="图片 9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395" y="1773"/>
              <a:ext cx="8495" cy="625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文本框 11"/>
            <p:cNvSpPr txBox="1"/>
            <p:nvPr/>
          </p:nvSpPr>
          <p:spPr>
            <a:xfrm>
              <a:off x="2456" y="2964"/>
              <a:ext cx="6017" cy="461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CN" altLang="en-US" sz="2400">
                  <a:solidFill>
                    <a:srgbClr val="C00000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集合：</a:t>
              </a:r>
              <a:r>
                <a:rPr lang="zh-CN" altLang="en-US" sz="240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可简洁、准确地表达</a:t>
              </a:r>
              <a:r>
                <a:rPr lang="zh-CN" altLang="en-US" sz="2400" u="sng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数学研究对象</a:t>
              </a:r>
              <a:r>
                <a:rPr lang="zh-CN" altLang="en-US" sz="240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及</a:t>
              </a:r>
              <a:r>
                <a:rPr lang="zh-CN" altLang="en-US" sz="2400" u="sng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研究范围</a:t>
              </a:r>
              <a:r>
                <a:rPr lang="zh-CN" altLang="en-US" sz="2400">
                  <a:solidFill>
                    <a:schemeClr val="bg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的数学语言。为定义函数和研究函数的性质、随机事件的关系、方程或不等式的解集、点线面的关系等提供语言基础。</a:t>
              </a:r>
              <a:endParaRPr lang="zh-CN" altLang="en-US" sz="2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240780" y="1484630"/>
            <a:ext cx="5393690" cy="3974465"/>
            <a:chOff x="10109" y="1773"/>
            <a:chExt cx="8494" cy="6259"/>
          </a:xfrm>
        </p:grpSpPr>
        <p:pic>
          <p:nvPicPr>
            <p:cNvPr id="16" name="图片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109" y="1773"/>
              <a:ext cx="8494" cy="625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10961" y="3245"/>
              <a:ext cx="5671" cy="36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400">
                  <a:solidFill>
                    <a:srgbClr val="C00000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逻辑用语：</a:t>
              </a:r>
              <a:r>
                <a:rPr lang="zh-CN" altLang="en-US" sz="2400">
                  <a:solidFill>
                    <a:schemeClr val="dk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表达</a:t>
              </a:r>
              <a:r>
                <a:rPr lang="zh-CN" altLang="en-US" sz="2400" u="sng">
                  <a:solidFill>
                    <a:schemeClr val="dk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命题</a:t>
              </a:r>
              <a:r>
                <a:rPr lang="zh-CN" altLang="en-US" sz="2400">
                  <a:solidFill>
                    <a:schemeClr val="dk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及</a:t>
              </a:r>
              <a:r>
                <a:rPr lang="zh-CN" altLang="en-US" sz="2400" u="sng">
                  <a:solidFill>
                    <a:schemeClr val="dk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命题间的</a:t>
              </a:r>
              <a:r>
                <a:rPr lang="zh-CN" altLang="en-US" sz="2400" u="sng">
                  <a:solidFill>
                    <a:srgbClr val="0070C0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逻辑关系</a:t>
              </a:r>
              <a:r>
                <a:rPr lang="zh-CN" altLang="en-US" sz="2400">
                  <a:solidFill>
                    <a:schemeClr val="dk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的数学语言。可以使我们正确理解数学概念、合理</a:t>
              </a:r>
              <a:r>
                <a:rPr lang="zh-CN" altLang="en-US" sz="2400">
                  <a:solidFill>
                    <a:srgbClr val="0070C0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论证</a:t>
              </a:r>
              <a:r>
                <a:rPr lang="zh-CN" altLang="en-US" sz="2400">
                  <a:solidFill>
                    <a:schemeClr val="dk1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数学结论、准确表达数学内容。</a:t>
              </a:r>
              <a:endParaRPr lang="zh-CN" altLang="en-US" sz="2400">
                <a:solidFill>
                  <a:schemeClr val="dk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18" name="TextBox 2"/>
          <p:cNvSpPr txBox="1"/>
          <p:nvPr>
            <p:custDataLst>
              <p:tags r:id="rId6"/>
            </p:custDataLst>
          </p:nvPr>
        </p:nvSpPr>
        <p:spPr>
          <a:xfrm>
            <a:off x="1242695" y="5372735"/>
            <a:ext cx="4072890" cy="100457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l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zh-CN" altLang="en-US" sz="2800" b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集合的概念、表示方法、基本关系、基本运算</a:t>
            </a:r>
            <a:endParaRPr lang="zh-CN" altLang="en-US" sz="2800" b="1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TextBox 2"/>
          <p:cNvSpPr txBox="1"/>
          <p:nvPr>
            <p:custDataLst>
              <p:tags r:id="rId7"/>
            </p:custDataLst>
          </p:nvPr>
        </p:nvSpPr>
        <p:spPr>
          <a:xfrm>
            <a:off x="695325" y="404495"/>
            <a:ext cx="2390775" cy="838835"/>
          </a:xfrm>
          <a:prstGeom prst="rect">
            <a:avLst/>
          </a:prstGeom>
          <a:noFill/>
        </p:spPr>
        <p:txBody>
          <a:bodyPr wrap="square" rtlCol="0" anchor="b" anchorCtr="0">
            <a:normAutofit fontScale="77500" lnSpcReduction="10000"/>
          </a:bodyPr>
          <a:lstStyle/>
          <a:p>
            <a:pPr marL="0" marR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zh-CN" altLang="en-US" sz="6600" spc="15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cs typeface="微软雅黑" panose="020B0503020204020204" charset="-122"/>
              </a:rPr>
              <a:t>章导语</a:t>
            </a:r>
            <a:endParaRPr lang="zh-CN" altLang="en-US" sz="6600" spc="15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cs typeface="微软雅黑" panose="020B0503020204020204" charset="-122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35280" y="116840"/>
            <a:ext cx="1622425" cy="739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文本占位符 15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4277995" y="3284855"/>
            <a:ext cx="6919595" cy="1295400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SzTx/>
              <a:buNone/>
            </a:pPr>
            <a:r>
              <a:rPr sz="6000" b="1" spc="300">
                <a:solidFill>
                  <a:schemeClr val="dk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汉仪旗黑-85S" panose="00020600040101010101" pitchFamily="18" charset="-122"/>
                <a:cs typeface="Times New Roman" panose="02020603050405020304" pitchFamily="18" charset="0"/>
              </a:rPr>
              <a:t>1.1 集合的概念</a:t>
            </a:r>
            <a:endParaRPr lang="en-US" altLang="zh-CN" sz="6000" b="1" spc="300">
              <a:solidFill>
                <a:schemeClr val="dk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汉仪旗黑-85S" panose="00020600040101010101" pitchFamily="18" charset="-122"/>
              <a:cs typeface="Times New Roman" panose="02020603050405020304" pitchFamily="18" charset="0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763010" y="2323465"/>
            <a:ext cx="7949565" cy="86423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en-US">
                <a:solidFill>
                  <a:schemeClr val="dk1">
                    <a:lumMod val="85000"/>
                    <a:lumOff val="15000"/>
                  </a:schemeClr>
                </a:solidFill>
              </a:rPr>
              <a:t>第一章 集合与常用逻辑用语</a:t>
            </a:r>
            <a:endParaRPr lang="zh-CN" altLang="en-US">
              <a:solidFill>
                <a:schemeClr val="dk1">
                  <a:lumMod val="85000"/>
                  <a:lumOff val="15000"/>
                </a:schemeClr>
              </a:solidFill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1"/>
            </p:custDataLst>
          </p:nvPr>
        </p:nvGrpSpPr>
        <p:grpSpPr>
          <a:xfrm>
            <a:off x="-5715" y="0"/>
            <a:ext cx="1261745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5" name="Freeform 9"/>
          <p:cNvSpPr/>
          <p:nvPr userDrawn="1">
            <p:custDataLst>
              <p:tags r:id="rId4"/>
            </p:custDataLst>
          </p:nvPr>
        </p:nvSpPr>
        <p:spPr>
          <a:xfrm>
            <a:off x="11043138" y="4289310"/>
            <a:ext cx="1126957" cy="2253919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180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5400000">
            <a:off x="11117357" y="5159252"/>
            <a:ext cx="1429406" cy="714703"/>
          </a:xfrm>
          <a:prstGeom prst="rect">
            <a:avLst/>
          </a:prstGeom>
        </p:spPr>
      </p:pic>
      <p:cxnSp>
        <p:nvCxnSpPr>
          <p:cNvPr id="3" name="直接连接符 2"/>
          <p:cNvCxnSpPr/>
          <p:nvPr>
            <p:custDataLst>
              <p:tags r:id="rId7"/>
            </p:custDataLst>
          </p:nvPr>
        </p:nvCxnSpPr>
        <p:spPr>
          <a:xfrm flipH="1">
            <a:off x="3647440" y="1988820"/>
            <a:ext cx="5561330" cy="446468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title" idx="4294967295"/>
            <p:custDataLst>
              <p:tags r:id="rId8"/>
            </p:custDataLst>
          </p:nvPr>
        </p:nvSpPr>
        <p:spPr>
          <a:xfrm>
            <a:off x="839470" y="332740"/>
            <a:ext cx="10486390" cy="1413510"/>
          </a:xfrm>
          <a:noFill/>
          <a:ln w="9525">
            <a:noFill/>
          </a:ln>
        </p:spPr>
        <p:txBody>
          <a:bodyPr anchor="ctr" anchorCtr="0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sz="3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集合论</a:t>
            </a:r>
            <a:r>
              <a:rPr sz="30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作为数学中最富创造性的伟大成果之一，是在</a:t>
            </a:r>
            <a:r>
              <a:rPr sz="3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19世纪末</a:t>
            </a:r>
            <a:r>
              <a:rPr sz="30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由德国的</a:t>
            </a:r>
            <a:r>
              <a:rPr sz="3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康托尔</a:t>
            </a:r>
            <a:r>
              <a:rPr lang="en-US" sz="30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sz="30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1845－1918</a:t>
            </a:r>
            <a:r>
              <a:rPr lang="en-US" sz="30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sz="30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创立起来的。但是，它萌发、孕育的历史却源远流长，至少</a:t>
            </a:r>
            <a:r>
              <a:rPr sz="30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可以追溯到两千多年前</a:t>
            </a:r>
            <a:r>
              <a:rPr sz="30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。</a:t>
            </a:r>
            <a:endParaRPr sz="30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4294967295"/>
            <p:custDataLst>
              <p:tags r:id="rId9"/>
            </p:custDataLst>
          </p:nvPr>
        </p:nvSpPr>
        <p:spPr>
          <a:xfrm>
            <a:off x="839470" y="2061845"/>
            <a:ext cx="3949700" cy="3458210"/>
          </a:xfrm>
          <a:noFill/>
          <a:ln w="9525">
            <a:noFill/>
          </a:ln>
        </p:spPr>
        <p:txBody>
          <a:bodyPr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15000"/>
              </a:lnSpc>
              <a:buClrTx/>
              <a:buSzTx/>
            </a:pPr>
            <a:r>
              <a:rPr lang="en-US" altLang="zh-CN" sz="28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格奥尔格·康托尔</a:t>
            </a:r>
            <a:endParaRPr lang="en-US" altLang="zh-CN" sz="28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0" indent="-457200" algn="l">
              <a:lnSpc>
                <a:spcPct val="115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800" b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德国数学家</a:t>
            </a:r>
            <a:endParaRPr lang="en-US" altLang="zh-CN" sz="28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0" indent="-457200" algn="l">
              <a:lnSpc>
                <a:spcPct val="115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800" b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集合论创始人</a:t>
            </a:r>
            <a:endParaRPr lang="en-US" altLang="zh-CN" sz="28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457200" lvl="0" indent="-457200" algn="l">
              <a:lnSpc>
                <a:spcPct val="115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800" b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主要成就：集合论和</a:t>
            </a:r>
            <a:r>
              <a:rPr lang="en-US" altLang="zh-CN" sz="28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超穷数</a:t>
            </a:r>
            <a:r>
              <a:rPr lang="en-US" altLang="zh-CN" sz="2800" b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理论</a:t>
            </a:r>
            <a:endParaRPr lang="en-US" altLang="zh-CN" sz="28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244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1720" y="2061210"/>
            <a:ext cx="2324100" cy="34143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7823835" y="2997200"/>
            <a:ext cx="389255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“关于数学</a:t>
            </a:r>
            <a:r>
              <a:rPr lang="zh-CN" altLang="en-US" sz="28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无穷</a:t>
            </a:r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的革命几乎是由他一个人独立完成的。”</a:t>
            </a:r>
            <a:endParaRPr lang="zh-CN" altLang="en-US" sz="28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1"/>
            </p:custDataLst>
          </p:nvPr>
        </p:nvGrpSpPr>
        <p:grpSpPr>
          <a:xfrm>
            <a:off x="-5715" y="0"/>
            <a:ext cx="1261745" cy="955675"/>
            <a:chOff x="-5475" y="-1"/>
            <a:chExt cx="1261620" cy="955745"/>
          </a:xfrm>
        </p:grpSpPr>
        <p:sp>
          <p:nvSpPr>
            <p:cNvPr id="2" name="直角三角形 1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" name="直角三角形 2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127760" y="116205"/>
            <a:ext cx="66160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课前思考：你接触过哪些集合？</a:t>
            </a:r>
            <a:endParaRPr lang="zh-CN" altLang="en-US" sz="36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482090" y="981075"/>
            <a:ext cx="50831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5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…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482090" y="1503045"/>
            <a:ext cx="50831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6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8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</a:t>
            </a:r>
            <a:r>
              <a:rPr 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10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1482090" y="2061845"/>
            <a:ext cx="55664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方程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300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－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2=0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的所有实数根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1482090" y="3213735"/>
            <a:ext cx="78149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同一平面内到一个定点的距离等于定长的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所有点</a:t>
            </a:r>
            <a:endParaRPr lang="zh-CN" altLang="en-US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1482090" y="3790950"/>
            <a:ext cx="63741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到定直线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l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的距离等于定长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所有点</a:t>
            </a:r>
            <a:endParaRPr lang="zh-CN" altLang="en-US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-105410" y="1098550"/>
            <a:ext cx="1728470" cy="1741170"/>
            <a:chOff x="14" y="1655"/>
            <a:chExt cx="2722" cy="2742"/>
          </a:xfrm>
        </p:grpSpPr>
        <p:pic>
          <p:nvPicPr>
            <p:cNvPr id="59405" name="Oval 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" y="1655"/>
              <a:ext cx="2722" cy="274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9406" name="椭圆 17"/>
            <p:cNvSpPr/>
            <p:nvPr>
              <p:custDataLst>
                <p:tags r:id="rId10"/>
              </p:custDataLst>
            </p:nvPr>
          </p:nvSpPr>
          <p:spPr>
            <a:xfrm rot="-2211361">
              <a:off x="454" y="2145"/>
              <a:ext cx="1250" cy="860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alpha val="100000"/>
                  </a:srgbClr>
                </a:gs>
                <a:gs pos="45000">
                  <a:srgbClr val="FFFFFF">
                    <a:alpha val="5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</a:gradFill>
            <a:ln w="9525">
              <a:noFill/>
            </a:ln>
          </p:spPr>
          <p:txBody>
            <a:bodyPr anchor="ctr" anchorCtr="0"/>
            <a:lstStyle/>
            <a:p>
              <a:pPr algn="ctr"/>
              <a:endParaRPr lang="zh-CN" altLang="en-US" sz="18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59407" name="Group 21"/>
            <p:cNvGrpSpPr/>
            <p:nvPr/>
          </p:nvGrpSpPr>
          <p:grpSpPr>
            <a:xfrm>
              <a:off x="641" y="2225"/>
              <a:ext cx="1480" cy="1477"/>
              <a:chOff x="0" y="0"/>
              <a:chExt cx="804672" cy="804672"/>
            </a:xfrm>
          </p:grpSpPr>
          <p:pic>
            <p:nvPicPr>
              <p:cNvPr id="59408" name="椭圆 64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0" y="0"/>
                <a:ext cx="804672" cy="80467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59409" name="Text Box 23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0" y="123628"/>
                <a:ext cx="785643" cy="5598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lstStyle/>
              <a:p>
                <a:pPr algn="ctr"/>
                <a:r>
                  <a:rPr lang="zh-CN" altLang="en-US" sz="2400" b="1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数集</a:t>
                </a:r>
                <a:endParaRPr lang="zh-CN" altLang="en-US" sz="2400" b="1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-113030" y="2935605"/>
            <a:ext cx="1728470" cy="1741170"/>
            <a:chOff x="14" y="1655"/>
            <a:chExt cx="2722" cy="2742"/>
          </a:xfrm>
        </p:grpSpPr>
        <p:pic>
          <p:nvPicPr>
            <p:cNvPr id="17" name="Oval 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" y="1655"/>
              <a:ext cx="2722" cy="274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" name="椭圆 17"/>
            <p:cNvSpPr/>
            <p:nvPr>
              <p:custDataLst>
                <p:tags r:id="rId13"/>
              </p:custDataLst>
            </p:nvPr>
          </p:nvSpPr>
          <p:spPr>
            <a:xfrm rot="-2211361">
              <a:off x="454" y="2145"/>
              <a:ext cx="1250" cy="860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alpha val="100000"/>
                  </a:srgbClr>
                </a:gs>
                <a:gs pos="45000">
                  <a:srgbClr val="FFFFFF">
                    <a:alpha val="5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</a:gradFill>
            <a:ln w="9525">
              <a:noFill/>
            </a:ln>
          </p:spPr>
          <p:txBody>
            <a:bodyPr anchor="ctr" anchorCtr="0"/>
            <a:lstStyle/>
            <a:p>
              <a:pPr algn="ctr"/>
              <a:endParaRPr lang="zh-CN" altLang="en-US" sz="18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9" name="Group 21"/>
            <p:cNvGrpSpPr/>
            <p:nvPr/>
          </p:nvGrpSpPr>
          <p:grpSpPr>
            <a:xfrm>
              <a:off x="641" y="2225"/>
              <a:ext cx="1480" cy="1477"/>
              <a:chOff x="0" y="0"/>
              <a:chExt cx="804672" cy="804672"/>
            </a:xfrm>
          </p:grpSpPr>
          <p:pic>
            <p:nvPicPr>
              <p:cNvPr id="20" name="椭圆 64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0" y="0"/>
                <a:ext cx="804672" cy="80467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1" name="Text Box 23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9786" y="121994"/>
                <a:ext cx="785643" cy="5598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lstStyle/>
              <a:p>
                <a:pPr algn="ctr"/>
                <a:r>
                  <a:rPr lang="zh-CN" altLang="en-US" sz="2400" b="1">
                    <a:solidFill>
                      <a:schemeClr val="dk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点集</a:t>
                </a:r>
                <a:endParaRPr lang="zh-CN" altLang="en-US" sz="2400" b="1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2" name="文本框 21"/>
          <p:cNvSpPr txBox="1"/>
          <p:nvPr>
            <p:custDataLst>
              <p:tags r:id="rId15"/>
            </p:custDataLst>
          </p:nvPr>
        </p:nvSpPr>
        <p:spPr>
          <a:xfrm>
            <a:off x="6242050" y="981075"/>
            <a:ext cx="38481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所有正整数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组成的集合</a:t>
            </a:r>
            <a:endParaRPr lang="zh-CN" altLang="en-US" sz="2800" b="1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16"/>
            </p:custDataLst>
          </p:nvPr>
        </p:nvSpPr>
        <p:spPr>
          <a:xfrm>
            <a:off x="6242050" y="1503045"/>
            <a:ext cx="54019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1~10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之间的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所有偶数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组成的集合</a:t>
            </a:r>
            <a:endParaRPr lang="zh-CN" altLang="en-US" sz="2800" b="1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7"/>
            </p:custDataLst>
          </p:nvPr>
        </p:nvSpPr>
        <p:spPr>
          <a:xfrm>
            <a:off x="6242050" y="2063750"/>
            <a:ext cx="62972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方程</a:t>
            </a:r>
            <a:r>
              <a:rPr lang="en-US" altLang="zh-CN" sz="2800" b="1" i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800" b="1" baseline="3000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－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2=0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的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所有实数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根组成的集合</a:t>
            </a:r>
            <a:endParaRPr lang="zh-CN" altLang="en-US" sz="2800" b="1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-77470" y="4505008"/>
            <a:ext cx="1735138" cy="1743075"/>
            <a:chOff x="157" y="7415"/>
            <a:chExt cx="2733" cy="2745"/>
          </a:xfrm>
        </p:grpSpPr>
        <p:pic>
          <p:nvPicPr>
            <p:cNvPr id="59394" name="Oval 2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57" y="7415"/>
              <a:ext cx="2733" cy="274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" name="椭圆 27"/>
            <p:cNvSpPr/>
            <p:nvPr>
              <p:custDataLst>
                <p:tags r:id="rId19"/>
              </p:custDataLst>
            </p:nvPr>
          </p:nvSpPr>
          <p:spPr>
            <a:xfrm rot="-2211361">
              <a:off x="602" y="7907"/>
              <a:ext cx="1250" cy="860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alpha val="100000"/>
                  </a:srgbClr>
                </a:gs>
                <a:gs pos="45000">
                  <a:srgbClr val="FFFFFF">
                    <a:alpha val="5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</a:gradFill>
            <a:ln w="9525">
              <a:noFill/>
            </a:ln>
          </p:spPr>
          <p:txBody>
            <a:bodyPr anchor="ctr" anchorCtr="0"/>
            <a:lstStyle/>
            <a:p>
              <a:pPr algn="ctr"/>
              <a:endParaRPr lang="zh-CN" altLang="en-US" sz="18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26" name="Group 8"/>
            <p:cNvGrpSpPr/>
            <p:nvPr/>
          </p:nvGrpSpPr>
          <p:grpSpPr>
            <a:xfrm>
              <a:off x="795" y="7985"/>
              <a:ext cx="1467" cy="1480"/>
              <a:chOff x="0" y="0"/>
              <a:chExt cx="798576" cy="804672"/>
            </a:xfrm>
          </p:grpSpPr>
          <p:pic>
            <p:nvPicPr>
              <p:cNvPr id="27" name="椭圆 72"/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0" y="0"/>
                <a:ext cx="798576" cy="80467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" name="Text Box 10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7074" y="113089"/>
                <a:ext cx="743887" cy="5600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lstStyle/>
              <a:p>
                <a:pPr algn="ctr"/>
                <a:r>
                  <a:rPr lang="zh-CN" altLang="en-US" sz="2400" b="1">
                    <a:solidFill>
                      <a:schemeClr val="lt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其他集合</a:t>
                </a:r>
                <a:endParaRPr lang="zh-CN" altLang="en-US" sz="2400" b="1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9" name="文本框 28"/>
          <p:cNvSpPr txBox="1"/>
          <p:nvPr>
            <p:custDataLst>
              <p:tags r:id="rId22"/>
            </p:custDataLst>
          </p:nvPr>
        </p:nvSpPr>
        <p:spPr>
          <a:xfrm>
            <a:off x="1487805" y="4653915"/>
            <a:ext cx="6865620" cy="15125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所有正方形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揭阳第一中学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2021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年入学的全体高一学生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地球上的四大洋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8455660" y="4292600"/>
            <a:ext cx="1479550" cy="968375"/>
            <a:chOff x="13682" y="6534"/>
            <a:chExt cx="2642" cy="1916"/>
          </a:xfrm>
        </p:grpSpPr>
        <p:grpSp>
          <p:nvGrpSpPr>
            <p:cNvPr id="61452" name="组合 15"/>
            <p:cNvGrpSpPr/>
            <p:nvPr/>
          </p:nvGrpSpPr>
          <p:grpSpPr>
            <a:xfrm flipH="1">
              <a:off x="13682" y="6534"/>
              <a:ext cx="2642" cy="1916"/>
              <a:chOff x="4907532" y="2708920"/>
              <a:chExt cx="2825594" cy="2564332"/>
            </a:xfrm>
          </p:grpSpPr>
          <p:sp>
            <p:nvSpPr>
              <p:cNvPr id="39" name="椭圆 3"/>
              <p:cNvSpPr/>
              <p:nvPr>
                <p:custDataLst>
                  <p:tags r:id="rId23"/>
                </p:custDataLst>
              </p:nvPr>
            </p:nvSpPr>
            <p:spPr>
              <a:xfrm rot="244877">
                <a:off x="4907532" y="2805471"/>
                <a:ext cx="2801086" cy="2467781"/>
              </a:xfrm>
              <a:custGeom>
                <a:avLst/>
                <a:gdLst/>
                <a:ahLst/>
                <a:cxnLst/>
                <a:rect l="l" t="t" r="r" b="b"/>
                <a:pathLst>
                  <a:path w="2801086" h="2403574">
                    <a:moveTo>
                      <a:pt x="1360997" y="182067"/>
                    </a:moveTo>
                    <a:cubicBezTo>
                      <a:pt x="728646" y="182067"/>
                      <a:pt x="216024" y="600259"/>
                      <a:pt x="216024" y="1116124"/>
                    </a:cubicBezTo>
                    <a:cubicBezTo>
                      <a:pt x="216024" y="1631989"/>
                      <a:pt x="728646" y="2050181"/>
                      <a:pt x="1360997" y="2050181"/>
                    </a:cubicBezTo>
                    <a:cubicBezTo>
                      <a:pt x="1993348" y="2050181"/>
                      <a:pt x="2505970" y="1631989"/>
                      <a:pt x="2505970" y="1116124"/>
                    </a:cubicBezTo>
                    <a:cubicBezTo>
                      <a:pt x="2505970" y="600259"/>
                      <a:pt x="1993348" y="182067"/>
                      <a:pt x="1360997" y="182067"/>
                    </a:cubicBezTo>
                    <a:close/>
                    <a:moveTo>
                      <a:pt x="1368152" y="0"/>
                    </a:moveTo>
                    <a:cubicBezTo>
                      <a:pt x="2123761" y="0"/>
                      <a:pt x="2736304" y="499706"/>
                      <a:pt x="2736304" y="1116124"/>
                    </a:cubicBezTo>
                    <a:cubicBezTo>
                      <a:pt x="2736304" y="1344211"/>
                      <a:pt x="2652438" y="1556319"/>
                      <a:pt x="2508150" y="1732768"/>
                    </a:cubicBezTo>
                    <a:lnTo>
                      <a:pt x="2801086" y="2403574"/>
                    </a:lnTo>
                    <a:lnTo>
                      <a:pt x="2180504" y="2012713"/>
                    </a:lnTo>
                    <a:cubicBezTo>
                      <a:pt x="1953900" y="2151102"/>
                      <a:pt x="1672642" y="2232248"/>
                      <a:pt x="1368152" y="2232248"/>
                    </a:cubicBezTo>
                    <a:cubicBezTo>
                      <a:pt x="612543" y="2232248"/>
                      <a:pt x="0" y="1732542"/>
                      <a:pt x="0" y="1116124"/>
                    </a:cubicBezTo>
                    <a:cubicBezTo>
                      <a:pt x="0" y="499706"/>
                      <a:pt x="612543" y="0"/>
                      <a:pt x="1368152" y="0"/>
                    </a:cubicBezTo>
                    <a:close/>
                  </a:path>
                </a:pathLst>
              </a:custGeom>
              <a:solidFill>
                <a:schemeClr val="lt1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/>
                <a:endParaRPr lang="zh-CN" altLang="en-US" sz="2800" strike="noStrike" noProof="1">
                  <a:solidFill>
                    <a:schemeClr val="lt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椭圆 3"/>
              <p:cNvSpPr/>
              <p:nvPr>
                <p:custDataLst>
                  <p:tags r:id="rId24"/>
                </p:custDataLst>
              </p:nvPr>
            </p:nvSpPr>
            <p:spPr>
              <a:xfrm>
                <a:off x="4907532" y="2720795"/>
                <a:ext cx="2801086" cy="2403574"/>
              </a:xfrm>
              <a:custGeom>
                <a:avLst/>
                <a:gdLst/>
                <a:ahLst/>
                <a:cxnLst/>
                <a:rect l="l" t="t" r="r" b="b"/>
                <a:pathLst>
                  <a:path w="2801086" h="2403574">
                    <a:moveTo>
                      <a:pt x="1360997" y="182067"/>
                    </a:moveTo>
                    <a:cubicBezTo>
                      <a:pt x="728646" y="182067"/>
                      <a:pt x="216024" y="600259"/>
                      <a:pt x="216024" y="1116124"/>
                    </a:cubicBezTo>
                    <a:cubicBezTo>
                      <a:pt x="216024" y="1631989"/>
                      <a:pt x="728646" y="2050181"/>
                      <a:pt x="1360997" y="2050181"/>
                    </a:cubicBezTo>
                    <a:cubicBezTo>
                      <a:pt x="1993348" y="2050181"/>
                      <a:pt x="2505970" y="1631989"/>
                      <a:pt x="2505970" y="1116124"/>
                    </a:cubicBezTo>
                    <a:cubicBezTo>
                      <a:pt x="2505970" y="600259"/>
                      <a:pt x="1993348" y="182067"/>
                      <a:pt x="1360997" y="182067"/>
                    </a:cubicBezTo>
                    <a:close/>
                    <a:moveTo>
                      <a:pt x="1368152" y="0"/>
                    </a:moveTo>
                    <a:cubicBezTo>
                      <a:pt x="2123761" y="0"/>
                      <a:pt x="2736304" y="499706"/>
                      <a:pt x="2736304" y="1116124"/>
                    </a:cubicBezTo>
                    <a:cubicBezTo>
                      <a:pt x="2736304" y="1344211"/>
                      <a:pt x="2652438" y="1556319"/>
                      <a:pt x="2508150" y="1732768"/>
                    </a:cubicBezTo>
                    <a:lnTo>
                      <a:pt x="2801086" y="2403574"/>
                    </a:lnTo>
                    <a:lnTo>
                      <a:pt x="2180504" y="2012713"/>
                    </a:lnTo>
                    <a:cubicBezTo>
                      <a:pt x="1953900" y="2151102"/>
                      <a:pt x="1672642" y="2232248"/>
                      <a:pt x="1368152" y="2232248"/>
                    </a:cubicBezTo>
                    <a:cubicBezTo>
                      <a:pt x="612543" y="2232248"/>
                      <a:pt x="0" y="1732542"/>
                      <a:pt x="0" y="1116124"/>
                    </a:cubicBezTo>
                    <a:cubicBezTo>
                      <a:pt x="0" y="499706"/>
                      <a:pt x="612543" y="0"/>
                      <a:pt x="1368152" y="0"/>
                    </a:cubicBezTo>
                    <a:close/>
                  </a:path>
                </a:pathLst>
              </a:custGeom>
              <a:solidFill>
                <a:srgbClr val="A27B00"/>
              </a:solidFill>
              <a:ln w="3175">
                <a:solidFill>
                  <a:srgbClr val="F8970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/>
                <a:endParaRPr lang="zh-CN" altLang="en-US" sz="2800" strike="noStrike" noProof="1">
                  <a:solidFill>
                    <a:schemeClr val="lt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椭圆 3"/>
              <p:cNvSpPr/>
              <p:nvPr>
                <p:custDataLst>
                  <p:tags r:id="rId25"/>
                </p:custDataLst>
              </p:nvPr>
            </p:nvSpPr>
            <p:spPr>
              <a:xfrm>
                <a:off x="4932040" y="2708920"/>
                <a:ext cx="2801086" cy="2403574"/>
              </a:xfrm>
              <a:custGeom>
                <a:avLst/>
                <a:gdLst/>
                <a:ahLst/>
                <a:cxnLst/>
                <a:rect l="l" t="t" r="r" b="b"/>
                <a:pathLst>
                  <a:path w="2801086" h="2403574">
                    <a:moveTo>
                      <a:pt x="1360997" y="182067"/>
                    </a:moveTo>
                    <a:cubicBezTo>
                      <a:pt x="728646" y="182067"/>
                      <a:pt x="216024" y="600259"/>
                      <a:pt x="216024" y="1116124"/>
                    </a:cubicBezTo>
                    <a:cubicBezTo>
                      <a:pt x="216024" y="1631989"/>
                      <a:pt x="728646" y="2050181"/>
                      <a:pt x="1360997" y="2050181"/>
                    </a:cubicBezTo>
                    <a:cubicBezTo>
                      <a:pt x="1993348" y="2050181"/>
                      <a:pt x="2505970" y="1631989"/>
                      <a:pt x="2505970" y="1116124"/>
                    </a:cubicBezTo>
                    <a:cubicBezTo>
                      <a:pt x="2505970" y="600259"/>
                      <a:pt x="1993348" y="182067"/>
                      <a:pt x="1360997" y="182067"/>
                    </a:cubicBezTo>
                    <a:close/>
                    <a:moveTo>
                      <a:pt x="1368152" y="0"/>
                    </a:moveTo>
                    <a:cubicBezTo>
                      <a:pt x="2123761" y="0"/>
                      <a:pt x="2736304" y="499706"/>
                      <a:pt x="2736304" y="1116124"/>
                    </a:cubicBezTo>
                    <a:cubicBezTo>
                      <a:pt x="2736304" y="1344211"/>
                      <a:pt x="2652438" y="1556319"/>
                      <a:pt x="2508150" y="1732768"/>
                    </a:cubicBezTo>
                    <a:lnTo>
                      <a:pt x="2801086" y="2403574"/>
                    </a:lnTo>
                    <a:lnTo>
                      <a:pt x="2180504" y="2012713"/>
                    </a:lnTo>
                    <a:cubicBezTo>
                      <a:pt x="1953900" y="2151102"/>
                      <a:pt x="1672642" y="2232248"/>
                      <a:pt x="1368152" y="2232248"/>
                    </a:cubicBezTo>
                    <a:cubicBezTo>
                      <a:pt x="612543" y="2232248"/>
                      <a:pt x="0" y="1732542"/>
                      <a:pt x="0" y="1116124"/>
                    </a:cubicBezTo>
                    <a:cubicBezTo>
                      <a:pt x="0" y="499706"/>
                      <a:pt x="612543" y="0"/>
                      <a:pt x="136815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4800C"/>
                  </a:gs>
                  <a:gs pos="55000">
                    <a:srgbClr val="FFC000"/>
                  </a:gs>
                  <a:gs pos="100000">
                    <a:srgbClr val="FFFF00"/>
                  </a:gs>
                </a:gsLst>
                <a:lin ang="2700000" scaled="1"/>
              </a:gradFill>
              <a:ln w="3175">
                <a:noFill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/>
                <a:endParaRPr lang="zh-CN" altLang="en-US" sz="2800" strike="noStrike" noProof="1">
                  <a:solidFill>
                    <a:schemeClr val="lt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2" name="文本框 41"/>
            <p:cNvSpPr txBox="1"/>
            <p:nvPr/>
          </p:nvSpPr>
          <p:spPr>
            <a:xfrm>
              <a:off x="14226" y="6904"/>
              <a:ext cx="1698" cy="103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2800" b="1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元素</a:t>
              </a:r>
              <a:endPara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0055225" y="5375275"/>
            <a:ext cx="1480820" cy="1064260"/>
            <a:chOff x="13682" y="6534"/>
            <a:chExt cx="2666" cy="1916"/>
          </a:xfrm>
        </p:grpSpPr>
        <p:grpSp>
          <p:nvGrpSpPr>
            <p:cNvPr id="45" name="组合 15"/>
            <p:cNvGrpSpPr/>
            <p:nvPr/>
          </p:nvGrpSpPr>
          <p:grpSpPr>
            <a:xfrm flipH="1">
              <a:off x="13682" y="6534"/>
              <a:ext cx="2666" cy="1916"/>
              <a:chOff x="4881864" y="2708920"/>
              <a:chExt cx="2851262" cy="2564332"/>
            </a:xfrm>
          </p:grpSpPr>
          <p:sp>
            <p:nvSpPr>
              <p:cNvPr id="46" name="椭圆 3"/>
              <p:cNvSpPr/>
              <p:nvPr>
                <p:custDataLst>
                  <p:tags r:id="rId26"/>
                </p:custDataLst>
              </p:nvPr>
            </p:nvSpPr>
            <p:spPr>
              <a:xfrm rot="244877">
                <a:off x="4907532" y="2805471"/>
                <a:ext cx="2801086" cy="2467781"/>
              </a:xfrm>
              <a:custGeom>
                <a:avLst/>
                <a:gdLst/>
                <a:ahLst/>
                <a:cxnLst/>
                <a:rect l="l" t="t" r="r" b="b"/>
                <a:pathLst>
                  <a:path w="2801086" h="2403574">
                    <a:moveTo>
                      <a:pt x="1360997" y="182067"/>
                    </a:moveTo>
                    <a:cubicBezTo>
                      <a:pt x="728646" y="182067"/>
                      <a:pt x="216024" y="600259"/>
                      <a:pt x="216024" y="1116124"/>
                    </a:cubicBezTo>
                    <a:cubicBezTo>
                      <a:pt x="216024" y="1631989"/>
                      <a:pt x="728646" y="2050181"/>
                      <a:pt x="1360997" y="2050181"/>
                    </a:cubicBezTo>
                    <a:cubicBezTo>
                      <a:pt x="1993348" y="2050181"/>
                      <a:pt x="2505970" y="1631989"/>
                      <a:pt x="2505970" y="1116124"/>
                    </a:cubicBezTo>
                    <a:cubicBezTo>
                      <a:pt x="2505970" y="600259"/>
                      <a:pt x="1993348" y="182067"/>
                      <a:pt x="1360997" y="182067"/>
                    </a:cubicBezTo>
                    <a:close/>
                    <a:moveTo>
                      <a:pt x="1368152" y="0"/>
                    </a:moveTo>
                    <a:cubicBezTo>
                      <a:pt x="2123761" y="0"/>
                      <a:pt x="2736304" y="499706"/>
                      <a:pt x="2736304" y="1116124"/>
                    </a:cubicBezTo>
                    <a:cubicBezTo>
                      <a:pt x="2736304" y="1344211"/>
                      <a:pt x="2652438" y="1556319"/>
                      <a:pt x="2508150" y="1732768"/>
                    </a:cubicBezTo>
                    <a:lnTo>
                      <a:pt x="2801086" y="2403574"/>
                    </a:lnTo>
                    <a:lnTo>
                      <a:pt x="2180504" y="2012713"/>
                    </a:lnTo>
                    <a:cubicBezTo>
                      <a:pt x="1953900" y="2151102"/>
                      <a:pt x="1672642" y="2232248"/>
                      <a:pt x="1368152" y="2232248"/>
                    </a:cubicBezTo>
                    <a:cubicBezTo>
                      <a:pt x="612543" y="2232248"/>
                      <a:pt x="0" y="1732542"/>
                      <a:pt x="0" y="1116124"/>
                    </a:cubicBezTo>
                    <a:cubicBezTo>
                      <a:pt x="0" y="499706"/>
                      <a:pt x="612543" y="0"/>
                      <a:pt x="1368152" y="0"/>
                    </a:cubicBezTo>
                    <a:close/>
                  </a:path>
                </a:pathLst>
              </a:custGeom>
              <a:solidFill>
                <a:schemeClr val="lt1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/>
                <a:endParaRPr lang="zh-CN" altLang="en-US" sz="2800" strike="noStrike" noProof="1">
                  <a:solidFill>
                    <a:schemeClr val="lt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椭圆 3"/>
              <p:cNvSpPr/>
              <p:nvPr>
                <p:custDataLst>
                  <p:tags r:id="rId27"/>
                </p:custDataLst>
              </p:nvPr>
            </p:nvSpPr>
            <p:spPr>
              <a:xfrm>
                <a:off x="4881864" y="2720965"/>
                <a:ext cx="2826663" cy="2438524"/>
              </a:xfrm>
              <a:custGeom>
                <a:avLst/>
                <a:gdLst/>
                <a:ahLst/>
                <a:cxnLst/>
                <a:rect l="l" t="t" r="r" b="b"/>
                <a:pathLst>
                  <a:path w="2801086" h="2403574">
                    <a:moveTo>
                      <a:pt x="1360997" y="182067"/>
                    </a:moveTo>
                    <a:cubicBezTo>
                      <a:pt x="728646" y="182067"/>
                      <a:pt x="216024" y="600259"/>
                      <a:pt x="216024" y="1116124"/>
                    </a:cubicBezTo>
                    <a:cubicBezTo>
                      <a:pt x="216024" y="1631989"/>
                      <a:pt x="728646" y="2050181"/>
                      <a:pt x="1360997" y="2050181"/>
                    </a:cubicBezTo>
                    <a:cubicBezTo>
                      <a:pt x="1993348" y="2050181"/>
                      <a:pt x="2505970" y="1631989"/>
                      <a:pt x="2505970" y="1116124"/>
                    </a:cubicBezTo>
                    <a:cubicBezTo>
                      <a:pt x="2505970" y="600259"/>
                      <a:pt x="1993348" y="182067"/>
                      <a:pt x="1360997" y="182067"/>
                    </a:cubicBezTo>
                    <a:close/>
                    <a:moveTo>
                      <a:pt x="1368152" y="0"/>
                    </a:moveTo>
                    <a:cubicBezTo>
                      <a:pt x="2123761" y="0"/>
                      <a:pt x="2736304" y="499706"/>
                      <a:pt x="2736304" y="1116124"/>
                    </a:cubicBezTo>
                    <a:cubicBezTo>
                      <a:pt x="2736304" y="1344211"/>
                      <a:pt x="2652438" y="1556319"/>
                      <a:pt x="2508150" y="1732768"/>
                    </a:cubicBezTo>
                    <a:lnTo>
                      <a:pt x="2801086" y="2403574"/>
                    </a:lnTo>
                    <a:lnTo>
                      <a:pt x="2180504" y="2012713"/>
                    </a:lnTo>
                    <a:cubicBezTo>
                      <a:pt x="1953900" y="2151102"/>
                      <a:pt x="1672642" y="2232248"/>
                      <a:pt x="1368152" y="2232248"/>
                    </a:cubicBezTo>
                    <a:cubicBezTo>
                      <a:pt x="612543" y="2232248"/>
                      <a:pt x="0" y="1732542"/>
                      <a:pt x="0" y="1116124"/>
                    </a:cubicBezTo>
                    <a:cubicBezTo>
                      <a:pt x="0" y="499706"/>
                      <a:pt x="612543" y="0"/>
                      <a:pt x="1368152" y="0"/>
                    </a:cubicBezTo>
                    <a:close/>
                  </a:path>
                </a:pathLst>
              </a:custGeom>
              <a:solidFill>
                <a:srgbClr val="A27B00"/>
              </a:solidFill>
              <a:ln w="3175">
                <a:solidFill>
                  <a:srgbClr val="F8970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/>
                <a:endParaRPr lang="zh-CN" altLang="en-US" sz="2800" strike="noStrike" noProof="1">
                  <a:solidFill>
                    <a:schemeClr val="lt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椭圆 3"/>
              <p:cNvSpPr/>
              <p:nvPr>
                <p:custDataLst>
                  <p:tags r:id="rId28"/>
                </p:custDataLst>
              </p:nvPr>
            </p:nvSpPr>
            <p:spPr>
              <a:xfrm>
                <a:off x="4932040" y="2708920"/>
                <a:ext cx="2801086" cy="2403574"/>
              </a:xfrm>
              <a:custGeom>
                <a:avLst/>
                <a:gdLst/>
                <a:ahLst/>
                <a:cxnLst/>
                <a:rect l="l" t="t" r="r" b="b"/>
                <a:pathLst>
                  <a:path w="2801086" h="2403574">
                    <a:moveTo>
                      <a:pt x="1360997" y="182067"/>
                    </a:moveTo>
                    <a:cubicBezTo>
                      <a:pt x="728646" y="182067"/>
                      <a:pt x="216024" y="600259"/>
                      <a:pt x="216024" y="1116124"/>
                    </a:cubicBezTo>
                    <a:cubicBezTo>
                      <a:pt x="216024" y="1631989"/>
                      <a:pt x="728646" y="2050181"/>
                      <a:pt x="1360997" y="2050181"/>
                    </a:cubicBezTo>
                    <a:cubicBezTo>
                      <a:pt x="1993348" y="2050181"/>
                      <a:pt x="2505970" y="1631989"/>
                      <a:pt x="2505970" y="1116124"/>
                    </a:cubicBezTo>
                    <a:cubicBezTo>
                      <a:pt x="2505970" y="600259"/>
                      <a:pt x="1993348" y="182067"/>
                      <a:pt x="1360997" y="182067"/>
                    </a:cubicBezTo>
                    <a:close/>
                    <a:moveTo>
                      <a:pt x="1368152" y="0"/>
                    </a:moveTo>
                    <a:cubicBezTo>
                      <a:pt x="2123761" y="0"/>
                      <a:pt x="2736304" y="499706"/>
                      <a:pt x="2736304" y="1116124"/>
                    </a:cubicBezTo>
                    <a:cubicBezTo>
                      <a:pt x="2736304" y="1344211"/>
                      <a:pt x="2652438" y="1556319"/>
                      <a:pt x="2508150" y="1732768"/>
                    </a:cubicBezTo>
                    <a:lnTo>
                      <a:pt x="2801086" y="2403574"/>
                    </a:lnTo>
                    <a:lnTo>
                      <a:pt x="2180504" y="2012713"/>
                    </a:lnTo>
                    <a:cubicBezTo>
                      <a:pt x="1953900" y="2151102"/>
                      <a:pt x="1672642" y="2232248"/>
                      <a:pt x="1368152" y="2232248"/>
                    </a:cubicBezTo>
                    <a:cubicBezTo>
                      <a:pt x="612543" y="2232248"/>
                      <a:pt x="0" y="1732542"/>
                      <a:pt x="0" y="1116124"/>
                    </a:cubicBezTo>
                    <a:cubicBezTo>
                      <a:pt x="0" y="499706"/>
                      <a:pt x="612543" y="0"/>
                      <a:pt x="136815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4800C"/>
                  </a:gs>
                  <a:gs pos="55000">
                    <a:srgbClr val="FFC000"/>
                  </a:gs>
                  <a:gs pos="100000">
                    <a:srgbClr val="FFFF00"/>
                  </a:gs>
                </a:gsLst>
                <a:lin ang="2700000" scaled="1"/>
              </a:gradFill>
              <a:ln w="3175">
                <a:noFill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/>
                <a:endParaRPr lang="zh-CN" altLang="en-US" sz="2800" strike="noStrike" noProof="1">
                  <a:solidFill>
                    <a:schemeClr val="lt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9" name="文本框 48"/>
            <p:cNvSpPr txBox="1"/>
            <p:nvPr/>
          </p:nvSpPr>
          <p:spPr>
            <a:xfrm>
              <a:off x="14226" y="6985"/>
              <a:ext cx="1868" cy="94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2800" b="1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集合</a:t>
              </a:r>
              <a:endPara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9696450" y="4892040"/>
            <a:ext cx="2165350" cy="626110"/>
            <a:chOff x="15403" y="7857"/>
            <a:chExt cx="3410" cy="986"/>
          </a:xfrm>
        </p:grpSpPr>
        <p:cxnSp>
          <p:nvCxnSpPr>
            <p:cNvPr id="50" name="直接箭头连接符 49"/>
            <p:cNvCxnSpPr/>
            <p:nvPr>
              <p:custDataLst>
                <p:tags r:id="rId29"/>
              </p:custDataLst>
            </p:nvPr>
          </p:nvCxnSpPr>
          <p:spPr>
            <a:xfrm>
              <a:off x="15403" y="8238"/>
              <a:ext cx="730" cy="605"/>
            </a:xfrm>
            <a:prstGeom prst="straightConnector1">
              <a:avLst/>
            </a:prstGeom>
            <a:ln w="28575">
              <a:solidFill>
                <a:schemeClr val="dk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本框 50"/>
            <p:cNvSpPr txBox="1"/>
            <p:nvPr>
              <p:custDataLst>
                <p:tags r:id="rId30"/>
              </p:custDataLst>
            </p:nvPr>
          </p:nvSpPr>
          <p:spPr>
            <a:xfrm>
              <a:off x="15710" y="7857"/>
              <a:ext cx="3103" cy="82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sz="2800" b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元素的总体</a:t>
              </a:r>
              <a:endPara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</p:grpSp>
      <p:sp>
        <p:nvSpPr>
          <p:cNvPr id="57" name="文本框 56"/>
          <p:cNvSpPr txBox="1"/>
          <p:nvPr/>
        </p:nvSpPr>
        <p:spPr>
          <a:xfrm>
            <a:off x="1482090" y="2583815"/>
            <a:ext cx="48475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不等式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-5&gt;3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的所有正整数解</a:t>
            </a:r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6242050" y="2585720"/>
            <a:ext cx="66636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满足</a:t>
            </a:r>
            <a:r>
              <a:rPr lang="en-US" altLang="zh-CN" sz="2800" b="1" i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&gt;2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的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所有正整数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组成的集合</a:t>
            </a:r>
            <a:endParaRPr lang="zh-CN" altLang="en-US" sz="2800" b="1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9192895" y="3213735"/>
            <a:ext cx="125158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——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圆</a:t>
            </a:r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7318375" y="3790315"/>
            <a:ext cx="303911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——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两条平行直线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22" grpId="0"/>
      <p:bldP spid="23" grpId="0"/>
      <p:bldP spid="24" grpId="0"/>
      <p:bldP spid="29" grpId="0"/>
      <p:bldP spid="58" grpId="0"/>
      <p:bldP spid="59" grpId="0"/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139825" y="134620"/>
            <a:ext cx="66160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</a:t>
            </a:r>
            <a:r>
              <a:rPr lang="en-US" altLang="zh-CN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：元素与集合的概念</a:t>
            </a:r>
            <a:endParaRPr lang="zh-CN" altLang="en-US" sz="36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9470" y="955675"/>
            <a:ext cx="1093914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1.1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元素：一般把</a:t>
            </a:r>
            <a:r>
              <a:rPr lang="zh-CN" altLang="en-US" sz="2800" b="1" u="sng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研究对象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统称为元素，元素可为</a:t>
            </a:r>
            <a:r>
              <a:rPr lang="zh-CN" altLang="en-US" sz="2800" b="1" u="sng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数、点、函数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等，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            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常用小写字母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x, y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…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表示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.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9470" y="1896110"/>
            <a:ext cx="995172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1.2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集合：把一些元素组成的</a:t>
            </a:r>
            <a:r>
              <a:rPr lang="zh-CN" altLang="en-US" sz="2800" b="1" u="sng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总体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叫做集合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简称集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),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               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常用大写字母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, R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Z, …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表示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58" name="表格 -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11860" y="3373755"/>
          <a:ext cx="6313805" cy="334073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695450"/>
                <a:gridCol w="1407160"/>
                <a:gridCol w="3211195"/>
              </a:tblGrid>
              <a:tr h="461010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数集</a:t>
                      </a:r>
                      <a:endParaRPr lang="zh-CN" altLang="en-US" sz="2400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marL="0" marR="0" marT="0" marB="1"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符号</a:t>
                      </a:r>
                      <a:endParaRPr lang="zh-CN" altLang="en-US" sz="2400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marL="0" marR="0" marT="0" marB="1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含义</a:t>
                      </a:r>
                      <a:endParaRPr lang="zh-CN" altLang="en-US" sz="2400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marL="0" marR="0" marT="0" marB="1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1023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b="1" u="none"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实数集</a:t>
                      </a:r>
                      <a:endParaRPr lang="zh-CN" altLang="en-US" sz="2400" b="1" u="none"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marL="0" marR="0" marT="0" marB="1"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800" b="1" u="none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R</a:t>
                      </a:r>
                      <a:endParaRPr lang="en-US" altLang="zh-CN" sz="2800" b="1" u="none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b="1" u="none"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全体实数</a:t>
                      </a:r>
                      <a:endParaRPr lang="zh-CN" altLang="en-US" sz="2400" b="1" u="none"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marL="0" marR="0" marT="0" marB="1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878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b="1" u="none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自然数集</a:t>
                      </a:r>
                      <a:endParaRPr lang="zh-CN" altLang="en-US" sz="2400" b="1" u="none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marL="0" marR="0" marT="0" marB="1"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800" b="1" u="none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CN" sz="2800" b="1" u="none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b="1" u="none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非负整数</a:t>
                      </a:r>
                      <a:r>
                        <a:rPr lang="en-US" altLang="zh-CN" sz="2400" b="1" u="none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2400" b="1" u="none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含</a:t>
                      </a:r>
                      <a:r>
                        <a:rPr lang="en-US" altLang="zh-CN" sz="2400" b="1" u="none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0)</a:t>
                      </a:r>
                      <a:endParaRPr lang="en-US" altLang="zh-CN" sz="2400" b="1" u="none">
                        <a:solidFill>
                          <a:schemeClr val="accent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1023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b="1" u="none"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正整数集</a:t>
                      </a:r>
                      <a:endParaRPr lang="zh-CN" altLang="en-US" sz="2400" b="1" u="none"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marL="0" marR="0" marT="0" marB="1"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800" b="1" u="none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CN" sz="2800" b="1" u="none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zh-CN" altLang="en-US" sz="2800" b="1" u="none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altLang="zh-CN" sz="2800" b="1" u="none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CN" sz="2800" b="1" u="none" baseline="-250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en-US" altLang="zh-CN" sz="2800" b="1" u="none" baseline="-2500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1" u="none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大于</a:t>
                      </a:r>
                      <a:r>
                        <a:rPr lang="en-US" altLang="zh-CN" sz="2400" b="1" u="none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en-US" sz="2400" b="1" u="none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的整数</a:t>
                      </a:r>
                      <a:r>
                        <a:rPr lang="en-US" altLang="zh-CN" sz="2400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  <a:sym typeface="+mn-ea"/>
                        </a:rPr>
                        <a:t>(不含0)</a:t>
                      </a:r>
                      <a:endParaRPr lang="en-US" altLang="zh-CN" sz="2400" b="1" u="none">
                        <a:solidFill>
                          <a:schemeClr val="accent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1023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b="1" u="none"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整数集</a:t>
                      </a:r>
                      <a:endParaRPr lang="zh-CN" altLang="en-US" sz="2400" b="1" u="none"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marL="0" marR="0" marT="0" marB="1"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800" b="1" u="none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Z</a:t>
                      </a:r>
                      <a:endParaRPr lang="en-US" altLang="zh-CN" sz="2800" b="1" u="none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b="1" u="none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全体整数</a:t>
                      </a:r>
                      <a:r>
                        <a:rPr lang="en-US" altLang="zh-CN" sz="2400" b="1" u="none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2400" b="1" u="none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正</a:t>
                      </a:r>
                      <a:r>
                        <a:rPr lang="en-US" altLang="zh-CN" sz="2400" b="1" u="none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2400" b="1" u="none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负</a:t>
                      </a:r>
                      <a:r>
                        <a:rPr lang="en-US" altLang="zh-CN" sz="2400" b="1" u="none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/0)</a:t>
                      </a:r>
                      <a:endParaRPr lang="en-US" altLang="zh-CN" sz="2400" b="1" u="none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10235"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b="1" u="none">
                          <a:latin typeface="Times New Roman" panose="02020603050405020304" pitchFamily="18" charset="0"/>
                          <a:ea typeface="黑体" panose="02010609060101010101" charset="-122"/>
                        </a:rPr>
                        <a:t>有理数集</a:t>
                      </a:r>
                      <a:endParaRPr lang="zh-CN" altLang="en-US" sz="2400" b="1" u="none">
                        <a:latin typeface="Times New Roman" panose="02020603050405020304" pitchFamily="18" charset="0"/>
                        <a:ea typeface="黑体" panose="02010609060101010101" charset="-122"/>
                      </a:endParaRPr>
                    </a:p>
                  </a:txBody>
                  <a:tcPr marL="0" marR="0" marT="0" marB="1" vert="horz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800" b="1" u="none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Q</a:t>
                      </a:r>
                      <a:endParaRPr lang="en-US" altLang="zh-CN" sz="2800" b="1" u="none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400" b="1" u="none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全体有理数</a:t>
                      </a:r>
                      <a:r>
                        <a:rPr lang="en-US" altLang="zh-CN" sz="2400" b="1" u="none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sz="2400" b="1" u="none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整数</a:t>
                      </a:r>
                      <a:r>
                        <a:rPr lang="en-US" altLang="zh-CN" sz="2400" b="1" u="none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2400" b="1" u="none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分数</a:t>
                      </a:r>
                      <a:r>
                        <a:rPr lang="en-US" altLang="zh-CN" sz="2400" b="1" u="none">
                          <a:latin typeface="Times New Roman" panose="02020603050405020304" pitchFamily="18" charset="0"/>
                          <a:ea typeface="黑体" panose="02010609060101010101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2400" b="1" u="none">
                        <a:latin typeface="Times New Roman" panose="02020603050405020304" pitchFamily="18" charset="0"/>
                        <a:ea typeface="黑体" panose="02010609060101010101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vert="horz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5632" name="文本框 1"/>
          <p:cNvSpPr txBox="1"/>
          <p:nvPr/>
        </p:nvSpPr>
        <p:spPr>
          <a:xfrm>
            <a:off x="7179310" y="3909695"/>
            <a:ext cx="198755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Real  number</a:t>
            </a:r>
            <a:endParaRPr lang="en-US" altLang="zh-CN" sz="24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5633" name="文本框 3"/>
          <p:cNvSpPr txBox="1"/>
          <p:nvPr/>
        </p:nvSpPr>
        <p:spPr>
          <a:xfrm>
            <a:off x="7179310" y="4653280"/>
            <a:ext cx="26682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Natural  number</a:t>
            </a:r>
            <a:endParaRPr lang="en-US" altLang="zh-CN" sz="24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5634" name="文本框 4"/>
          <p:cNvSpPr txBox="1"/>
          <p:nvPr/>
        </p:nvSpPr>
        <p:spPr>
          <a:xfrm>
            <a:off x="7179310" y="5637530"/>
            <a:ext cx="294195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zhěng   </a:t>
            </a:r>
            <a:r>
              <a:rPr lang="zh-CN" altLang="en-US" sz="24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德</a:t>
            </a:r>
            <a:r>
              <a:rPr lang="en-US" altLang="zh-CN" sz="24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Zahlen</a:t>
            </a:r>
            <a:endParaRPr lang="en-US" altLang="zh-CN" sz="24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5635" name="文本框 5"/>
          <p:cNvSpPr txBox="1"/>
          <p:nvPr/>
        </p:nvSpPr>
        <p:spPr>
          <a:xfrm>
            <a:off x="7179310" y="6214110"/>
            <a:ext cx="19875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Quotient(</a:t>
            </a:r>
            <a:r>
              <a:rPr lang="zh-CN" altLang="en-US" sz="24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商</a:t>
            </a:r>
            <a:r>
              <a:rPr lang="en-US" altLang="zh-CN" sz="24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</a:t>
            </a:r>
            <a:endParaRPr lang="en-US" altLang="zh-CN" sz="24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839470" y="2844165"/>
            <a:ext cx="41814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1.3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常用数集及其记法</a:t>
            </a:r>
            <a:endParaRPr lang="zh-CN" altLang="en-US" sz="28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63" name="文本框 5"/>
          <p:cNvSpPr txBox="1"/>
          <p:nvPr>
            <p:custDataLst>
              <p:tags r:id="rId2"/>
            </p:custDataLst>
          </p:nvPr>
        </p:nvSpPr>
        <p:spPr>
          <a:xfrm>
            <a:off x="9120505" y="6217285"/>
            <a:ext cx="261556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l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Rational number</a:t>
            </a:r>
            <a:endParaRPr lang="en-US" sz="2400" b="1">
              <a:solidFill>
                <a:schemeClr val="lt1">
                  <a:lumMod val="50000"/>
                </a:schemeClr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 userDrawn="1">
            <p:custDataLst>
              <p:tags r:id="rId3"/>
            </p:custDataLst>
          </p:nvPr>
        </p:nvGrpSpPr>
        <p:grpSpPr>
          <a:xfrm>
            <a:off x="-5715" y="0"/>
            <a:ext cx="1261745" cy="955675"/>
            <a:chOff x="-5475" y="-1"/>
            <a:chExt cx="1261620" cy="955745"/>
          </a:xfrm>
        </p:grpSpPr>
        <p:sp>
          <p:nvSpPr>
            <p:cNvPr id="3" name="直角三角形 2"/>
            <p:cNvSpPr/>
            <p:nvPr>
              <p:custDataLst>
                <p:tags r:id="rId4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直角三角形 3"/>
            <p:cNvSpPr/>
            <p:nvPr>
              <p:custDataLst>
                <p:tags r:id="rId5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6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6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6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6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25632" grpId="0"/>
      <p:bldP spid="25633" grpId="0"/>
      <p:bldP spid="25634" grpId="0"/>
      <p:bldP spid="25635" grpId="0"/>
      <p:bldP spid="62" grpId="0"/>
      <p:bldP spid="6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-24130" y="2204720"/>
            <a:ext cx="12240895" cy="8642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27760" y="116840"/>
            <a:ext cx="66160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</a:t>
            </a:r>
            <a:r>
              <a:rPr lang="en-US" altLang="zh-CN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：元素与集合的关系</a:t>
            </a:r>
            <a:endParaRPr lang="zh-CN" altLang="en-US" sz="36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27125" y="1052830"/>
            <a:ext cx="107873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2.1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属于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：若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是集合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的元素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就说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属于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，记作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.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127125" y="1629410"/>
            <a:ext cx="9693275" cy="521970"/>
            <a:chOff x="1775" y="3018"/>
            <a:chExt cx="15265" cy="822"/>
          </a:xfrm>
        </p:grpSpPr>
        <p:sp>
          <p:nvSpPr>
            <p:cNvPr id="15" name="文本框 14"/>
            <p:cNvSpPr txBox="1"/>
            <p:nvPr/>
          </p:nvSpPr>
          <p:spPr>
            <a:xfrm>
              <a:off x="1775" y="3018"/>
              <a:ext cx="15265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altLang="zh-CN" sz="2800" b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2.2</a:t>
              </a:r>
              <a:r>
                <a:rPr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不属于</a:t>
              </a:r>
              <a:r>
                <a:rPr lang="zh-CN" altLang="en-US" sz="2800" b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：若</a:t>
              </a:r>
              <a:r>
                <a:rPr lang="en-US" altLang="zh-CN" sz="2800" b="1" i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800" b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不是集合</a:t>
              </a:r>
              <a:r>
                <a:rPr lang="en-US" altLang="zh-CN" sz="2800" b="1" i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800" b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的元素</a:t>
              </a:r>
              <a:r>
                <a:rPr lang="en-US" altLang="zh-CN" sz="2800" b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,</a:t>
              </a:r>
              <a:r>
                <a:rPr lang="zh-CN" altLang="en-US" sz="2800" b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就说</a:t>
              </a:r>
              <a:r>
                <a:rPr lang="en-US" altLang="zh-CN" sz="2800" b="1" i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800" b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不</a:t>
              </a:r>
              <a:r>
                <a:rPr lang="zh-CN" altLang="en-US" sz="2800" b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属于</a:t>
              </a:r>
              <a:r>
                <a:rPr lang="en-US" altLang="zh-CN" sz="2800" b="1" i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800" b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，记作</a:t>
              </a:r>
              <a:r>
                <a:rPr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∈</a:t>
              </a:r>
              <a:r>
                <a:rPr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800" b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.</a:t>
              </a:r>
              <a:endPara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 flipH="1">
              <a:off x="15837" y="3183"/>
              <a:ext cx="92" cy="48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框 16"/>
          <p:cNvSpPr txBox="1"/>
          <p:nvPr/>
        </p:nvSpPr>
        <p:spPr>
          <a:xfrm>
            <a:off x="1127125" y="2314575"/>
            <a:ext cx="66160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新知3：集合</a:t>
            </a:r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中元素</a:t>
            </a:r>
            <a:r>
              <a:rPr lang="en-US" altLang="zh-CN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特性</a:t>
            </a:r>
            <a:endParaRPr lang="zh-CN" altLang="en-US" sz="36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941685" y="981075"/>
            <a:ext cx="97282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0∈N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0776586" y="1646555"/>
            <a:ext cx="1220470" cy="521970"/>
            <a:chOff x="14029" y="3652"/>
            <a:chExt cx="1922" cy="822"/>
          </a:xfrm>
        </p:grpSpPr>
        <p:sp>
          <p:nvSpPr>
            <p:cNvPr id="20" name="文本框 19"/>
            <p:cNvSpPr txBox="1"/>
            <p:nvPr/>
          </p:nvSpPr>
          <p:spPr>
            <a:xfrm>
              <a:off x="14029" y="3652"/>
              <a:ext cx="1922" cy="82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0070C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2.5∈Z</a:t>
              </a:r>
              <a:endPara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>
            <a:xfrm flipH="1">
              <a:off x="15157" y="3807"/>
              <a:ext cx="92" cy="51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文本框 21"/>
          <p:cNvSpPr txBox="1"/>
          <p:nvPr/>
        </p:nvSpPr>
        <p:spPr>
          <a:xfrm>
            <a:off x="1055370" y="4190365"/>
            <a:ext cx="849693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3.2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互异性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：一个给定集合中的</a:t>
            </a:r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元素互不相同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.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r>
              <a:rPr lang="en-US" altLang="zh-CN" sz="28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 </a:t>
            </a:r>
            <a:r>
              <a:rPr lang="zh-CN" altLang="en-US" sz="28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即：集合中的元素不重复出现，同一元素只出现</a:t>
            </a:r>
            <a:r>
              <a:rPr lang="en-US" altLang="zh-CN" sz="28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</a:t>
            </a:r>
            <a:r>
              <a:rPr lang="zh-CN" altLang="en-US" sz="28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次</a:t>
            </a:r>
            <a:r>
              <a:rPr lang="en-US" altLang="zh-CN" sz="28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.</a:t>
            </a:r>
            <a:endParaRPr lang="en-US" altLang="zh-CN" sz="2800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55370" y="5143500"/>
            <a:ext cx="963168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3.3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无序性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：构成两个集合的</a:t>
            </a:r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元素一样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，就称两个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集合相等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.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8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 </a:t>
            </a:r>
            <a:r>
              <a:rPr lang="zh-CN" altLang="en-US" sz="28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即：一个集合中的</a:t>
            </a:r>
            <a:r>
              <a:rPr lang="zh-CN" altLang="en-US" sz="2800" u="sng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元素可任意交换位置</a:t>
            </a:r>
            <a:r>
              <a:rPr lang="en-US" altLang="zh-CN" sz="28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.</a:t>
            </a:r>
            <a:endParaRPr lang="en-US" altLang="zh-CN" sz="2800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"/>
            </p:custDataLst>
          </p:nvPr>
        </p:nvSpPr>
        <p:spPr>
          <a:xfrm>
            <a:off x="9479280" y="3173095"/>
            <a:ext cx="2435225" cy="1640205"/>
          </a:xfrm>
          <a:prstGeom prst="rect">
            <a:avLst/>
          </a:prstGeom>
          <a:noFill/>
          <a:ln w="19050">
            <a:solidFill>
              <a:schemeClr val="dk1"/>
            </a:solidFill>
            <a:prstDash val="solid"/>
          </a:ln>
        </p:spPr>
        <p:txBody>
          <a:bodyPr wrap="square" rtlCol="0" anchor="t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不能构成集合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: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较小的数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接近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的数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视力好的人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343660" y="6121400"/>
            <a:ext cx="4084955" cy="52197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rtlCol="0" anchor="t">
            <a:spAutoFit/>
          </a:bodyPr>
          <a:lstStyle/>
          <a:p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{1,2,3,4}={4,2,3,1}</a:t>
            </a:r>
            <a:endParaRPr lang="en-US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055370" y="3204845"/>
            <a:ext cx="8424545" cy="953135"/>
            <a:chOff x="1775" y="5273"/>
            <a:chExt cx="13267" cy="1501"/>
          </a:xfrm>
        </p:grpSpPr>
        <p:sp>
          <p:nvSpPr>
            <p:cNvPr id="26" name="文本框 25"/>
            <p:cNvSpPr txBox="1"/>
            <p:nvPr/>
          </p:nvSpPr>
          <p:spPr>
            <a:xfrm>
              <a:off x="1775" y="5273"/>
              <a:ext cx="13267" cy="150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2800" b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3.1</a:t>
              </a:r>
              <a:r>
                <a:rPr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确定性</a:t>
              </a:r>
              <a:r>
                <a:rPr lang="zh-CN" altLang="en-US" sz="2800" b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：给定的集合，它的</a:t>
              </a:r>
              <a:r>
                <a:rPr lang="zh-CN" altLang="en-US" sz="2800" b="1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元素必须是确定的</a:t>
              </a:r>
              <a:r>
                <a:rPr lang="en-US" altLang="zh-CN" sz="2800" b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.</a:t>
              </a:r>
              <a:endPara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  <a:p>
              <a:r>
                <a:rPr lang="en-US" altLang="zh-CN" sz="2800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   </a:t>
              </a:r>
              <a:r>
                <a:rPr lang="zh-CN" altLang="en-US" sz="2800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即：</a:t>
              </a:r>
              <a:r>
                <a:rPr lang="en-US" altLang="zh-CN" sz="2800" i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800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∈</a:t>
              </a:r>
              <a:r>
                <a:rPr lang="en-US" altLang="zh-CN" sz="2800" i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800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i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800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∈</a:t>
              </a:r>
              <a:r>
                <a:rPr lang="en-US" altLang="zh-CN" sz="2800" i="1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800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，二者必居其一，不能模棱两可</a:t>
              </a:r>
              <a:r>
                <a:rPr lang="en-US" altLang="zh-CN" sz="2800">
                  <a:solidFill>
                    <a:schemeClr val="dk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.</a:t>
              </a:r>
              <a:endParaRPr lang="en-US" altLang="zh-CN" sz="28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7" name="直接连接符 26"/>
            <p:cNvCxnSpPr/>
            <p:nvPr>
              <p:custDataLst>
                <p:tags r:id="rId2"/>
              </p:custDataLst>
            </p:nvPr>
          </p:nvCxnSpPr>
          <p:spPr>
            <a:xfrm flipH="1">
              <a:off x="5744" y="6080"/>
              <a:ext cx="84" cy="510"/>
            </a:xfrm>
            <a:prstGeom prst="line">
              <a:avLst/>
            </a:prstGeom>
            <a:ln w="28575">
              <a:solidFill>
                <a:schemeClr val="dk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文本框 28"/>
          <p:cNvSpPr txBox="1"/>
          <p:nvPr/>
        </p:nvSpPr>
        <p:spPr>
          <a:xfrm>
            <a:off x="4512310" y="6121400"/>
            <a:ext cx="2109470" cy="52197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rtlCol="0" anchor="t">
            <a:spAutoFit/>
          </a:bodyPr>
          <a:lstStyle/>
          <a:p>
            <a:r>
              <a:rPr 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r>
              <a:rPr lang="en-US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</a:t>
            </a:r>
            <a:r>
              <a:rPr 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}≠{</a:t>
            </a:r>
            <a:r>
              <a:rPr lang="en-US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r>
              <a:rPr lang="en-US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r>
              <a:rPr 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</a:t>
            </a:r>
            <a:endParaRPr 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30" name="组合 29"/>
          <p:cNvGrpSpPr/>
          <p:nvPr userDrawn="1">
            <p:custDataLst>
              <p:tags r:id="rId3"/>
            </p:custDataLst>
          </p:nvPr>
        </p:nvGrpSpPr>
        <p:grpSpPr>
          <a:xfrm>
            <a:off x="-5715" y="0"/>
            <a:ext cx="1261745" cy="955675"/>
            <a:chOff x="-5475" y="-1"/>
            <a:chExt cx="1261620" cy="955745"/>
          </a:xfrm>
        </p:grpSpPr>
        <p:sp>
          <p:nvSpPr>
            <p:cNvPr id="31" name="直角三角形 30"/>
            <p:cNvSpPr/>
            <p:nvPr>
              <p:custDataLst>
                <p:tags r:id="rId4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直角三角形 31"/>
            <p:cNvSpPr/>
            <p:nvPr>
              <p:custDataLst>
                <p:tags r:id="rId5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4" name="组合 33"/>
          <p:cNvGrpSpPr/>
          <p:nvPr userDrawn="1">
            <p:custDataLst>
              <p:tags r:id="rId6"/>
            </p:custDataLst>
          </p:nvPr>
        </p:nvGrpSpPr>
        <p:grpSpPr>
          <a:xfrm>
            <a:off x="-24130" y="2204720"/>
            <a:ext cx="1261745" cy="955675"/>
            <a:chOff x="-5475" y="-1"/>
            <a:chExt cx="1261620" cy="955745"/>
          </a:xfrm>
        </p:grpSpPr>
        <p:sp>
          <p:nvSpPr>
            <p:cNvPr id="35" name="直角三角形 34"/>
            <p:cNvSpPr/>
            <p:nvPr>
              <p:custDataLst>
                <p:tags r:id="rId7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直角三角形 35"/>
            <p:cNvSpPr/>
            <p:nvPr>
              <p:custDataLst>
                <p:tags r:id="rId8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2" grpId="0"/>
      <p:bldP spid="23" grpId="0"/>
      <p:bldP spid="24" grpId="0"/>
      <p:bldP spid="25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1"/>
            </p:custDataLst>
          </p:nvPr>
        </p:nvGrpSpPr>
        <p:grpSpPr>
          <a:xfrm>
            <a:off x="-5715" y="0"/>
            <a:ext cx="1261745" cy="955675"/>
            <a:chOff x="-5475" y="-1"/>
            <a:chExt cx="1261620" cy="955745"/>
          </a:xfrm>
        </p:grpSpPr>
        <p:sp>
          <p:nvSpPr>
            <p:cNvPr id="2" name="直角三角形 1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" name="直角三角形 2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1127760" y="95250"/>
            <a:ext cx="66160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</a:t>
            </a:r>
            <a:r>
              <a:rPr lang="en-US" altLang="zh-CN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：集合的表示方法</a:t>
            </a:r>
            <a:endParaRPr lang="zh-CN" altLang="en-US" sz="36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4"/>
            </p:custDataLst>
          </p:nvPr>
        </p:nvSpPr>
        <p:spPr>
          <a:xfrm>
            <a:off x="842010" y="909320"/>
            <a:ext cx="27412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4.1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自然语言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5"/>
            </p:custDataLst>
          </p:nvPr>
        </p:nvSpPr>
        <p:spPr>
          <a:xfrm>
            <a:off x="2872740" y="909320"/>
            <a:ext cx="51981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如：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“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小于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6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的所有正整数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”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6"/>
            </p:custDataLst>
          </p:nvPr>
        </p:nvSpPr>
        <p:spPr>
          <a:xfrm>
            <a:off x="842010" y="1492885"/>
            <a:ext cx="27412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4.2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符号语言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13765" y="2076450"/>
            <a:ext cx="109359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①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列举法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：所有元素一一列举，并用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“,”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隔开，用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“{ }”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括起来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785110" y="3100070"/>
            <a:ext cx="34118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如：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={2,4,6,8,10}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055370" y="3454400"/>
            <a:ext cx="1306195" cy="828040"/>
            <a:chOff x="2003" y="5583"/>
            <a:chExt cx="2057" cy="1304"/>
          </a:xfrm>
        </p:grpSpPr>
        <p:pic>
          <p:nvPicPr>
            <p:cNvPr id="38" name="Picture 2" descr="C:\Documents and Settings\Administrator\桌面\a362-1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600"/>
            <a:stretch>
              <a:fillRect/>
            </a:stretch>
          </p:blipFill>
          <p:spPr bwMode="auto">
            <a:xfrm>
              <a:off x="2003" y="5583"/>
              <a:ext cx="2023" cy="1304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TextBox 14"/>
            <p:cNvSpPr txBox="1"/>
            <p:nvPr/>
          </p:nvSpPr>
          <p:spPr>
            <a:xfrm>
              <a:off x="2116" y="6080"/>
              <a:ext cx="1944" cy="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lvl="0">
                <a:lnSpc>
                  <a:spcPct val="80000"/>
                </a:lnSpc>
                <a:defRPr sz="4400" b="1" kern="0">
                  <a:ln w="18415" cmpd="sng">
                    <a:noFill/>
                    <a:prstDash val="solid"/>
                  </a:ln>
                  <a:solidFill>
                    <a:srgbClr val="FFC000"/>
                  </a:solidFill>
                  <a:latin typeface="Agency FB" panose="020B0503020202020204" pitchFamily="34" charset="0"/>
                  <a:ea typeface="微软雅黑" panose="020B050302020402020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0" cap="none" spc="0" normalizeH="0" baseline="0" noProof="0">
                  <a:ln w="18415" cmpd="sng">
                    <a:noFill/>
                    <a:prstDash val="solid"/>
                  </a:ln>
                  <a:solidFill>
                    <a:schemeClr val="dk1"/>
                  </a:solidFill>
                  <a:effectLst>
                    <a:outerShdw dist="38100" dir="5400000" algn="t" rotWithShape="0">
                      <a:sysClr val="window" lastClr="FFFFFF">
                        <a:alpha val="55000"/>
                      </a:sys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思考</a:t>
              </a:r>
              <a:endParaRPr kumimoji="0" lang="zh-CN" altLang="en-US" sz="2800" b="1" i="0" u="none" strike="noStrike" kern="0" cap="none" spc="0" normalizeH="0" baseline="0" noProof="0">
                <a:ln w="18415" cmpd="sng">
                  <a:noFill/>
                  <a:prstDash val="solid"/>
                </a:ln>
                <a:solidFill>
                  <a:schemeClr val="dk1"/>
                </a:solidFill>
                <a:effectLst>
                  <a:outerShdw dist="38100" dir="5400000" algn="t" rotWithShape="0">
                    <a:sysClr val="window" lastClr="FFFFFF">
                      <a:alpha val="55000"/>
                    </a:sys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0" name="文本框 39"/>
          <p:cNvSpPr txBox="1"/>
          <p:nvPr>
            <p:custDataLst>
              <p:tags r:id="rId8"/>
            </p:custDataLst>
          </p:nvPr>
        </p:nvSpPr>
        <p:spPr>
          <a:xfrm>
            <a:off x="2350770" y="3688715"/>
            <a:ext cx="83934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(1)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你能用</a:t>
            </a:r>
            <a:r>
              <a:rPr lang="zh-CN" altLang="en-US" sz="2800" b="1" u="sng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自然语言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描述集合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{0,3,6,9}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吗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?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>
            <p:custDataLst>
              <p:tags r:id="rId9"/>
            </p:custDataLst>
          </p:nvPr>
        </p:nvSpPr>
        <p:spPr>
          <a:xfrm>
            <a:off x="2377440" y="4707255"/>
            <a:ext cx="84562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(2)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你能用</a:t>
            </a:r>
            <a:r>
              <a:rPr lang="zh-CN" altLang="en-US" sz="2800" b="1" u="sng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列举法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表示不等式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-7&lt;3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的实数解集吗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?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872740" y="4220210"/>
            <a:ext cx="79616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“10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以内能被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整除的所有自然数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”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641600" y="2578100"/>
            <a:ext cx="87788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适用于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元素个数有限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或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无限但有规律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的集合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.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928620" y="5260340"/>
            <a:ext cx="74275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满足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“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&lt;10”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的实数有</a:t>
            </a:r>
            <a:r>
              <a:rPr lang="zh-CN" altLang="en-US" sz="2800" b="1" u="sng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无数个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，无法一一列举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.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>
            <p:custDataLst>
              <p:tags r:id="rId10"/>
            </p:custDataLst>
          </p:nvPr>
        </p:nvSpPr>
        <p:spPr>
          <a:xfrm>
            <a:off x="3502660" y="5812155"/>
            <a:ext cx="2792095" cy="57844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元素的共同特征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11"/>
            </p:custDataLst>
          </p:nvPr>
        </p:nvSpPr>
        <p:spPr>
          <a:xfrm>
            <a:off x="6384290" y="5844540"/>
            <a:ext cx="24714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∈R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&lt;10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096000" y="3110230"/>
            <a:ext cx="28003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{1,2,3,…,1000}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832850" y="3100070"/>
            <a:ext cx="28003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N={0,1,2,3,…}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>
            <p:custDataLst>
              <p:tags r:id="rId12"/>
            </p:custDataLst>
          </p:nvPr>
        </p:nvSpPr>
        <p:spPr>
          <a:xfrm>
            <a:off x="2928620" y="1485900"/>
            <a:ext cx="4121785" cy="5219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“{ }”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表示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所有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全体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”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1"/>
            </p:custDataLst>
          </p:nvPr>
        </p:nvGrpSpPr>
        <p:grpSpPr>
          <a:xfrm>
            <a:off x="-5715" y="0"/>
            <a:ext cx="1261745" cy="955675"/>
            <a:chOff x="-5475" y="-1"/>
            <a:chExt cx="1261620" cy="955745"/>
          </a:xfrm>
        </p:grpSpPr>
        <p:sp>
          <p:nvSpPr>
            <p:cNvPr id="2" name="直角三角形 1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" name="直角三角形 2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1127760" y="95250"/>
            <a:ext cx="66160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</a:t>
            </a:r>
            <a:r>
              <a:rPr lang="en-US" altLang="zh-CN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：集合的表示方法</a:t>
            </a:r>
            <a:endParaRPr lang="zh-CN" altLang="en-US" sz="36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4"/>
            </p:custDataLst>
          </p:nvPr>
        </p:nvSpPr>
        <p:spPr>
          <a:xfrm>
            <a:off x="483235" y="909320"/>
            <a:ext cx="27412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4.1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自然语言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5"/>
            </p:custDataLst>
          </p:nvPr>
        </p:nvSpPr>
        <p:spPr>
          <a:xfrm>
            <a:off x="2513965" y="909320"/>
            <a:ext cx="51981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如：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“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小于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6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的所有正整数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”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6"/>
            </p:custDataLst>
          </p:nvPr>
        </p:nvSpPr>
        <p:spPr>
          <a:xfrm>
            <a:off x="483235" y="1492885"/>
            <a:ext cx="27412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4.2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集合语言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54990" y="2076450"/>
            <a:ext cx="109359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①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列举法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：所有元素一一列举，并用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“,”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隔开，用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“{ }”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括起来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282825" y="2578100"/>
            <a:ext cx="87788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适用于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元素个数有限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或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无限但有规律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的集合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.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337675" y="2595880"/>
            <a:ext cx="28003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N={0,1,2,3,…}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>
            <p:custDataLst>
              <p:tags r:id="rId7"/>
            </p:custDataLst>
          </p:nvPr>
        </p:nvSpPr>
        <p:spPr>
          <a:xfrm>
            <a:off x="2569845" y="1486535"/>
            <a:ext cx="4085590" cy="5219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“{ }”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表示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所有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全体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”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4990" y="3141345"/>
            <a:ext cx="1069911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②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描述法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：把集合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中所有具有</a:t>
            </a:r>
            <a:r>
              <a:rPr lang="zh-CN" altLang="en-US" sz="2800" b="1" u="sng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共同特征</a:t>
            </a:r>
            <a:r>
              <a:rPr lang="en-US" altLang="zh-CN" sz="2800" b="1" i="1" u="sng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u="sng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u="sng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u="sng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的元素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endParaRPr lang="en-US" altLang="zh-CN" sz="2800" b="1" i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                   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所组成的集合表示为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|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)}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23795" y="4125595"/>
            <a:ext cx="47974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如：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数集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∈Z | 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&lt;10}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779145" y="5046980"/>
            <a:ext cx="1284605" cy="828040"/>
            <a:chOff x="2102" y="5641"/>
            <a:chExt cx="2023" cy="1304"/>
          </a:xfrm>
        </p:grpSpPr>
        <p:pic>
          <p:nvPicPr>
            <p:cNvPr id="13" name="Picture 2" descr="C:\Documents and Settings\Administrator\桌面\a362-1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600"/>
            <a:stretch>
              <a:fillRect/>
            </a:stretch>
          </p:blipFill>
          <p:spPr bwMode="auto">
            <a:xfrm>
              <a:off x="2102" y="5641"/>
              <a:ext cx="2023" cy="1304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4"/>
            <p:cNvSpPr txBox="1"/>
            <p:nvPr/>
          </p:nvSpPr>
          <p:spPr>
            <a:xfrm>
              <a:off x="2116" y="6080"/>
              <a:ext cx="1944" cy="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lvl="0">
                <a:lnSpc>
                  <a:spcPct val="80000"/>
                </a:lnSpc>
                <a:defRPr sz="4400" b="1" kern="0">
                  <a:ln w="18415" cmpd="sng">
                    <a:noFill/>
                    <a:prstDash val="solid"/>
                  </a:ln>
                  <a:solidFill>
                    <a:srgbClr val="FFC000"/>
                  </a:solidFill>
                  <a:latin typeface="Agency FB" panose="020B0503020202020204" pitchFamily="34" charset="0"/>
                  <a:ea typeface="微软雅黑" panose="020B050302020402020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0" cap="none" spc="0" normalizeH="0" baseline="0" noProof="0">
                  <a:ln w="18415" cmpd="sng">
                    <a:noFill/>
                    <a:prstDash val="solid"/>
                  </a:ln>
                  <a:solidFill>
                    <a:schemeClr val="tx1"/>
                  </a:solidFill>
                  <a:effectLst>
                    <a:outerShdw dist="38100" dir="5400000" algn="t" rotWithShape="0">
                      <a:sysClr val="window" lastClr="FFFFFF">
                        <a:alpha val="55000"/>
                      </a:sys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思考</a:t>
              </a:r>
              <a:endParaRPr kumimoji="0" lang="zh-CN" altLang="en-US" sz="2800" b="1" i="0" u="none" strike="noStrike" kern="0" cap="none" spc="0" normalizeH="0" baseline="0" noProof="0">
                <a:ln w="18415" cmpd="sng">
                  <a:noFill/>
                  <a:prstDash val="solid"/>
                </a:ln>
                <a:solidFill>
                  <a:schemeClr val="tx1"/>
                </a:solidFill>
                <a:effectLst>
                  <a:outerShdw dist="38100" dir="5400000" algn="t" rotWithShape="0">
                    <a:sysClr val="window" lastClr="FFFFFF">
                      <a:alpha val="55000"/>
                    </a:sys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063750" y="5200015"/>
            <a:ext cx="74168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(3)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你能用</a:t>
            </a:r>
            <a:r>
              <a:rPr lang="zh-CN" altLang="en-US" sz="2800" b="1" u="sng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描述法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表示</a:t>
            </a:r>
            <a:r>
              <a:rPr lang="zh-CN" altLang="en-US" sz="2800" b="1" u="sng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偶数集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和</a:t>
            </a:r>
            <a:r>
              <a:rPr lang="zh-CN" altLang="en-US" sz="2800" b="1" u="sng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奇数集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吗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?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23795" y="5709920"/>
            <a:ext cx="47713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偶数集：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∈Z | 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=2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∈Z}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423795" y="6208395"/>
            <a:ext cx="49250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奇数集：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∈Z | 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=2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+1,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∈Z}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638030" y="2997200"/>
            <a:ext cx="2553790" cy="1405890"/>
            <a:chOff x="14577" y="7086"/>
            <a:chExt cx="4456" cy="2229"/>
          </a:xfrm>
        </p:grpSpPr>
        <p:pic>
          <p:nvPicPr>
            <p:cNvPr id="67586" name="图片 27"/>
            <p:cNvPicPr>
              <a:picLocks noChangeAspect="1"/>
            </p:cNvPicPr>
            <p:nvPr/>
          </p:nvPicPr>
          <p:blipFill>
            <a:blip r:embed="rId10"/>
            <a:srcRect l="12968" t="22557" r="12197"/>
            <a:stretch>
              <a:fillRect/>
            </a:stretch>
          </p:blipFill>
          <p:spPr>
            <a:xfrm>
              <a:off x="14577" y="7086"/>
              <a:ext cx="4456" cy="222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" name="文本框 23"/>
            <p:cNvSpPr txBox="1"/>
            <p:nvPr>
              <p:custDataLst>
                <p:tags r:id="rId11"/>
              </p:custDataLst>
            </p:nvPr>
          </p:nvSpPr>
          <p:spPr>
            <a:xfrm>
              <a:off x="15043" y="7334"/>
              <a:ext cx="3627" cy="77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2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{</a:t>
              </a:r>
              <a:r>
                <a:rPr lang="en-US" altLang="zh-CN" sz="26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∈</a:t>
              </a:r>
              <a:r>
                <a:rPr lang="en-US" altLang="zh-CN" sz="26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A</a:t>
              </a:r>
              <a:r>
                <a:rPr lang="en-US" altLang="zh-CN" sz="2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 : </a:t>
              </a:r>
              <a:r>
                <a:rPr lang="en-US" altLang="zh-CN" sz="26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P</a:t>
              </a:r>
              <a:r>
                <a:rPr lang="en-US" altLang="zh-CN" sz="2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(</a:t>
              </a:r>
              <a:r>
                <a:rPr lang="en-US" altLang="zh-CN" sz="26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)}</a:t>
              </a:r>
              <a:endParaRPr lang="en-US" altLang="zh-CN" sz="2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12"/>
              </p:custDataLst>
            </p:nvPr>
          </p:nvSpPr>
          <p:spPr>
            <a:xfrm>
              <a:off x="15066" y="7989"/>
              <a:ext cx="3809" cy="77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2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{</a:t>
              </a:r>
              <a:r>
                <a:rPr lang="en-US" altLang="zh-CN" sz="26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∈</a:t>
              </a:r>
              <a:r>
                <a:rPr lang="en-US" altLang="zh-CN" sz="26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A</a:t>
              </a:r>
              <a:r>
                <a:rPr lang="en-US" altLang="zh-CN" sz="2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 ; </a:t>
              </a:r>
              <a:r>
                <a:rPr lang="en-US" altLang="zh-CN" sz="26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P</a:t>
              </a:r>
              <a:r>
                <a:rPr lang="en-US" altLang="zh-CN" sz="2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(</a:t>
              </a:r>
              <a:r>
                <a:rPr lang="en-US" altLang="zh-CN" sz="2600" b="1" i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x</a:t>
              </a:r>
              <a:r>
                <a:rPr lang="en-US" altLang="zh-CN" sz="2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)}</a:t>
              </a:r>
              <a:endParaRPr lang="en-US" altLang="zh-CN" sz="2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6312535" y="4124325"/>
            <a:ext cx="56680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点集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{(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 | 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y=x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+3, 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∈R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72130" y="4637405"/>
            <a:ext cx="84607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为三角形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不写为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|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为</a:t>
            </a:r>
            <a:r>
              <a:rPr lang="zh-CN" altLang="en-US" sz="2800" b="1" u="sng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所有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三角形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832850" y="5350510"/>
            <a:ext cx="2100580" cy="119888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 anchor="t">
            <a:spAutoFit/>
          </a:bodyPr>
          <a:lstStyle/>
          <a:p>
            <a:r>
              <a:rPr lang="zh-CN" altLang="en-US" sz="24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提示：偶数和奇数的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共同特征</a:t>
            </a:r>
            <a:r>
              <a:rPr lang="zh-CN" altLang="en-US" sz="24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是什么</a:t>
            </a:r>
            <a:r>
              <a:rPr lang="en-US" altLang="zh-CN" sz="24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?</a:t>
            </a:r>
            <a:endParaRPr lang="en-US" altLang="zh-CN" sz="24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5" grpId="0"/>
      <p:bldP spid="16" grpId="0"/>
      <p:bldP spid="19" grpId="0"/>
      <p:bldP spid="5" grpId="0"/>
      <p:bldP spid="7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1"/>
            </p:custDataLst>
          </p:nvPr>
        </p:nvGrpSpPr>
        <p:grpSpPr>
          <a:xfrm>
            <a:off x="-5715" y="0"/>
            <a:ext cx="1261745" cy="955675"/>
            <a:chOff x="-5475" y="-1"/>
            <a:chExt cx="1261620" cy="955745"/>
          </a:xfrm>
        </p:grpSpPr>
        <p:sp>
          <p:nvSpPr>
            <p:cNvPr id="2" name="直角三角形 1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" name="直角三角形 2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097915" y="96520"/>
            <a:ext cx="66160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新知4：集合的表示方法</a:t>
            </a:r>
            <a:endParaRPr lang="zh-CN" altLang="en-US" sz="2800" b="1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551815" y="970915"/>
            <a:ext cx="27412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4.1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自然语言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2713990" y="981075"/>
            <a:ext cx="51981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如：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“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小于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6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的所有正整数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”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555625" y="1565910"/>
            <a:ext cx="27412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4.2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集合语言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12085" y="1565910"/>
            <a:ext cx="94913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①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列举法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{_,_,_,_}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，适用于元素有限个或无限个但有规律</a:t>
            </a:r>
            <a:endParaRPr lang="zh-CN" altLang="en-US" sz="28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12085" y="2087880"/>
            <a:ext cx="70821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②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描述法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|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)}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或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{(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 |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)}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784475" y="2637790"/>
            <a:ext cx="41300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偶数集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∈Z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=2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∈Z}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783840" y="3158490"/>
            <a:ext cx="50584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-7&lt;3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的解集为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∈R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&lt;10}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7"/>
            </p:custDataLst>
          </p:nvPr>
        </p:nvSpPr>
        <p:spPr>
          <a:xfrm>
            <a:off x="847725" y="4149726"/>
            <a:ext cx="29794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▲认清代表元素：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743960" y="4136708"/>
            <a:ext cx="22999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300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+4}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240780" y="4146868"/>
            <a:ext cx="22999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300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+4}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8"/>
            </p:custDataLst>
          </p:nvPr>
        </p:nvSpPr>
        <p:spPr>
          <a:xfrm>
            <a:off x="5376545" y="4146868"/>
            <a:ext cx="73723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=R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9"/>
            </p:custDataLst>
          </p:nvPr>
        </p:nvSpPr>
        <p:spPr>
          <a:xfrm>
            <a:off x="7851140" y="4157345"/>
            <a:ext cx="15259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={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≥4}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816725" y="2643505"/>
            <a:ext cx="49250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奇数集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∈Z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=2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+1,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∈Z}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47725" y="3658870"/>
            <a:ext cx="111544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▲约定：若从上下文的关系看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∈R, 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∈Z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是明确的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则</a:t>
            </a:r>
            <a:r>
              <a:rPr lang="zh-CN" altLang="en-US" sz="2800" b="1" u="sng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可省略不写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441815" y="4162108"/>
            <a:ext cx="22999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300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+4}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17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>
            <p:custDataLst>
              <p:tags r:id="rId1"/>
            </p:custDataLst>
          </p:nvPr>
        </p:nvGrpSpPr>
        <p:grpSpPr>
          <a:xfrm>
            <a:off x="-5715" y="0"/>
            <a:ext cx="1261745" cy="955675"/>
            <a:chOff x="-5475" y="-1"/>
            <a:chExt cx="1261620" cy="955745"/>
          </a:xfrm>
        </p:grpSpPr>
        <p:sp>
          <p:nvSpPr>
            <p:cNvPr id="14" name="直角三角形 13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直角三角形 14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" name="Freeform 9"/>
          <p:cNvSpPr/>
          <p:nvPr userDrawn="1">
            <p:custDataLst>
              <p:tags r:id="rId4"/>
            </p:custDataLst>
          </p:nvPr>
        </p:nvSpPr>
        <p:spPr>
          <a:xfrm>
            <a:off x="11043138" y="4289310"/>
            <a:ext cx="1126957" cy="2253919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180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5400000">
            <a:off x="11117357" y="5159252"/>
            <a:ext cx="1429406" cy="71470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2370" y="911860"/>
            <a:ext cx="9367520" cy="56108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43660" y="97155"/>
            <a:ext cx="66160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</a:t>
            </a:r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基础巩固</a:t>
            </a:r>
            <a:r>
              <a:rPr lang="en-US" altLang="zh-CN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P5</a:t>
            </a:r>
            <a:endParaRPr lang="en-US" altLang="zh-CN" sz="36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" name="直接连接符 7"/>
          <p:cNvCxnSpPr/>
          <p:nvPr>
            <p:custDataLst>
              <p:tags r:id="rId8"/>
            </p:custDataLst>
          </p:nvPr>
        </p:nvCxnSpPr>
        <p:spPr>
          <a:xfrm>
            <a:off x="1127760" y="826770"/>
            <a:ext cx="1030732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3359785" y="2637155"/>
            <a:ext cx="538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103745" y="2637155"/>
            <a:ext cx="538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600190" y="4005580"/>
            <a:ext cx="538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5160010" y="2637155"/>
            <a:ext cx="538480" cy="521970"/>
            <a:chOff x="5631" y="5967"/>
            <a:chExt cx="848" cy="822"/>
          </a:xfrm>
        </p:grpSpPr>
        <p:sp>
          <p:nvSpPr>
            <p:cNvPr id="36" name="文本框 35"/>
            <p:cNvSpPr txBox="1"/>
            <p:nvPr/>
          </p:nvSpPr>
          <p:spPr>
            <a:xfrm>
              <a:off x="5631" y="5967"/>
              <a:ext cx="848" cy="82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∈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>
            <a:xfrm flipH="1">
              <a:off x="6009" y="6171"/>
              <a:ext cx="92" cy="45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/>
          <p:cNvGrpSpPr/>
          <p:nvPr/>
        </p:nvGrpSpPr>
        <p:grpSpPr>
          <a:xfrm>
            <a:off x="9047480" y="2628265"/>
            <a:ext cx="538480" cy="521970"/>
            <a:chOff x="7952" y="5967"/>
            <a:chExt cx="848" cy="822"/>
          </a:xfrm>
        </p:grpSpPr>
        <p:sp>
          <p:nvSpPr>
            <p:cNvPr id="38" name="文本框 37"/>
            <p:cNvSpPr txBox="1"/>
            <p:nvPr/>
          </p:nvSpPr>
          <p:spPr>
            <a:xfrm>
              <a:off x="7952" y="5967"/>
              <a:ext cx="848" cy="82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∈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>
            <a:xfrm flipH="1">
              <a:off x="8330" y="6171"/>
              <a:ext cx="92" cy="45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组合 44"/>
          <p:cNvGrpSpPr/>
          <p:nvPr/>
        </p:nvGrpSpPr>
        <p:grpSpPr>
          <a:xfrm>
            <a:off x="5951855" y="3126740"/>
            <a:ext cx="538480" cy="521970"/>
            <a:chOff x="10053" y="5987"/>
            <a:chExt cx="848" cy="822"/>
          </a:xfrm>
        </p:grpSpPr>
        <p:sp>
          <p:nvSpPr>
            <p:cNvPr id="40" name="文本框 39"/>
            <p:cNvSpPr txBox="1"/>
            <p:nvPr/>
          </p:nvSpPr>
          <p:spPr>
            <a:xfrm>
              <a:off x="10053" y="5987"/>
              <a:ext cx="848" cy="82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∈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>
            <a:xfrm flipH="1">
              <a:off x="10431" y="6191"/>
              <a:ext cx="92" cy="45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文本框 45"/>
          <p:cNvSpPr txBox="1"/>
          <p:nvPr/>
        </p:nvSpPr>
        <p:spPr>
          <a:xfrm>
            <a:off x="5654040" y="4922520"/>
            <a:ext cx="17125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{2,3,4,5}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167755" y="5466080"/>
            <a:ext cx="11988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{1,-2}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250305" y="6009640"/>
            <a:ext cx="37909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∈Z|-1&lt;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&lt;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600190" y="3544570"/>
            <a:ext cx="538480" cy="521970"/>
            <a:chOff x="10053" y="5987"/>
            <a:chExt cx="848" cy="822"/>
          </a:xfrm>
        </p:grpSpPr>
        <p:sp>
          <p:nvSpPr>
            <p:cNvPr id="4" name="文本框 3"/>
            <p:cNvSpPr txBox="1"/>
            <p:nvPr/>
          </p:nvSpPr>
          <p:spPr>
            <a:xfrm>
              <a:off x="10053" y="5987"/>
              <a:ext cx="848" cy="82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∈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 flipH="1">
              <a:off x="10431" y="6191"/>
              <a:ext cx="92" cy="45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>
            <a:off x="8328025" y="4036695"/>
            <a:ext cx="538480" cy="521970"/>
            <a:chOff x="10053" y="5987"/>
            <a:chExt cx="848" cy="822"/>
          </a:xfrm>
        </p:grpSpPr>
        <p:sp>
          <p:nvSpPr>
            <p:cNvPr id="9" name="文本框 8"/>
            <p:cNvSpPr txBox="1"/>
            <p:nvPr/>
          </p:nvSpPr>
          <p:spPr>
            <a:xfrm>
              <a:off x="10053" y="5987"/>
              <a:ext cx="848" cy="82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∈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H="1">
              <a:off x="10431" y="6191"/>
              <a:ext cx="92" cy="45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8544560" y="6000750"/>
            <a:ext cx="12636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={0,1}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637530" y="3321050"/>
          <a:ext cx="91630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" r:id="rId9" imgW="916305" imgH="215900" progId="Equation.KSEE3">
                  <p:embed/>
                </p:oleObj>
              </mc:Choice>
              <mc:Fallback>
                <p:oleObj name="" r:id="rId9" imgW="916305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37530" y="3321050"/>
                        <a:ext cx="916305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3" grpId="0"/>
      <p:bldP spid="34" grpId="0"/>
      <p:bldP spid="46" grpId="0"/>
      <p:bldP spid="47" grpId="0"/>
      <p:bldP spid="48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1"/>
            </p:custDataLst>
          </p:nvPr>
        </p:nvGrpSpPr>
        <p:grpSpPr>
          <a:xfrm>
            <a:off x="-5715" y="0"/>
            <a:ext cx="1261745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670" y="970915"/>
            <a:ext cx="11304905" cy="51644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16050" y="106680"/>
            <a:ext cx="66160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</a:t>
            </a:r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基础巩固</a:t>
            </a:r>
            <a:r>
              <a:rPr lang="en-US" altLang="zh-CN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P6</a:t>
            </a:r>
            <a:endParaRPr lang="en-US" altLang="zh-CN" sz="36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" name="直接连接符 7"/>
          <p:cNvCxnSpPr/>
          <p:nvPr>
            <p:custDataLst>
              <p:tags r:id="rId5"/>
            </p:custDataLst>
          </p:nvPr>
        </p:nvCxnSpPr>
        <p:spPr>
          <a:xfrm>
            <a:off x="1167130" y="836930"/>
            <a:ext cx="1030732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6816090" y="4378325"/>
            <a:ext cx="28524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sz="2800" b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∈R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|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800" b="1" baseline="300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－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600190" y="5013325"/>
            <a:ext cx="47815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800" b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∈R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|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=2/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152265" y="2106930"/>
            <a:ext cx="47066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,1</a:t>
            </a:r>
            <a:r>
              <a:rPr lang="en-US" altLang="zh-CN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pitchFamily="18" charset="0"/>
              </a:rPr>
              <a:t>≤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且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∈Z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28660" y="2106930"/>
            <a:ext cx="36353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1~10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之间的所有偶数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152265" y="3023870"/>
            <a:ext cx="777176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1,2,3,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12,21,23,32,13,31</a:t>
            </a:r>
            <a:r>
              <a:rPr 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,123,132,213,231,312,321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088255" y="5648325"/>
            <a:ext cx="32581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800" b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∈R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|3</a:t>
            </a:r>
            <a:r>
              <a:rPr lang="en-US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≥</a:t>
            </a:r>
            <a:r>
              <a:rPr 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－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2800" b="1" i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27830" y="6205855"/>
            <a:ext cx="5440680" cy="5219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高中求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“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解集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”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要写成集合的形式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39920" y="3573145"/>
            <a:ext cx="195643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(3)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4,5,6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0" y="3589655"/>
            <a:ext cx="59220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(4)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造纸术、指南针、火药、印刷术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Freeform 9"/>
          <p:cNvSpPr/>
          <p:nvPr userDrawn="1">
            <p:custDataLst>
              <p:tags r:id="rId6"/>
            </p:custDataLst>
          </p:nvPr>
        </p:nvSpPr>
        <p:spPr>
          <a:xfrm>
            <a:off x="11136630" y="4653280"/>
            <a:ext cx="1043305" cy="2086610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2800" b="1">
              <a:solidFill>
                <a:schemeClr val="dk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 rot="5400000">
            <a:off x="11205845" y="5434965"/>
            <a:ext cx="1323975" cy="66230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227830" y="1556385"/>
            <a:ext cx="4706620" cy="5219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=1,2,3,4,5}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/>
      <p:bldP spid="13" grpId="0"/>
      <p:bldP spid="14" grpId="0"/>
      <p:bldP spid="15" grpId="0"/>
      <p:bldP spid="2" grpId="0"/>
      <p:bldP spid="4" grpId="0"/>
      <p:bldP spid="5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1"/>
            </p:custDataLst>
          </p:nvPr>
        </p:nvGrpSpPr>
        <p:grpSpPr>
          <a:xfrm>
            <a:off x="-5715" y="0"/>
            <a:ext cx="1261745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5" name="Freeform 9"/>
          <p:cNvSpPr/>
          <p:nvPr userDrawn="1">
            <p:custDataLst>
              <p:tags r:id="rId4"/>
            </p:custDataLst>
          </p:nvPr>
        </p:nvSpPr>
        <p:spPr>
          <a:xfrm>
            <a:off x="11186160" y="4717415"/>
            <a:ext cx="984250" cy="1969135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2800">
              <a:solidFill>
                <a:schemeClr val="dk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5400000">
            <a:off x="11119897" y="5345942"/>
            <a:ext cx="1429406" cy="71470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71905" y="96520"/>
            <a:ext cx="66160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新知基础巩固</a:t>
            </a:r>
            <a:r>
              <a:rPr lang="en-US" altLang="zh-CN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P5</a:t>
            </a:r>
            <a:endParaRPr lang="en-US" altLang="zh-CN" sz="36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" name="直接连接符 7"/>
          <p:cNvCxnSpPr/>
          <p:nvPr>
            <p:custDataLst>
              <p:tags r:id="rId7"/>
            </p:custDataLst>
          </p:nvPr>
        </p:nvCxnSpPr>
        <p:spPr>
          <a:xfrm>
            <a:off x="1056005" y="871220"/>
            <a:ext cx="1030732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r="34382" b="6718"/>
          <a:stretch>
            <a:fillRect/>
          </a:stretch>
        </p:blipFill>
        <p:spPr>
          <a:xfrm>
            <a:off x="1415415" y="981075"/>
            <a:ext cx="8731250" cy="543115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6456045" y="2186940"/>
            <a:ext cx="41351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点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AB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的中垂线上</a:t>
            </a:r>
            <a:endParaRPr lang="zh-CN" altLang="en-US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951855" y="2205355"/>
            <a:ext cx="5480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√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456045" y="2727325"/>
            <a:ext cx="20796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元素不确定</a:t>
            </a:r>
            <a:endParaRPr lang="zh-CN" altLang="en-US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591810" y="2708910"/>
            <a:ext cx="5480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×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135505" y="3789045"/>
            <a:ext cx="538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∈</a:t>
            </a:r>
            <a:endParaRPr lang="en-US" altLang="zh-CN"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680325" y="3789045"/>
            <a:ext cx="538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903970" y="3789045"/>
            <a:ext cx="538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3575685" y="3789045"/>
            <a:ext cx="538480" cy="521970"/>
            <a:chOff x="5631" y="5967"/>
            <a:chExt cx="848" cy="822"/>
          </a:xfrm>
        </p:grpSpPr>
        <p:sp>
          <p:nvSpPr>
            <p:cNvPr id="36" name="文本框 35"/>
            <p:cNvSpPr txBox="1"/>
            <p:nvPr/>
          </p:nvSpPr>
          <p:spPr>
            <a:xfrm>
              <a:off x="5631" y="5967"/>
              <a:ext cx="848" cy="82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∈</a:t>
              </a:r>
              <a:endParaRPr lang="en-US" altLang="zh-CN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>
            <a:xfrm flipH="1">
              <a:off x="6009" y="6171"/>
              <a:ext cx="92" cy="45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/>
          <p:cNvGrpSpPr/>
          <p:nvPr/>
        </p:nvGrpSpPr>
        <p:grpSpPr>
          <a:xfrm>
            <a:off x="5049520" y="3789045"/>
            <a:ext cx="538480" cy="521970"/>
            <a:chOff x="7952" y="5967"/>
            <a:chExt cx="848" cy="822"/>
          </a:xfrm>
        </p:grpSpPr>
        <p:sp>
          <p:nvSpPr>
            <p:cNvPr id="38" name="文本框 37"/>
            <p:cNvSpPr txBox="1"/>
            <p:nvPr/>
          </p:nvSpPr>
          <p:spPr>
            <a:xfrm>
              <a:off x="7952" y="5967"/>
              <a:ext cx="848" cy="82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∈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>
            <a:xfrm flipH="1">
              <a:off x="8330" y="6171"/>
              <a:ext cx="92" cy="45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组合 44"/>
          <p:cNvGrpSpPr/>
          <p:nvPr/>
        </p:nvGrpSpPr>
        <p:grpSpPr>
          <a:xfrm>
            <a:off x="6383655" y="3801745"/>
            <a:ext cx="538480" cy="521970"/>
            <a:chOff x="10053" y="5987"/>
            <a:chExt cx="848" cy="822"/>
          </a:xfrm>
        </p:grpSpPr>
        <p:sp>
          <p:nvSpPr>
            <p:cNvPr id="40" name="文本框 39"/>
            <p:cNvSpPr txBox="1"/>
            <p:nvPr/>
          </p:nvSpPr>
          <p:spPr>
            <a:xfrm>
              <a:off x="10053" y="5987"/>
              <a:ext cx="848" cy="82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∈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>
            <a:xfrm flipH="1">
              <a:off x="10431" y="6191"/>
              <a:ext cx="92" cy="45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文本框 45"/>
          <p:cNvSpPr txBox="1"/>
          <p:nvPr/>
        </p:nvSpPr>
        <p:spPr>
          <a:xfrm>
            <a:off x="8040370" y="4941570"/>
            <a:ext cx="37045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{3,-3}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或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∈R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3000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-9=0}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600190" y="5877560"/>
            <a:ext cx="55460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(1,4)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或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{(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)|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+3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且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=-2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+6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133850" y="6322060"/>
            <a:ext cx="26911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∈R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&lt;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6" grpId="0"/>
      <p:bldP spid="27" grpId="0"/>
      <p:bldP spid="28" grpId="0"/>
      <p:bldP spid="30" grpId="0"/>
      <p:bldP spid="33" grpId="0"/>
      <p:bldP spid="34" grpId="0"/>
      <p:bldP spid="46" grpId="0"/>
      <p:bldP spid="47" grpId="0"/>
      <p:bldP spid="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27760" y="970280"/>
            <a:ext cx="9281795" cy="19437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457200" indent="-457200" algn="l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元素、集合用小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大字母表示；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元素与集合的关系：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属于、不属于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；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457200" indent="-457200" algn="l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集合的表示方法：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列举法、描述法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altLang="zh-CN" sz="2800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Venn</a:t>
            </a:r>
            <a:r>
              <a:rPr lang="zh-CN" altLang="en-US" sz="2800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图法、区间法</a:t>
            </a:r>
            <a:endParaRPr lang="zh-CN" altLang="en-US" sz="2800" b="1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marL="285750" indent="-285750"/>
            <a:endParaRPr lang="zh-CN" altLang="en-US" sz="2800" b="1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071495" y="3076575"/>
            <a:ext cx="28003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={2,4,6,…,100}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071495" y="2554605"/>
            <a:ext cx="28003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N={0,1,2,3,…}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24245" y="2554605"/>
            <a:ext cx="26384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∈Z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&lt;10}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024245" y="3076575"/>
            <a:ext cx="41687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{(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y=x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+3</a:t>
            </a:r>
            <a:r>
              <a:rPr lang="en-US" altLang="zh-CN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800" b="1" i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2800" b="1" i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sz="2800" b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∈R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24245" y="3598545"/>
            <a:ext cx="444817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是周长为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10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的三角形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062980" y="4138295"/>
            <a:ext cx="41300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偶数集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∈Z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=2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∈Z}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062980" y="4642485"/>
            <a:ext cx="49250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奇数集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∈Z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=2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+1,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∈Z}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104380" y="5159375"/>
            <a:ext cx="344360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{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800" b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∈Z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|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=2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－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1,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∈Z}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71905" y="96520"/>
            <a:ext cx="66160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要点总结</a:t>
            </a:r>
            <a:endParaRPr lang="zh-CN" altLang="en-US" sz="36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" name="直接连接符 7"/>
          <p:cNvCxnSpPr/>
          <p:nvPr>
            <p:custDataLst>
              <p:tags r:id="rId1"/>
            </p:custDataLst>
          </p:nvPr>
        </p:nvCxnSpPr>
        <p:spPr>
          <a:xfrm>
            <a:off x="1056005" y="871220"/>
            <a:ext cx="1030732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7" grpId="0"/>
      <p:bldP spid="48" grpId="0"/>
      <p:bldP spid="12" grpId="0"/>
      <p:bldP spid="13" grpId="0"/>
      <p:bldP spid="14" grpId="0"/>
      <p:bldP spid="18" grpId="0"/>
      <p:bldP spid="19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1"/>
            </p:custDataLst>
          </p:nvPr>
        </p:nvGrpSpPr>
        <p:grpSpPr>
          <a:xfrm>
            <a:off x="-5715" y="0"/>
            <a:ext cx="1261745" cy="955675"/>
            <a:chOff x="-5475" y="-1"/>
            <a:chExt cx="1261620" cy="955745"/>
          </a:xfrm>
        </p:grpSpPr>
        <p:sp>
          <p:nvSpPr>
            <p:cNvPr id="2" name="直角三角形 1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" name="直角三角形 2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097915" y="96520"/>
            <a:ext cx="66160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新知4：集合的表示方法</a:t>
            </a:r>
            <a:endParaRPr lang="zh-CN" altLang="en-US" sz="2800" b="1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554990" y="981075"/>
            <a:ext cx="27412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4.1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自然语言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2713990" y="981075"/>
            <a:ext cx="51981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如：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“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小于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6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的所有正整数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”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555625" y="1565910"/>
            <a:ext cx="27412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4.2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集合语言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12085" y="1565910"/>
            <a:ext cx="94913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①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列举法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{_,_,_,_}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，适用于元素有限个或无限个但有规律</a:t>
            </a:r>
            <a:endParaRPr lang="zh-CN" altLang="en-US" sz="28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12085" y="2087880"/>
            <a:ext cx="70821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②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描述法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 |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)}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或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{(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 |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)}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20276" y="5140125"/>
            <a:ext cx="1260010" cy="792129"/>
            <a:chOff x="2100" y="5642"/>
            <a:chExt cx="1960" cy="1262"/>
          </a:xfrm>
        </p:grpSpPr>
        <p:pic>
          <p:nvPicPr>
            <p:cNvPr id="13" name="Picture 2" descr="C:\Documents and Settings\Administrator\桌面\a362-1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600"/>
            <a:stretch>
              <a:fillRect/>
            </a:stretch>
          </p:blipFill>
          <p:spPr bwMode="auto">
            <a:xfrm>
              <a:off x="2100" y="5642"/>
              <a:ext cx="1957" cy="1262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4"/>
            <p:cNvSpPr txBox="1"/>
            <p:nvPr/>
          </p:nvSpPr>
          <p:spPr>
            <a:xfrm>
              <a:off x="2116" y="6080"/>
              <a:ext cx="1944" cy="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lvl="0">
                <a:lnSpc>
                  <a:spcPct val="80000"/>
                </a:lnSpc>
                <a:defRPr sz="4400" b="1" kern="0">
                  <a:ln w="18415" cmpd="sng">
                    <a:noFill/>
                    <a:prstDash val="solid"/>
                  </a:ln>
                  <a:solidFill>
                    <a:srgbClr val="FFC000"/>
                  </a:solidFill>
                  <a:latin typeface="Agency FB" panose="020B0503020202020204" pitchFamily="34" charset="0"/>
                  <a:ea typeface="微软雅黑" panose="020B050302020402020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0" cap="none" spc="0" normalizeH="0" baseline="0" noProof="0">
                  <a:ln w="18415" cmpd="sng">
                    <a:noFill/>
                    <a:prstDash val="solid"/>
                  </a:ln>
                  <a:solidFill>
                    <a:schemeClr val="dk1"/>
                  </a:solidFill>
                  <a:effectLst>
                    <a:outerShdw dist="38100" dir="5400000" algn="t" rotWithShape="0">
                      <a:sysClr val="window" lastClr="FFFFFF">
                        <a:alpha val="55000"/>
                      </a:sys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charset="-122"/>
                  <a:cs typeface="Times New Roman" panose="02020603050405020304" pitchFamily="18" charset="0"/>
                </a:rPr>
                <a:t>思考</a:t>
              </a:r>
              <a:endParaRPr kumimoji="0" lang="zh-CN" altLang="en-US" sz="2800" b="1" i="0" u="none" strike="noStrike" kern="0" cap="none" spc="0" normalizeH="0" baseline="0" noProof="0">
                <a:ln w="18415" cmpd="sng">
                  <a:noFill/>
                  <a:prstDash val="solid"/>
                </a:ln>
                <a:solidFill>
                  <a:schemeClr val="dk1"/>
                </a:solidFill>
                <a:effectLst>
                  <a:outerShdw dist="38100" dir="5400000" algn="t" rotWithShape="0">
                    <a:sysClr val="window" lastClr="FFFFFF">
                      <a:alpha val="55000"/>
                    </a:sys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2090420" y="5335905"/>
            <a:ext cx="74168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(4)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你能用描述法表示</a:t>
            </a:r>
            <a:r>
              <a:rPr lang="zh-CN" altLang="en-US" sz="2800" b="1" u="sng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有理数集</a:t>
            </a:r>
            <a:r>
              <a:rPr lang="en-US" altLang="zh-CN" sz="2800" b="1" u="sng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Q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吗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?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118745" y="6098540"/>
            <a:ext cx="257302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有理数</a:t>
            </a:r>
            <a:r>
              <a:rPr lang="en-US" altLang="zh-CN" sz="24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:</a:t>
            </a:r>
            <a:r>
              <a:rPr lang="zh-CN" altLang="en-US" sz="24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整数</a:t>
            </a:r>
            <a:r>
              <a:rPr lang="en-US" altLang="zh-CN" sz="24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+</a:t>
            </a:r>
            <a:r>
              <a:rPr lang="zh-CN" altLang="en-US" sz="24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分数</a:t>
            </a:r>
            <a:endParaRPr lang="zh-CN" altLang="en-US" sz="2400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784475" y="2637790"/>
            <a:ext cx="41300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偶数集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∈Z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=2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∈Z}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783840" y="3158490"/>
            <a:ext cx="50584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-7&lt;3</a:t>
            </a:r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的解集为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∈R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&lt;10}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0"/>
            </p:custDataLst>
          </p:nvPr>
        </p:nvSpPr>
        <p:spPr>
          <a:xfrm>
            <a:off x="847725" y="4149726"/>
            <a:ext cx="29794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▲认清代表元素：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743960" y="4136708"/>
            <a:ext cx="22999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300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+4}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240780" y="4146868"/>
            <a:ext cx="22999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300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+4}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11"/>
            </p:custDataLst>
          </p:nvPr>
        </p:nvSpPr>
        <p:spPr>
          <a:xfrm>
            <a:off x="5376545" y="4146868"/>
            <a:ext cx="73723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=R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7851140" y="4157345"/>
            <a:ext cx="15259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={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≥4}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240780" y="4674235"/>
            <a:ext cx="36042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300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+4}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{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|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y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+3}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792220" y="4674235"/>
            <a:ext cx="25571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&lt;3}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{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t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|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t&lt;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3}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13"/>
            </p:custDataLst>
          </p:nvPr>
        </p:nvSpPr>
        <p:spPr>
          <a:xfrm>
            <a:off x="8112760" y="5301615"/>
            <a:ext cx="3443605" cy="13289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集合是否相等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与元素是否相同有关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与元素的字母表示无关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.</a:t>
            </a: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816725" y="2643505"/>
            <a:ext cx="49250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奇数集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∈Z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=2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+1,</a:t>
            </a:r>
            <a:r>
              <a:rPr lang="en-US" altLang="zh-CN" sz="2800" b="1" i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∈Z}</a:t>
            </a:r>
            <a:endParaRPr lang="en-US" altLang="zh-CN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47725" y="3658870"/>
            <a:ext cx="111544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▲约定：若从上下文的关系看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∈R, 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∈Z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是明确的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则</a:t>
            </a:r>
            <a:r>
              <a:rPr lang="zh-CN" altLang="en-US" sz="2800" b="1" u="sng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可省略不写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441815" y="4162108"/>
            <a:ext cx="22999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30000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+4}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14"/>
            </p:custDataLst>
          </p:nvPr>
        </p:nvSpPr>
        <p:spPr>
          <a:xfrm>
            <a:off x="9552940" y="4673918"/>
            <a:ext cx="73723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=R</a:t>
            </a:r>
            <a:endParaRPr lang="en-US" altLang="zh-CN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61920" y="5850255"/>
            <a:ext cx="5250462" cy="86400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16"/>
            </p:custDataLst>
          </p:nvPr>
        </p:nvSpPr>
        <p:spPr>
          <a:xfrm>
            <a:off x="847725" y="4674236"/>
            <a:ext cx="29794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▲认清元素本质：</a:t>
            </a:r>
            <a:endParaRPr lang="zh-CN" altLang="en-US" sz="28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4" grpId="0"/>
      <p:bldP spid="27" grpId="0"/>
      <p:bldP spid="28" grpId="0"/>
      <p:bldP spid="29" grpId="0"/>
      <p:bldP spid="32" grpId="0"/>
      <p:bldP spid="33" grpId="0"/>
      <p:bldP spid="22" grpId="0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>
            <p:custDataLst>
              <p:tags r:id="rId1"/>
            </p:custDataLst>
          </p:nvPr>
        </p:nvGrpSpPr>
        <p:grpSpPr>
          <a:xfrm>
            <a:off x="-5715" y="0"/>
            <a:ext cx="1261745" cy="955675"/>
            <a:chOff x="-5475" y="-1"/>
            <a:chExt cx="1261620" cy="955745"/>
          </a:xfrm>
        </p:grpSpPr>
        <p:sp>
          <p:nvSpPr>
            <p:cNvPr id="32" name="直角三角形 31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直角三角形 32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5" name="Freeform 9"/>
          <p:cNvSpPr/>
          <p:nvPr userDrawn="1">
            <p:custDataLst>
              <p:tags r:id="rId4"/>
            </p:custDataLst>
          </p:nvPr>
        </p:nvSpPr>
        <p:spPr>
          <a:xfrm>
            <a:off x="11209020" y="4979035"/>
            <a:ext cx="961390" cy="1922780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1800">
              <a:solidFill>
                <a:schemeClr val="dk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36" name="图片 35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5400000">
            <a:off x="11275060" y="5675630"/>
            <a:ext cx="1219200" cy="6096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71905" y="97155"/>
            <a:ext cx="973836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新知巩固提升</a:t>
            </a:r>
            <a:r>
              <a:rPr lang="en-US" altLang="zh-CN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——</a:t>
            </a:r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利用集合的特性求参数</a:t>
            </a:r>
            <a:endParaRPr lang="zh-CN" altLang="en-US" sz="36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7"/>
            </p:custDataLst>
          </p:nvPr>
        </p:nvCxnSpPr>
        <p:spPr>
          <a:xfrm>
            <a:off x="1028700" y="841375"/>
            <a:ext cx="1030732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对象 1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983615" y="1052830"/>
          <a:ext cx="4520299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" r:id="rId9" imgW="1688465" imgH="228600" progId="Equation.KSEE3">
                  <p:embed/>
                </p:oleObj>
              </mc:Choice>
              <mc:Fallback>
                <p:oleObj name="" r:id="rId9" imgW="1688465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83615" y="1052830"/>
                        <a:ext cx="4520299" cy="6120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28853" y="1673916"/>
          <a:ext cx="7270115" cy="54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" r:id="rId11" imgW="2908300" imgH="215900" progId="Equation.KSEE3">
                  <p:embed/>
                </p:oleObj>
              </mc:Choice>
              <mc:Fallback>
                <p:oleObj name="" r:id="rId11" imgW="29083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28853" y="1673916"/>
                        <a:ext cx="7270115" cy="540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632103" y="2277166"/>
          <a:ext cx="5873115" cy="54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" r:id="rId13" imgW="2349500" imgH="215900" progId="Equation.KSEE3">
                  <p:embed/>
                </p:oleObj>
              </mc:Choice>
              <mc:Fallback>
                <p:oleObj name="" r:id="rId13" imgW="23495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32103" y="2277166"/>
                        <a:ext cx="5873115" cy="540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504901" y="2277801"/>
          <a:ext cx="4000500" cy="54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" r:id="rId15" imgW="1600200" imgH="215900" progId="Equation.KSEE3">
                  <p:embed/>
                </p:oleObj>
              </mc:Choice>
              <mc:Fallback>
                <p:oleObj name="" r:id="rId15" imgW="16002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504901" y="2277801"/>
                        <a:ext cx="4000500" cy="540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4655820" y="981075"/>
            <a:ext cx="584200" cy="5530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-1</a:t>
            </a:r>
            <a:endParaRPr lang="en-US" altLang="zh-CN" sz="30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17"/>
            </p:custDataLst>
          </p:nvPr>
        </p:nvGraphicFramePr>
        <p:xfrm>
          <a:off x="983482" y="3285420"/>
          <a:ext cx="9725025" cy="612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" r:id="rId18" imgW="3632200" imgH="228600" progId="Equation.KSEE3">
                  <p:embed/>
                </p:oleObj>
              </mc:Choice>
              <mc:Fallback>
                <p:oleObj name="" r:id="rId18" imgW="36322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83482" y="3285420"/>
                        <a:ext cx="9725025" cy="61214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56158" y="3933246"/>
          <a:ext cx="4888865" cy="54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" r:id="rId20" imgW="1955800" imgH="215900" progId="Equation.KSEE3">
                  <p:embed/>
                </p:oleObj>
              </mc:Choice>
              <mc:Fallback>
                <p:oleObj name="" r:id="rId20" imgW="19558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56158" y="3933246"/>
                        <a:ext cx="4888865" cy="540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945023" y="3974521"/>
          <a:ext cx="2506345" cy="50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" r:id="rId22" imgW="1002665" imgH="203200" progId="Equation.KSEE3">
                  <p:embed/>
                </p:oleObj>
              </mc:Choice>
              <mc:Fallback>
                <p:oleObj name="" r:id="rId22" imgW="1002665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945023" y="3974521"/>
                        <a:ext cx="2506345" cy="508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8616950" y="3249930"/>
            <a:ext cx="26339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|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≠0,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且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≠3}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2" name="圆角矩形 21"/>
          <p:cNvSpPr/>
          <p:nvPr>
            <p:custDataLst>
              <p:tags r:id="rId24"/>
            </p:custDataLst>
          </p:nvPr>
        </p:nvSpPr>
        <p:spPr>
          <a:xfrm>
            <a:off x="10344785" y="983615"/>
            <a:ext cx="1492885" cy="647700"/>
          </a:xfrm>
          <a:prstGeom prst="roundRect">
            <a:avLst/>
          </a:prstGeom>
          <a:gradFill>
            <a:gsLst>
              <a:gs pos="0">
                <a:srgbClr val="FFD865">
                  <a:lumMod val="98000"/>
                  <a:lumOff val="2000"/>
                </a:srgbClr>
              </a:gs>
              <a:gs pos="50000">
                <a:srgbClr val="FFD865"/>
              </a:gs>
              <a:gs pos="100000">
                <a:srgbClr val="FFD865">
                  <a:lumMod val="99000"/>
                </a:srgbClr>
              </a:gs>
            </a:gsLst>
            <a:lin ang="5400000" scaled="0"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charset="-122"/>
              </a:rPr>
              <a:t>互异性</a:t>
            </a:r>
            <a:endParaRPr lang="zh-CN" altLang="en-US" sz="3200" b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619490" y="2816860"/>
            <a:ext cx="192913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≠0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且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≠3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25"/>
            </p:custDataLst>
          </p:nvPr>
        </p:nvGraphicFramePr>
        <p:xfrm>
          <a:off x="911727" y="4582408"/>
          <a:ext cx="10541635" cy="578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" r:id="rId26" imgW="3937000" imgH="215900" progId="Equation.KSEE3">
                  <p:embed/>
                </p:oleObj>
              </mc:Choice>
              <mc:Fallback>
                <p:oleObj name="" r:id="rId26" imgW="39370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11727" y="4582408"/>
                        <a:ext cx="10541635" cy="57848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83768" y="5259761"/>
          <a:ext cx="4698365" cy="54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" r:id="rId28" imgW="1879600" imgH="215900" progId="Equation.KSEE3">
                  <p:embed/>
                </p:oleObj>
              </mc:Choice>
              <mc:Fallback>
                <p:oleObj name="" r:id="rId28" imgW="18796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983768" y="5259761"/>
                        <a:ext cx="4698365" cy="540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531456" y="5792526"/>
          <a:ext cx="4413250" cy="54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" r:id="rId30" imgW="1765300" imgH="215900" progId="Equation.KSEE3">
                  <p:embed/>
                </p:oleObj>
              </mc:Choice>
              <mc:Fallback>
                <p:oleObj name="" r:id="rId30" imgW="17653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31456" y="5792526"/>
                        <a:ext cx="4413250" cy="540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952326" y="5783636"/>
          <a:ext cx="3905250" cy="54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" r:id="rId32" imgW="1562100" imgH="215900" progId="Equation.KSEE3">
                  <p:embed/>
                </p:oleObj>
              </mc:Choice>
              <mc:Fallback>
                <p:oleObj name="" r:id="rId32" imgW="15621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952326" y="5783636"/>
                        <a:ext cx="3905250" cy="540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865196" y="5792526"/>
          <a:ext cx="1428750" cy="50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" r:id="rId34" imgW="571500" imgH="203200" progId="Equation.KSEE3">
                  <p:embed/>
                </p:oleObj>
              </mc:Choice>
              <mc:Fallback>
                <p:oleObj name="" r:id="rId34" imgW="5715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9865196" y="5792526"/>
                        <a:ext cx="1428750" cy="508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10416540" y="4521200"/>
            <a:ext cx="97663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0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或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024245" y="1050925"/>
            <a:ext cx="365061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[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变式</a:t>
            </a:r>
            <a:r>
              <a:rPr 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]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小白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153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第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11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题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1" grpId="0"/>
      <p:bldP spid="22" grpId="0"/>
      <p:bldP spid="13" grpId="0"/>
      <p:bldP spid="34" grpId="0"/>
      <p:bldP spid="3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1"/>
            </p:custDataLst>
          </p:nvPr>
        </p:nvGrpSpPr>
        <p:grpSpPr>
          <a:xfrm>
            <a:off x="-5715" y="0"/>
            <a:ext cx="1261745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5" name="Freeform 9"/>
          <p:cNvSpPr/>
          <p:nvPr userDrawn="1">
            <p:custDataLst>
              <p:tags r:id="rId4"/>
            </p:custDataLst>
          </p:nvPr>
        </p:nvSpPr>
        <p:spPr>
          <a:xfrm>
            <a:off x="11043138" y="4289310"/>
            <a:ext cx="1126957" cy="2253919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180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5400000">
            <a:off x="11119897" y="5154807"/>
            <a:ext cx="1429406" cy="71470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43660" y="116840"/>
            <a:ext cx="66160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新知巩固提升</a:t>
            </a:r>
            <a:endParaRPr lang="zh-CN" altLang="en-US" sz="36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7"/>
            </p:custDataLst>
          </p:nvPr>
        </p:nvCxnSpPr>
        <p:spPr>
          <a:xfrm>
            <a:off x="1256030" y="807085"/>
            <a:ext cx="1030732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对象 1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1631500" y="981005"/>
          <a:ext cx="8224800" cy="18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" r:id="rId9" imgW="3251200" imgH="711200" progId="Equation.KSEE3">
                  <p:embed/>
                </p:oleObj>
              </mc:Choice>
              <mc:Fallback>
                <p:oleObj name="" r:id="rId9" imgW="3251200" imgH="711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31500" y="981005"/>
                        <a:ext cx="8224800" cy="18000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584150" y="2853098"/>
          <a:ext cx="8145145" cy="972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" r:id="rId11" imgW="3302000" imgH="393700" progId="Equation.KSEE3">
                  <p:embed/>
                </p:oleObj>
              </mc:Choice>
              <mc:Fallback>
                <p:oleObj name="" r:id="rId11" imgW="3302000" imgH="3937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4150" y="2853098"/>
                        <a:ext cx="8145145" cy="9721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566495" y="3717333"/>
          <a:ext cx="7926705" cy="972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" r:id="rId13" imgW="3213100" imgH="393700" progId="Equation.KSEE3">
                  <p:embed/>
                </p:oleObj>
              </mc:Choice>
              <mc:Fallback>
                <p:oleObj name="" r:id="rId13" imgW="3213100" imgH="3937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66495" y="3717333"/>
                        <a:ext cx="7926705" cy="9721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847222" y="4581660"/>
          <a:ext cx="607250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" r:id="rId15" imgW="2400300" imgH="393700" progId="Equation.KSEE3">
                  <p:embed/>
                </p:oleObj>
              </mc:Choice>
              <mc:Fallback>
                <p:oleObj name="" r:id="rId15" imgW="2400300" imgH="3937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847222" y="4581660"/>
                        <a:ext cx="6072505" cy="996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303787" y="5445895"/>
          <a:ext cx="5559425" cy="1158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" r:id="rId17" imgW="2197100" imgH="457200" progId="Equation.KSEE3">
                  <p:embed/>
                </p:oleObj>
              </mc:Choice>
              <mc:Fallback>
                <p:oleObj name="" r:id="rId17" imgW="2197100" imgH="457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03787" y="5445895"/>
                        <a:ext cx="5559425" cy="11582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862894" y="5526223"/>
          <a:ext cx="1446530" cy="997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" r:id="rId19" imgW="571500" imgH="393700" progId="Equation.KSEE3">
                  <p:embed/>
                </p:oleObj>
              </mc:Choice>
              <mc:Fallback>
                <p:oleObj name="" r:id="rId19" imgW="571500" imgH="3937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862894" y="5526223"/>
                        <a:ext cx="1446530" cy="9975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圆角矩形 43"/>
          <p:cNvSpPr/>
          <p:nvPr>
            <p:custDataLst>
              <p:tags r:id="rId21"/>
            </p:custDataLst>
          </p:nvPr>
        </p:nvSpPr>
        <p:spPr>
          <a:xfrm>
            <a:off x="3863975" y="2205355"/>
            <a:ext cx="863600" cy="50355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圆角矩形 44"/>
          <p:cNvSpPr/>
          <p:nvPr>
            <p:custDataLst>
              <p:tags r:id="rId22"/>
            </p:custDataLst>
          </p:nvPr>
        </p:nvSpPr>
        <p:spPr>
          <a:xfrm>
            <a:off x="5231765" y="967105"/>
            <a:ext cx="2493645" cy="58928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655820" y="220980"/>
            <a:ext cx="626173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二次项系数不确定时，考虑为一次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or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二次方程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84515" y="1412875"/>
            <a:ext cx="967740" cy="7848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12985" y="2042160"/>
            <a:ext cx="2034540" cy="784860"/>
          </a:xfrm>
          <a:prstGeom prst="rect">
            <a:avLst/>
          </a:prstGeom>
        </p:spPr>
      </p:pic>
    </p:spTree>
    <p:custDataLst>
      <p:tags r:id="rId2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1"/>
            </p:custDataLst>
          </p:nvPr>
        </p:nvGrpSpPr>
        <p:grpSpPr>
          <a:xfrm>
            <a:off x="-5715" y="0"/>
            <a:ext cx="1261745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343660" y="116840"/>
            <a:ext cx="85972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新知巩固提升</a:t>
            </a:r>
            <a:r>
              <a:rPr lang="en-US" altLang="zh-CN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——</a:t>
            </a:r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集合相等求参数</a:t>
            </a:r>
            <a:endParaRPr lang="zh-CN" altLang="en-US" sz="36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4"/>
            </p:custDataLst>
          </p:nvPr>
        </p:nvCxnSpPr>
        <p:spPr>
          <a:xfrm>
            <a:off x="1256030" y="807085"/>
            <a:ext cx="1030732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对象 1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841382" y="942475"/>
          <a:ext cx="8836025" cy="57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" r:id="rId6" imgW="3492500" imgH="228600" progId="Equation.KSEE3">
                  <p:embed/>
                </p:oleObj>
              </mc:Choice>
              <mc:Fallback>
                <p:oleObj name="" r:id="rId6" imgW="34925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41382" y="942475"/>
                        <a:ext cx="8836025" cy="57912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841064" y="1628910"/>
          <a:ext cx="9317990" cy="57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" r:id="rId9" imgW="3683000" imgH="228600" progId="Equation.KSEE3">
                  <p:embed/>
                </p:oleObj>
              </mc:Choice>
              <mc:Fallback>
                <p:oleObj name="" r:id="rId9" imgW="36830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41064" y="1628910"/>
                        <a:ext cx="9317990" cy="5791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3073407" y="2208030"/>
          <a:ext cx="8772525" cy="57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" r:id="rId12" imgW="3467100" imgH="228600" progId="Equation.KSEE3">
                  <p:embed/>
                </p:oleObj>
              </mc:Choice>
              <mc:Fallback>
                <p:oleObj name="" r:id="rId12" imgW="34671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073407" y="2208030"/>
                        <a:ext cx="8772525" cy="5791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14"/>
            </p:custDataLst>
          </p:nvPr>
        </p:nvGraphicFramePr>
        <p:xfrm>
          <a:off x="825507" y="2852555"/>
          <a:ext cx="6458585" cy="57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" r:id="rId15" imgW="2552700" imgH="228600" progId="Equation.KSEE3">
                  <p:embed/>
                </p:oleObj>
              </mc:Choice>
              <mc:Fallback>
                <p:oleObj name="" r:id="rId15" imgW="25527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25507" y="2852555"/>
                        <a:ext cx="6458585" cy="5791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17"/>
            </p:custDataLst>
          </p:nvPr>
        </p:nvGraphicFramePr>
        <p:xfrm>
          <a:off x="7284092" y="2852238"/>
          <a:ext cx="1285875" cy="514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" r:id="rId18" imgW="508000" imgH="203200" progId="Equation.KSEE3">
                  <p:embed/>
                </p:oleObj>
              </mc:Choice>
              <mc:Fallback>
                <p:oleObj name="" r:id="rId18" imgW="5080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284092" y="2852238"/>
                        <a:ext cx="1285875" cy="51498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20"/>
            </p:custDataLst>
          </p:nvPr>
        </p:nvGraphicFramePr>
        <p:xfrm>
          <a:off x="2999747" y="3413260"/>
          <a:ext cx="4467225" cy="57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" r:id="rId21" imgW="1765300" imgH="228600" progId="Equation.KSEE3">
                  <p:embed/>
                </p:oleObj>
              </mc:Choice>
              <mc:Fallback>
                <p:oleObj name="" r:id="rId21" imgW="17653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999747" y="3413260"/>
                        <a:ext cx="4467225" cy="5791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23"/>
            </p:custDataLst>
          </p:nvPr>
        </p:nvGraphicFramePr>
        <p:xfrm>
          <a:off x="1223334" y="4075883"/>
          <a:ext cx="10025380" cy="997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" r:id="rId24" imgW="3962400" imgH="393700" progId="Equation.KSEE3">
                  <p:embed/>
                </p:oleObj>
              </mc:Choice>
              <mc:Fallback>
                <p:oleObj name="" r:id="rId24" imgW="3962400" imgH="3937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223334" y="4075883"/>
                        <a:ext cx="10025380" cy="99758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26"/>
            </p:custDataLst>
          </p:nvPr>
        </p:nvGraphicFramePr>
        <p:xfrm>
          <a:off x="1146182" y="5137603"/>
          <a:ext cx="7037705" cy="997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" r:id="rId27" imgW="2781300" imgH="393700" progId="Equation.KSEE3">
                  <p:embed/>
                </p:oleObj>
              </mc:Choice>
              <mc:Fallback>
                <p:oleObj name="" r:id="rId27" imgW="2781300" imgH="3937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146182" y="5137603"/>
                        <a:ext cx="7037705" cy="9975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29"/>
            </p:custDataLst>
          </p:nvPr>
        </p:nvGraphicFramePr>
        <p:xfrm>
          <a:off x="8184204" y="5412558"/>
          <a:ext cx="1799590" cy="448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" r:id="rId30" imgW="711200" imgH="177165" progId="Equation.KSEE3">
                  <p:embed/>
                </p:oleObj>
              </mc:Choice>
              <mc:Fallback>
                <p:oleObj name="" r:id="rId30" imgW="711200" imgH="1771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184204" y="5412558"/>
                        <a:ext cx="1799590" cy="4489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32"/>
            </p:custDataLst>
          </p:nvPr>
        </p:nvGraphicFramePr>
        <p:xfrm>
          <a:off x="9966014" y="5157288"/>
          <a:ext cx="1574800" cy="997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" r:id="rId33" imgW="622300" imgH="393700" progId="Equation.KSEE3">
                  <p:embed/>
                </p:oleObj>
              </mc:Choice>
              <mc:Fallback>
                <p:oleObj name="" r:id="rId33" imgW="622300" imgH="3937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9966014" y="5157288"/>
                        <a:ext cx="1574800" cy="9975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35"/>
            </p:custDataLst>
          </p:nvPr>
        </p:nvGraphicFramePr>
        <p:xfrm>
          <a:off x="3071819" y="6142173"/>
          <a:ext cx="1221740" cy="448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" r:id="rId36" imgW="482600" imgH="177165" progId="Equation.KSEE3">
                  <p:embed/>
                </p:oleObj>
              </mc:Choice>
              <mc:Fallback>
                <p:oleObj name="" r:id="rId36" imgW="482600" imgH="1771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3071819" y="6142173"/>
                        <a:ext cx="1221740" cy="4489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38"/>
            </p:custDataLst>
          </p:nvPr>
        </p:nvGraphicFramePr>
        <p:xfrm>
          <a:off x="4293559" y="6135188"/>
          <a:ext cx="1511300" cy="448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" r:id="rId39" imgW="596900" imgH="177165" progId="Equation.KSEE3">
                  <p:embed/>
                </p:oleObj>
              </mc:Choice>
              <mc:Fallback>
                <p:oleObj name="" r:id="rId39" imgW="596900" imgH="1771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293559" y="6135188"/>
                        <a:ext cx="1511300" cy="4489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文本框 48"/>
          <p:cNvSpPr txBox="1"/>
          <p:nvPr/>
        </p:nvSpPr>
        <p:spPr>
          <a:xfrm>
            <a:off x="10488930" y="4149090"/>
            <a:ext cx="373380" cy="5530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endParaRPr lang="en-US" altLang="zh-CN" sz="30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4958080" y="2276475"/>
            <a:ext cx="857885" cy="46418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8173720" y="2267585"/>
            <a:ext cx="744220" cy="43243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4728210" y="3500755"/>
            <a:ext cx="824865" cy="43243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4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3" grpId="0"/>
      <p:bldP spid="4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1"/>
            </p:custDataLst>
          </p:nvPr>
        </p:nvGrpSpPr>
        <p:grpSpPr>
          <a:xfrm>
            <a:off x="-5715" y="0"/>
            <a:ext cx="1261745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343660" y="116840"/>
            <a:ext cx="66160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6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新知巩固提升</a:t>
            </a:r>
            <a:endParaRPr lang="zh-CN" altLang="en-US" sz="36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4"/>
            </p:custDataLst>
          </p:nvPr>
        </p:nvCxnSpPr>
        <p:spPr>
          <a:xfrm>
            <a:off x="1256030" y="807085"/>
            <a:ext cx="10307320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对象 21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1415739" y="926283"/>
          <a:ext cx="8836660" cy="997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" r:id="rId6" imgW="3492500" imgH="393700" progId="Equation.KSEE3">
                  <p:embed/>
                </p:oleObj>
              </mc:Choice>
              <mc:Fallback>
                <p:oleObj name="" r:id="rId6" imgW="3492500" imgH="3937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15739" y="926283"/>
                        <a:ext cx="8836660" cy="99758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1446854" y="2133101"/>
          <a:ext cx="6170930" cy="547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" r:id="rId9" imgW="2438400" imgH="215900" progId="Equation.KSEE3">
                  <p:embed/>
                </p:oleObj>
              </mc:Choice>
              <mc:Fallback>
                <p:oleObj name="" r:id="rId9" imgW="24384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46854" y="2133101"/>
                        <a:ext cx="6170930" cy="5473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7566349" y="1911168"/>
          <a:ext cx="2603500" cy="997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" r:id="rId12" imgW="1028700" imgH="393700" progId="Equation.KSEE3">
                  <p:embed/>
                </p:oleObj>
              </mc:Choice>
              <mc:Fallback>
                <p:oleObj name="" r:id="rId12" imgW="1028700" imgH="3937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566349" y="1911168"/>
                        <a:ext cx="2603500" cy="9975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文本框 48"/>
          <p:cNvSpPr txBox="1"/>
          <p:nvPr/>
        </p:nvSpPr>
        <p:spPr>
          <a:xfrm>
            <a:off x="9552940" y="1052830"/>
            <a:ext cx="500380" cy="5530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-1</a:t>
            </a:r>
            <a:endParaRPr lang="en-US" altLang="zh-CN" sz="3000" b="1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14"/>
            </p:custDataLst>
          </p:nvPr>
        </p:nvGraphicFramePr>
        <p:xfrm>
          <a:off x="1479239" y="3463109"/>
          <a:ext cx="6621780" cy="2125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" name="" r:id="rId15" imgW="2616200" imgH="838200" progId="Equation.KSEE3">
                  <p:embed/>
                </p:oleObj>
              </mc:Choice>
              <mc:Fallback>
                <p:oleObj name="" r:id="rId15" imgW="2616200" imgH="838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79239" y="3463109"/>
                        <a:ext cx="6621780" cy="21253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17"/>
            </p:custDataLst>
          </p:nvPr>
        </p:nvGraphicFramePr>
        <p:xfrm>
          <a:off x="8328349" y="3913641"/>
          <a:ext cx="1511300" cy="1224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" name="" r:id="rId18" imgW="596900" imgH="482600" progId="Equation.KSEE3">
                  <p:embed/>
                </p:oleObj>
              </mc:Choice>
              <mc:Fallback>
                <p:oleObj name="" r:id="rId18" imgW="596900" imgH="482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328349" y="3913641"/>
                        <a:ext cx="1511300" cy="12242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20"/>
            </p:custDataLst>
          </p:nvPr>
        </p:nvGraphicFramePr>
        <p:xfrm>
          <a:off x="3791909" y="5588771"/>
          <a:ext cx="4243070" cy="547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" r:id="rId21" imgW="1676400" imgH="215900" progId="Equation.KSEE3">
                  <p:embed/>
                </p:oleObj>
              </mc:Choice>
              <mc:Fallback>
                <p:oleObj name="" r:id="rId21" imgW="16764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791909" y="5588771"/>
                        <a:ext cx="4243070" cy="5473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23"/>
            </p:custDataLst>
          </p:nvPr>
        </p:nvGraphicFramePr>
        <p:xfrm>
          <a:off x="3648082" y="2852874"/>
          <a:ext cx="3181985" cy="579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" r:id="rId24" imgW="1257300" imgH="228600" progId="Equation.KSEE3">
                  <p:embed/>
                </p:oleObj>
              </mc:Choice>
              <mc:Fallback>
                <p:oleObj name="" r:id="rId24" imgW="12573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648082" y="2852874"/>
                        <a:ext cx="3181985" cy="5797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26"/>
            </p:custDataLst>
          </p:nvPr>
        </p:nvGraphicFramePr>
        <p:xfrm>
          <a:off x="6829749" y="2852874"/>
          <a:ext cx="1414780" cy="579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" r:id="rId27" imgW="558800" imgH="228600" progId="Equation.KSEE3">
                  <p:embed/>
                </p:oleObj>
              </mc:Choice>
              <mc:Fallback>
                <p:oleObj name="" r:id="rId27" imgW="5588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829749" y="2852874"/>
                        <a:ext cx="1414780" cy="5797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29"/>
            </p:custDataLst>
          </p:nvPr>
        </p:nvGraphicFramePr>
        <p:xfrm>
          <a:off x="8244529" y="2852239"/>
          <a:ext cx="3183890" cy="548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" name="" r:id="rId30" imgW="1257300" imgH="215900" progId="Equation.KSEE3">
                  <p:embed/>
                </p:oleObj>
              </mc:Choice>
              <mc:Fallback>
                <p:oleObj name="" r:id="rId30" imgW="12573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244529" y="2852239"/>
                        <a:ext cx="3183890" cy="5480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圆角矩形 2"/>
          <p:cNvSpPr/>
          <p:nvPr/>
        </p:nvSpPr>
        <p:spPr>
          <a:xfrm>
            <a:off x="9264650" y="2132330"/>
            <a:ext cx="857885" cy="43243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8544560" y="2924810"/>
            <a:ext cx="1070610" cy="43243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3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1"/>
            </p:custDataLst>
          </p:nvPr>
        </p:nvGrpSpPr>
        <p:grpSpPr>
          <a:xfrm>
            <a:off x="-5715" y="0"/>
            <a:ext cx="1261745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5" name="Freeform 9"/>
          <p:cNvSpPr/>
          <p:nvPr userDrawn="1">
            <p:custDataLst>
              <p:tags r:id="rId4"/>
            </p:custDataLst>
          </p:nvPr>
        </p:nvSpPr>
        <p:spPr>
          <a:xfrm>
            <a:off x="11043138" y="4289310"/>
            <a:ext cx="1126957" cy="2253919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180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5400000">
            <a:off x="11117357" y="5159252"/>
            <a:ext cx="1429406" cy="714703"/>
          </a:xfrm>
          <a:prstGeom prst="rect">
            <a:avLst/>
          </a:prstGeom>
        </p:spPr>
      </p:pic>
      <p:grpSp>
        <p:nvGrpSpPr>
          <p:cNvPr id="21" name="组合 20"/>
          <p:cNvGrpSpPr/>
          <p:nvPr>
            <p:custDataLst>
              <p:tags r:id="rId7"/>
            </p:custDataLst>
          </p:nvPr>
        </p:nvGrpSpPr>
        <p:grpSpPr>
          <a:xfrm>
            <a:off x="2195830" y="1040614"/>
            <a:ext cx="7326630" cy="566571"/>
            <a:chOff x="1770587" y="1871902"/>
            <a:chExt cx="9768841" cy="755427"/>
          </a:xfrm>
        </p:grpSpPr>
        <p:sp>
          <p:nvSpPr>
            <p:cNvPr id="23" name="椭圆 22"/>
            <p:cNvSpPr/>
            <p:nvPr>
              <p:custDataLst>
                <p:tags r:id="rId8"/>
              </p:custDataLst>
            </p:nvPr>
          </p:nvSpPr>
          <p:spPr>
            <a:xfrm>
              <a:off x="1901372" y="2088648"/>
              <a:ext cx="473132" cy="4731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en-US" altLang="zh-CN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24" name="直接连接符 23"/>
            <p:cNvCxnSpPr/>
            <p:nvPr>
              <p:custDataLst>
                <p:tags r:id="rId9"/>
              </p:custDataLst>
            </p:nvPr>
          </p:nvCxnSpPr>
          <p:spPr>
            <a:xfrm>
              <a:off x="1770587" y="2627329"/>
              <a:ext cx="9768841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>
              <p:custDataLst>
                <p:tags r:id="rId10"/>
              </p:custDataLst>
            </p:nvPr>
          </p:nvSpPr>
          <p:spPr>
            <a:xfrm>
              <a:off x="2554757" y="1871902"/>
              <a:ext cx="8321888" cy="67563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3200" b="1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rPr>
                <a:t>能判断给定</a:t>
              </a:r>
              <a:r>
                <a:rPr lang="zh-CN" altLang="en-US" sz="3200" b="1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元素与集合的关系</a:t>
              </a:r>
              <a:endParaRPr lang="zh-CN" altLang="en-US" sz="3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1" name="椭圆 30"/>
          <p:cNvSpPr/>
          <p:nvPr>
            <p:custDataLst>
              <p:tags r:id="rId11"/>
            </p:custDataLst>
          </p:nvPr>
        </p:nvSpPr>
        <p:spPr>
          <a:xfrm>
            <a:off x="2293620" y="1991995"/>
            <a:ext cx="354965" cy="354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4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4" name="直接连接符 33"/>
          <p:cNvCxnSpPr/>
          <p:nvPr>
            <p:custDataLst>
              <p:tags r:id="rId12"/>
            </p:custDataLst>
          </p:nvPr>
        </p:nvCxnSpPr>
        <p:spPr>
          <a:xfrm>
            <a:off x="2195830" y="2395855"/>
            <a:ext cx="745871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>
            <p:custDataLst>
              <p:tags r:id="rId13"/>
            </p:custDataLst>
          </p:nvPr>
        </p:nvSpPr>
        <p:spPr>
          <a:xfrm>
            <a:off x="2783840" y="1847850"/>
            <a:ext cx="6149975" cy="42291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zh-CN" altLang="en-US" sz="3200" b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能用</a:t>
            </a:r>
            <a:r>
              <a:rPr lang="zh-CN" altLang="en-US" sz="3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列举法和描述法</a:t>
            </a:r>
            <a:r>
              <a:rPr lang="zh-CN" altLang="en-US" sz="3200" b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表示集合</a:t>
            </a:r>
            <a:endParaRPr lang="zh-CN" altLang="en-US" sz="32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椭圆 36"/>
          <p:cNvSpPr/>
          <p:nvPr>
            <p:custDataLst>
              <p:tags r:id="rId14"/>
            </p:custDataLst>
          </p:nvPr>
        </p:nvSpPr>
        <p:spPr>
          <a:xfrm>
            <a:off x="2293620" y="2853055"/>
            <a:ext cx="354965" cy="354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4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8" name="直接连接符 37"/>
          <p:cNvCxnSpPr/>
          <p:nvPr>
            <p:custDataLst>
              <p:tags r:id="rId15"/>
            </p:custDataLst>
          </p:nvPr>
        </p:nvCxnSpPr>
        <p:spPr>
          <a:xfrm>
            <a:off x="2195830" y="3256915"/>
            <a:ext cx="751903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>
            <p:custDataLst>
              <p:tags r:id="rId16"/>
            </p:custDataLst>
          </p:nvPr>
        </p:nvSpPr>
        <p:spPr>
          <a:xfrm>
            <a:off x="2783840" y="2684780"/>
            <a:ext cx="8127365" cy="46355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zh-CN" altLang="en-US" sz="3200" b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会用集合中</a:t>
            </a:r>
            <a:r>
              <a:rPr lang="zh-CN" altLang="en-US" sz="3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元素的“三性”</a:t>
            </a:r>
            <a:r>
              <a:rPr lang="zh-CN" altLang="en-US" sz="3200" b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求解问题</a:t>
            </a:r>
            <a:endParaRPr lang="zh-CN" altLang="en-US" sz="3200" b="1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17"/>
            </p:custDataLst>
          </p:nvPr>
        </p:nvSpPr>
        <p:spPr>
          <a:xfrm>
            <a:off x="1199515" y="188595"/>
            <a:ext cx="5012690" cy="6870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zh-CN" altLang="en-US" sz="3600" b="1" smtClean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本节课你学会了吗？</a:t>
            </a:r>
            <a:endParaRPr lang="zh-CN" altLang="en-US" sz="3600" b="1" smtClean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2" name="文本框 1"/>
          <p:cNvSpPr txBox="1"/>
          <p:nvPr>
            <p:custDataLst>
              <p:tags r:id="rId18"/>
            </p:custDataLst>
          </p:nvPr>
        </p:nvSpPr>
        <p:spPr>
          <a:xfrm>
            <a:off x="1127760" y="3790950"/>
            <a:ext cx="5012690" cy="6870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zh-CN" altLang="en-US" sz="3600" b="1" smtClean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第</a:t>
            </a:r>
            <a:r>
              <a:rPr lang="en-US" altLang="zh-CN" sz="3600" b="1" smtClean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1</a:t>
            </a:r>
            <a:r>
              <a:rPr lang="zh-CN" altLang="en-US" sz="3600" b="1" smtClean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次课内作业</a:t>
            </a:r>
            <a:endParaRPr lang="zh-CN" altLang="en-US" sz="3600" b="1" smtClean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3" name="文本框 2"/>
          <p:cNvSpPr txBox="1"/>
          <p:nvPr>
            <p:custDataLst>
              <p:tags r:id="rId19"/>
            </p:custDataLst>
          </p:nvPr>
        </p:nvSpPr>
        <p:spPr>
          <a:xfrm>
            <a:off x="4800082" y="3870809"/>
            <a:ext cx="6241415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课本</a:t>
            </a:r>
            <a:r>
              <a:rPr lang="en-US" altLang="zh-CN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P6-3</a:t>
            </a:r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" name="组合 3"/>
          <p:cNvGrpSpPr/>
          <p:nvPr userDrawn="1">
            <p:custDataLst>
              <p:tags r:id="rId20"/>
            </p:custDataLst>
          </p:nvPr>
        </p:nvGrpSpPr>
        <p:grpSpPr>
          <a:xfrm>
            <a:off x="0" y="3644900"/>
            <a:ext cx="1261745" cy="955675"/>
            <a:chOff x="-5475" y="-1"/>
            <a:chExt cx="1261620" cy="955745"/>
          </a:xfrm>
        </p:grpSpPr>
        <p:sp>
          <p:nvSpPr>
            <p:cNvPr id="5" name="直角三角形 4"/>
            <p:cNvSpPr/>
            <p:nvPr>
              <p:custDataLst>
                <p:tags r:id="rId21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直角三角形 6"/>
            <p:cNvSpPr/>
            <p:nvPr>
              <p:custDataLst>
                <p:tags r:id="rId22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" name="组合 7"/>
          <p:cNvGrpSpPr/>
          <p:nvPr userDrawn="1">
            <p:custDataLst>
              <p:tags r:id="rId23"/>
            </p:custDataLst>
          </p:nvPr>
        </p:nvGrpSpPr>
        <p:grpSpPr>
          <a:xfrm>
            <a:off x="-5715" y="4998085"/>
            <a:ext cx="1261745" cy="955675"/>
            <a:chOff x="-5475" y="-1"/>
            <a:chExt cx="1261620" cy="955745"/>
          </a:xfrm>
        </p:grpSpPr>
        <p:sp>
          <p:nvSpPr>
            <p:cNvPr id="11" name="直角三角形 10"/>
            <p:cNvSpPr/>
            <p:nvPr>
              <p:custDataLst>
                <p:tags r:id="rId24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直角三角形 11"/>
            <p:cNvSpPr/>
            <p:nvPr>
              <p:custDataLst>
                <p:tags r:id="rId25"/>
              </p:custDataLst>
            </p:nvPr>
          </p:nvSpPr>
          <p:spPr>
            <a:xfrm flipV="1">
              <a:off x="-5475" y="-1"/>
              <a:ext cx="1103411" cy="83589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2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文本框 49"/>
          <p:cNvSpPr txBox="1"/>
          <p:nvPr>
            <p:custDataLst>
              <p:tags r:id="rId1"/>
            </p:custDataLst>
          </p:nvPr>
        </p:nvSpPr>
        <p:spPr>
          <a:xfrm>
            <a:off x="767715" y="116840"/>
            <a:ext cx="5012690" cy="6870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zh-CN" altLang="en-US" sz="3600" b="1" smtClean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课后练习</a:t>
            </a:r>
            <a:endParaRPr lang="zh-CN" altLang="en-US" sz="3600" b="1" smtClean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7715" y="1052830"/>
            <a:ext cx="10820400" cy="1296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8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1.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已知集合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={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3，</a:t>
            </a:r>
            <a:r>
              <a:rPr lang="zh-CN" altLang="en-US" sz="28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800" b="1" baseline="300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-2</a:t>
            </a:r>
            <a:r>
              <a:rPr lang="zh-CN" altLang="en-US" sz="28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28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}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，求实数</a:t>
            </a:r>
            <a:r>
              <a:rPr lang="zh-CN" altLang="en-US" sz="28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.</a:t>
            </a:r>
            <a:endParaRPr lang="zh-CN" altLang="en-US" sz="28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pPr>
              <a:lnSpc>
                <a:spcPct val="140000"/>
              </a:lnSpc>
            </a:pPr>
            <a:r>
              <a:rPr lang="en-US" altLang="zh-CN" sz="28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方程(</a:t>
            </a:r>
            <a:r>
              <a:rPr lang="zh-CN" altLang="en-US" sz="28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-</a:t>
            </a:r>
            <a:r>
              <a:rPr lang="zh-CN" altLang="en-US" sz="28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m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)(</a:t>
            </a:r>
            <a:r>
              <a:rPr lang="zh-CN" altLang="en-US" sz="28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-1)(</a:t>
            </a:r>
            <a:r>
              <a:rPr lang="zh-CN" altLang="en-US" sz="28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-2)=0的解集中的元素之和恰好为3，求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实数</a:t>
            </a:r>
            <a:r>
              <a:rPr lang="zh-CN" altLang="en-US" sz="2800" b="1" i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m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的值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.</a:t>
            </a:r>
            <a:endParaRPr lang="en-US" altLang="zh-CN" sz="28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48075" y="1340485"/>
            <a:ext cx="5335905" cy="3062605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sz="6600">
                <a:solidFill>
                  <a:schemeClr val="accent1">
                    <a:lumMod val="75000"/>
                  </a:schemeClr>
                </a:solidFill>
              </a:rPr>
              <a:t>好学数学</a:t>
            </a:r>
            <a:br>
              <a:rPr sz="6600">
                <a:solidFill>
                  <a:schemeClr val="accent1">
                    <a:lumMod val="75000"/>
                  </a:schemeClr>
                </a:solidFill>
              </a:rPr>
            </a:br>
            <a:r>
              <a:rPr sz="6600">
                <a:solidFill>
                  <a:schemeClr val="accent1">
                    <a:lumMod val="75000"/>
                  </a:schemeClr>
                </a:solidFill>
              </a:rPr>
              <a:t>数学好学</a:t>
            </a:r>
            <a:br>
              <a:rPr sz="6600">
                <a:solidFill>
                  <a:schemeClr val="accent1">
                    <a:lumMod val="75000"/>
                  </a:schemeClr>
                </a:solidFill>
              </a:rPr>
            </a:br>
            <a:r>
              <a:rPr sz="6600">
                <a:solidFill>
                  <a:schemeClr val="accent1">
                    <a:lumMod val="75000"/>
                  </a:schemeClr>
                </a:solidFill>
              </a:rPr>
              <a:t>学好数学</a:t>
            </a:r>
            <a:endParaRPr sz="660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6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10439400" y="11480800"/>
            <a:ext cx="368300" cy="266700"/>
          </a:xfrm>
          <a:prstGeom prst="cube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14:prism isInverted="1"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y*1"/>
  <p:tag name="KSO_WM_UNIT_INDEX" val="1"/>
  <p:tag name="KSO_WM_UNIT_LAYERLEVEL" val="1"/>
  <p:tag name="KSO_WM_UNIT_TYPE" val="y"/>
</p:tagLst>
</file>

<file path=ppt/tags/tag5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7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8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9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0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1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2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3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4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5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6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2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2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2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2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2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2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3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3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3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3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3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3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3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3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38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3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1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4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5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51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5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5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54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5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5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5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5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5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6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6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6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6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6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6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6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6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6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6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7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7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7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7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7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7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76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7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7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79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8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8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8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8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8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8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8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8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8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89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9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9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92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9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9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9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9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9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9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9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0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10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10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10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10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10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10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10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10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10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11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11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11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11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11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11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11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11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11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119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120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121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122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123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124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1"/>
  <p:tag name="KSO_WM_UNIT_INDEX" val="1"/>
  <p:tag name="KSO_WM_UNIT_LAYERLEVEL" val="1"/>
  <p:tag name="KSO_WM_UNIT_TYPE" val="i"/>
</p:tagLst>
</file>

<file path=ppt/tags/tag125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2"/>
  <p:tag name="KSO_WM_UNIT_INDEX" val="2"/>
  <p:tag name="KSO_WM_UNIT_LAYERLEVEL" val="1"/>
  <p:tag name="KSO_WM_UNIT_TYPE" val="i"/>
</p:tagLst>
</file>

<file path=ppt/tags/tag126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127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5"/>
  <p:tag name="KSO_WM_UNIT_INDEX" val="5"/>
  <p:tag name="KSO_WM_UNIT_LAYERLEVEL" val="1"/>
  <p:tag name="KSO_WM_UNIT_TYPE" val="i"/>
</p:tagLst>
</file>

<file path=ppt/tags/tag128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3*i*1"/>
  <p:tag name="KSO_WM_UNIT_INDEX" val="1"/>
  <p:tag name="KSO_WM_UNIT_LAYERLEVEL" val="1"/>
  <p:tag name="KSO_WM_UNIT_SUBTYPE" val="h"/>
  <p:tag name="KSO_WM_UNIT_TYPE" val="i"/>
</p:tagLst>
</file>

<file path=ppt/tags/tag129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130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131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132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133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134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135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i*3"/>
  <p:tag name="KSO_WM_UNIT_INDEX" val="3"/>
  <p:tag name="KSO_WM_UNIT_LAYERLEVEL" val="1"/>
  <p:tag name="KSO_WM_UNIT_TYPE" val="i"/>
</p:tagLst>
</file>

<file path=ppt/tags/tag136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137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i*5"/>
  <p:tag name="KSO_WM_UNIT_INDEX" val="5"/>
  <p:tag name="KSO_WM_UNIT_LAYERLEVEL" val="1"/>
  <p:tag name="KSO_WM_UNIT_TYPE" val="i"/>
</p:tagLst>
</file>

<file path=ppt/tags/tag138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4*i*1"/>
  <p:tag name="KSO_WM_UNIT_INDEX" val="1"/>
  <p:tag name="KSO_WM_UNIT_LAYERLEVEL" val="1"/>
  <p:tag name="KSO_WM_UNIT_SUBTYPE" val="h"/>
  <p:tag name="KSO_WM_UNIT_TYPE" val="i"/>
</p:tagLst>
</file>

<file path=ppt/tags/tag139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i*1"/>
  <p:tag name="KSO_WM_UNIT_INDEX" val="1"/>
  <p:tag name="KSO_WM_UNIT_LAYERLEVEL" val="1"/>
  <p:tag name="KSO_WM_UNIT_TYPE" val="i"/>
</p:tagLst>
</file>

<file path=ppt/tags/tag140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i*2"/>
  <p:tag name="KSO_WM_UNIT_INDEX" val="2"/>
  <p:tag name="KSO_WM_UNIT_LAYERLEVEL" val="1"/>
  <p:tag name="KSO_WM_UNIT_TYPE" val="i"/>
</p:tagLst>
</file>

<file path=ppt/tags/tag141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i*3"/>
  <p:tag name="KSO_WM_UNIT_INDEX" val="3"/>
  <p:tag name="KSO_WM_UNIT_LAYERLEVEL" val="1"/>
  <p:tag name="KSO_WM_UNIT_TYPE" val="i"/>
</p:tagLst>
</file>

<file path=ppt/tags/tag142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143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144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145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146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147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148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5*i*1"/>
  <p:tag name="KSO_WM_UNIT_INDEX" val="1"/>
  <p:tag name="KSO_WM_UNIT_LAYERLEVEL" val="1"/>
  <p:tag name="KSO_WM_UNIT_SUBTYPE" val="h"/>
  <p:tag name="KSO_WM_UNIT_TYPE" val="i"/>
</p:tagLst>
</file>

<file path=ppt/tags/tag149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i*1"/>
  <p:tag name="KSO_WM_UNIT_INDEX" val="1"/>
  <p:tag name="KSO_WM_UNIT_LAYERLEVEL" val="1"/>
  <p:tag name="KSO_WM_UNIT_TYPE" val="i"/>
</p:tagLst>
</file>

<file path=ppt/tags/tag150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i*2"/>
  <p:tag name="KSO_WM_UNIT_INDEX" val="2"/>
  <p:tag name="KSO_WM_UNIT_LAYERLEVEL" val="1"/>
  <p:tag name="KSO_WM_UNIT_TYPE" val="i"/>
</p:tagLst>
</file>

<file path=ppt/tags/tag151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i*3"/>
  <p:tag name="KSO_WM_UNIT_INDEX" val="3"/>
  <p:tag name="KSO_WM_UNIT_LAYERLEVEL" val="1"/>
  <p:tag name="KSO_WM_UNIT_TYPE" val="i"/>
</p:tagLst>
</file>

<file path=ppt/tags/tag152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153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154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155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156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157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158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i*1"/>
  <p:tag name="KSO_WM_UNIT_INDEX" val="1"/>
  <p:tag name="KSO_WM_UNIT_LAYERLEVEL" val="1"/>
  <p:tag name="KSO_WM_UNIT_TYPE" val="i"/>
</p:tagLst>
</file>

<file path=ppt/tags/tag159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i*2"/>
  <p:tag name="KSO_WM_UNIT_INDEX" val="2"/>
  <p:tag name="KSO_WM_UNIT_LAYERLEVEL" val="1"/>
  <p:tag name="KSO_WM_UNIT_TYPE" val="i"/>
</p:tagLst>
</file>

<file path=ppt/tags/tag160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i*3"/>
  <p:tag name="KSO_WM_UNIT_INDEX" val="3"/>
  <p:tag name="KSO_WM_UNIT_LAYERLEVEL" val="1"/>
  <p:tag name="KSO_WM_UNIT_TYPE" val="i"/>
</p:tagLst>
</file>

<file path=ppt/tags/tag161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6*i*1"/>
  <p:tag name="KSO_WM_UNIT_INDEX" val="1"/>
  <p:tag name="KSO_WM_UNIT_LAYERLEVEL" val="1"/>
  <p:tag name="KSO_WM_UNIT_SUBTYPE" val="h"/>
  <p:tag name="KSO_WM_UNIT_TYPE" val="i"/>
</p:tagLst>
</file>

<file path=ppt/tags/tag162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163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164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165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166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167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168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i*1"/>
  <p:tag name="KSO_WM_UNIT_INDEX" val="1"/>
  <p:tag name="KSO_WM_UNIT_LAYERLEVEL" val="1"/>
  <p:tag name="KSO_WM_UNIT_TYPE" val="i"/>
</p:tagLst>
</file>

<file path=ppt/tags/tag169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i*2"/>
  <p:tag name="KSO_WM_UNIT_INDEX" val="2"/>
  <p:tag name="KSO_WM_UNIT_LAYERLEVEL" val="1"/>
  <p:tag name="KSO_WM_UNIT_TYPE" val="i"/>
</p:tagLst>
</file>

<file path=ppt/tags/tag170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i*3"/>
  <p:tag name="KSO_WM_UNIT_INDEX" val="3"/>
  <p:tag name="KSO_WM_UNIT_LAYERLEVEL" val="1"/>
  <p:tag name="KSO_WM_UNIT_TYPE" val="i"/>
</p:tagLst>
</file>

<file path=ppt/tags/tag171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7*i*1"/>
  <p:tag name="KSO_WM_UNIT_INDEX" val="1"/>
  <p:tag name="KSO_WM_UNIT_LAYERLEVEL" val="1"/>
  <p:tag name="KSO_WM_UNIT_SUBTYPE" val="h"/>
  <p:tag name="KSO_WM_UNIT_TYPE" val="i"/>
</p:tagLst>
</file>

<file path=ppt/tags/tag172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73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74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75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76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77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78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79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180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8*i*1"/>
  <p:tag name="KSO_WM_UNIT_INDEX" val="1"/>
  <p:tag name="KSO_WM_UNIT_LAYERLEVEL" val="1"/>
  <p:tag name="KSO_WM_UNIT_SUBTYPE" val="h"/>
  <p:tag name="KSO_WM_UNIT_TYPE" val="i"/>
</p:tagLst>
</file>

<file path=ppt/tags/tag181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82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2"/>
  <p:tag name="KSO_WM_UNIT_INDEX" val="2"/>
  <p:tag name="KSO_WM_UNIT_LAYERLEVEL" val="1"/>
  <p:tag name="KSO_WM_UNIT_TYPE" val="i"/>
</p:tagLst>
</file>

<file path=ppt/tags/tag183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3"/>
  <p:tag name="KSO_WM_UNIT_INDEX" val="3"/>
  <p:tag name="KSO_WM_UNIT_LAYERLEVEL" val="1"/>
  <p:tag name="KSO_WM_UNIT_TYPE" val="i"/>
</p:tagLst>
</file>

<file path=ppt/tags/tag184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85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4"/>
  <p:tag name="KSO_WM_UNIT_INDEX" val="4"/>
  <p:tag name="KSO_WM_UNIT_LAYERLEVEL" val="1"/>
  <p:tag name="KSO_WM_UNIT_TYPE" val="i"/>
</p:tagLst>
</file>

<file path=ppt/tags/tag186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5"/>
  <p:tag name="KSO_WM_UNIT_INDEX" val="5"/>
  <p:tag name="KSO_WM_UNIT_LAYERLEVEL" val="1"/>
  <p:tag name="KSO_WM_UNIT_TYPE" val="i"/>
</p:tagLst>
</file>

<file path=ppt/tags/tag187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88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89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90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91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92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2543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93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2543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9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9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9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97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2543"/>
  <p:tag name="KSO_WM_TEMPLATE_MASTER_THUMB_INDEX" val="12"/>
  <p:tag name="KSO_WM_TEMPLATE_MASTER_TYPE" val="1"/>
  <p:tag name="KSO_WM_TEMPLATE_SUBCATEGORY" val="0"/>
  <p:tag name="KSO_WM_TEMPLATE_THUMBS_INDEX" val="1、4、7、8、10、11、12、13、15"/>
  <p:tag name="KSO_WM_UNIT_SHOW_EDIT_AREA_INDICATION" val="0"/>
</p:tagLst>
</file>

<file path=ppt/tags/tag198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99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00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01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y*1"/>
  <p:tag name="KSO_WM_UNIT_INDEX" val="1"/>
  <p:tag name="KSO_WM_UNIT_LAYERLEVEL" val="1"/>
  <p:tag name="KSO_WM_UNIT_TYPE" val="y"/>
</p:tagLst>
</file>

<file path=ppt/tags/tag202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03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04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05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06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07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08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09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10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11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12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13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1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21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21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21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21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21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22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22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22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2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2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2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2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2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2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2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3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3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3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3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3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35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23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3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38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23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4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4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4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4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4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4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4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4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48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24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5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51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25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5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5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5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5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5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5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5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6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6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6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26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26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26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26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26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26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26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27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27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27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273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27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27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276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27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27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27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28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28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28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28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28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28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286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28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28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289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29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29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29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29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29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29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29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29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29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29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30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30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30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30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30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30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30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30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30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30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31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31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31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31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31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31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316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317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318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319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320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321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1"/>
  <p:tag name="KSO_WM_UNIT_INDEX" val="1"/>
  <p:tag name="KSO_WM_UNIT_LAYERLEVEL" val="1"/>
  <p:tag name="KSO_WM_UNIT_TYPE" val="i"/>
</p:tagLst>
</file>

<file path=ppt/tags/tag322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2"/>
  <p:tag name="KSO_WM_UNIT_INDEX" val="2"/>
  <p:tag name="KSO_WM_UNIT_LAYERLEVEL" val="1"/>
  <p:tag name="KSO_WM_UNIT_TYPE" val="i"/>
</p:tagLst>
</file>

<file path=ppt/tags/tag323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324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5"/>
  <p:tag name="KSO_WM_UNIT_INDEX" val="5"/>
  <p:tag name="KSO_WM_UNIT_LAYERLEVEL" val="1"/>
  <p:tag name="KSO_WM_UNIT_TYPE" val="i"/>
</p:tagLst>
</file>

<file path=ppt/tags/tag325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3*i*1"/>
  <p:tag name="KSO_WM_UNIT_INDEX" val="1"/>
  <p:tag name="KSO_WM_UNIT_LAYERLEVEL" val="1"/>
  <p:tag name="KSO_WM_UNIT_SUBTYPE" val="h"/>
  <p:tag name="KSO_WM_UNIT_TYPE" val="i"/>
</p:tagLst>
</file>

<file path=ppt/tags/tag326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327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328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329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330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331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332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i*3"/>
  <p:tag name="KSO_WM_UNIT_INDEX" val="3"/>
  <p:tag name="KSO_WM_UNIT_LAYERLEVEL" val="1"/>
  <p:tag name="KSO_WM_UNIT_TYPE" val="i"/>
</p:tagLst>
</file>

<file path=ppt/tags/tag333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334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i*5"/>
  <p:tag name="KSO_WM_UNIT_INDEX" val="5"/>
  <p:tag name="KSO_WM_UNIT_LAYERLEVEL" val="1"/>
  <p:tag name="KSO_WM_UNIT_TYPE" val="i"/>
</p:tagLst>
</file>

<file path=ppt/tags/tag335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4*i*1"/>
  <p:tag name="KSO_WM_UNIT_INDEX" val="1"/>
  <p:tag name="KSO_WM_UNIT_LAYERLEVEL" val="1"/>
  <p:tag name="KSO_WM_UNIT_SUBTYPE" val="h"/>
  <p:tag name="KSO_WM_UNIT_TYPE" val="i"/>
</p:tagLst>
</file>

<file path=ppt/tags/tag336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i*1"/>
  <p:tag name="KSO_WM_UNIT_INDEX" val="1"/>
  <p:tag name="KSO_WM_UNIT_LAYERLEVEL" val="1"/>
  <p:tag name="KSO_WM_UNIT_TYPE" val="i"/>
</p:tagLst>
</file>

<file path=ppt/tags/tag337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i*2"/>
  <p:tag name="KSO_WM_UNIT_INDEX" val="2"/>
  <p:tag name="KSO_WM_UNIT_LAYERLEVEL" val="1"/>
  <p:tag name="KSO_WM_UNIT_TYPE" val="i"/>
</p:tagLst>
</file>

<file path=ppt/tags/tag338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i*3"/>
  <p:tag name="KSO_WM_UNIT_INDEX" val="3"/>
  <p:tag name="KSO_WM_UNIT_LAYERLEVEL" val="1"/>
  <p:tag name="KSO_WM_UNIT_TYPE" val="i"/>
</p:tagLst>
</file>

<file path=ppt/tags/tag339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340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341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342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343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344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345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5*i*1"/>
  <p:tag name="KSO_WM_UNIT_INDEX" val="1"/>
  <p:tag name="KSO_WM_UNIT_LAYERLEVEL" val="1"/>
  <p:tag name="KSO_WM_UNIT_SUBTYPE" val="h"/>
  <p:tag name="KSO_WM_UNIT_TYPE" val="i"/>
</p:tagLst>
</file>

<file path=ppt/tags/tag346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i*1"/>
  <p:tag name="KSO_WM_UNIT_INDEX" val="1"/>
  <p:tag name="KSO_WM_UNIT_LAYERLEVEL" val="1"/>
  <p:tag name="KSO_WM_UNIT_TYPE" val="i"/>
</p:tagLst>
</file>

<file path=ppt/tags/tag347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i*2"/>
  <p:tag name="KSO_WM_UNIT_INDEX" val="2"/>
  <p:tag name="KSO_WM_UNIT_LAYERLEVEL" val="1"/>
  <p:tag name="KSO_WM_UNIT_TYPE" val="i"/>
</p:tagLst>
</file>

<file path=ppt/tags/tag348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i*3"/>
  <p:tag name="KSO_WM_UNIT_INDEX" val="3"/>
  <p:tag name="KSO_WM_UNIT_LAYERLEVEL" val="1"/>
  <p:tag name="KSO_WM_UNIT_TYPE" val="i"/>
</p:tagLst>
</file>

<file path=ppt/tags/tag349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350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351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352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353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354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355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i*1"/>
  <p:tag name="KSO_WM_UNIT_INDEX" val="1"/>
  <p:tag name="KSO_WM_UNIT_LAYERLEVEL" val="1"/>
  <p:tag name="KSO_WM_UNIT_TYPE" val="i"/>
</p:tagLst>
</file>

<file path=ppt/tags/tag356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i*2"/>
  <p:tag name="KSO_WM_UNIT_INDEX" val="2"/>
  <p:tag name="KSO_WM_UNIT_LAYERLEVEL" val="1"/>
  <p:tag name="KSO_WM_UNIT_TYPE" val="i"/>
</p:tagLst>
</file>

<file path=ppt/tags/tag357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i*3"/>
  <p:tag name="KSO_WM_UNIT_INDEX" val="3"/>
  <p:tag name="KSO_WM_UNIT_LAYERLEVEL" val="1"/>
  <p:tag name="KSO_WM_UNIT_TYPE" val="i"/>
</p:tagLst>
</file>

<file path=ppt/tags/tag358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6*i*1"/>
  <p:tag name="KSO_WM_UNIT_INDEX" val="1"/>
  <p:tag name="KSO_WM_UNIT_LAYERLEVEL" val="1"/>
  <p:tag name="KSO_WM_UNIT_SUBTYPE" val="h"/>
  <p:tag name="KSO_WM_UNIT_TYPE" val="i"/>
</p:tagLst>
</file>

<file path=ppt/tags/tag359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360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361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362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363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364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365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i*1"/>
  <p:tag name="KSO_WM_UNIT_INDEX" val="1"/>
  <p:tag name="KSO_WM_UNIT_LAYERLEVEL" val="1"/>
  <p:tag name="KSO_WM_UNIT_TYPE" val="i"/>
</p:tagLst>
</file>

<file path=ppt/tags/tag366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i*2"/>
  <p:tag name="KSO_WM_UNIT_INDEX" val="2"/>
  <p:tag name="KSO_WM_UNIT_LAYERLEVEL" val="1"/>
  <p:tag name="KSO_WM_UNIT_TYPE" val="i"/>
</p:tagLst>
</file>

<file path=ppt/tags/tag367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i*3"/>
  <p:tag name="KSO_WM_UNIT_INDEX" val="3"/>
  <p:tag name="KSO_WM_UNIT_LAYERLEVEL" val="1"/>
  <p:tag name="KSO_WM_UNIT_TYPE" val="i"/>
</p:tagLst>
</file>

<file path=ppt/tags/tag368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7*i*1"/>
  <p:tag name="KSO_WM_UNIT_INDEX" val="1"/>
  <p:tag name="KSO_WM_UNIT_LAYERLEVEL" val="1"/>
  <p:tag name="KSO_WM_UNIT_SUBTYPE" val="h"/>
  <p:tag name="KSO_WM_UNIT_TYPE" val="i"/>
</p:tagLst>
</file>

<file path=ppt/tags/tag369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370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371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372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373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374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375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376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377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8*i*1"/>
  <p:tag name="KSO_WM_UNIT_INDEX" val="1"/>
  <p:tag name="KSO_WM_UNIT_LAYERLEVEL" val="1"/>
  <p:tag name="KSO_WM_UNIT_SUBTYPE" val="h"/>
  <p:tag name="KSO_WM_UNIT_TYPE" val="i"/>
</p:tagLst>
</file>

<file path=ppt/tags/tag378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379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2"/>
  <p:tag name="KSO_WM_UNIT_INDEX" val="2"/>
  <p:tag name="KSO_WM_UNIT_LAYERLEVEL" val="1"/>
  <p:tag name="KSO_WM_UNIT_TYPE" val="i"/>
</p:tagLst>
</file>

<file path=ppt/tags/tag380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3"/>
  <p:tag name="KSO_WM_UNIT_INDEX" val="3"/>
  <p:tag name="KSO_WM_UNIT_LAYERLEVEL" val="1"/>
  <p:tag name="KSO_WM_UNIT_TYPE" val="i"/>
</p:tagLst>
</file>

<file path=ppt/tags/tag381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382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4"/>
  <p:tag name="KSO_WM_UNIT_INDEX" val="4"/>
  <p:tag name="KSO_WM_UNIT_LAYERLEVEL" val="1"/>
  <p:tag name="KSO_WM_UNIT_TYPE" val="i"/>
</p:tagLst>
</file>

<file path=ppt/tags/tag383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5"/>
  <p:tag name="KSO_WM_UNIT_INDEX" val="5"/>
  <p:tag name="KSO_WM_UNIT_LAYERLEVEL" val="1"/>
  <p:tag name="KSO_WM_UNIT_TYPE" val="i"/>
</p:tagLst>
</file>

<file path=ppt/tags/tag384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385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386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387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388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389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2543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390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2543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39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39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39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394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2543"/>
  <p:tag name="KSO_WM_TEMPLATE_MASTER_THUMB_INDEX" val="12"/>
  <p:tag name="KSO_WM_TEMPLATE_MASTER_TYPE" val="1"/>
  <p:tag name="KSO_WM_TEMPLATE_SUBCATEGORY" val="0"/>
  <p:tag name="KSO_WM_TEMPLATE_THUMBS_INDEX" val="1、4、7、8、10、11、12、13、15"/>
  <p:tag name="KSO_WM_UNIT_SHOW_EDIT_AREA_INDICATION" val="0"/>
</p:tagLst>
</file>

<file path=ppt/tags/tag395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96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97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98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y*1"/>
  <p:tag name="KSO_WM_UNIT_INDEX" val="1"/>
  <p:tag name="KSO_WM_UNIT_LAYERLEVEL" val="1"/>
  <p:tag name="KSO_WM_UNIT_TYPE" val="y"/>
</p:tagLst>
</file>

<file path=ppt/tags/tag399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00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01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02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03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04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05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06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07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08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09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10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1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41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41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41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41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41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41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41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41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42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42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42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42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42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42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42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42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42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42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43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43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32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43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3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35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43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3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3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3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4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4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4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4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44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445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44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44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448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44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45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45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45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45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45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45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45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45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45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45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46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46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46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46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46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46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46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46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46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46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70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47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7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73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47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7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7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7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7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7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8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8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8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83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48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8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86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48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8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8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9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9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9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9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9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49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49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49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49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49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0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0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0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0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0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0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0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0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0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0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1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1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1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13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514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515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516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517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518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1"/>
  <p:tag name="KSO_WM_UNIT_INDEX" val="1"/>
  <p:tag name="KSO_WM_UNIT_LAYERLEVEL" val="1"/>
  <p:tag name="KSO_WM_UNIT_TYPE" val="i"/>
</p:tagLst>
</file>

<file path=ppt/tags/tag519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2"/>
  <p:tag name="KSO_WM_UNIT_INDEX" val="2"/>
  <p:tag name="KSO_WM_UNIT_LAYERLEVEL" val="1"/>
  <p:tag name="KSO_WM_UNIT_TYPE" val="i"/>
</p:tagLst>
</file>

<file path=ppt/tags/tag520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521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5"/>
  <p:tag name="KSO_WM_UNIT_INDEX" val="5"/>
  <p:tag name="KSO_WM_UNIT_LAYERLEVEL" val="1"/>
  <p:tag name="KSO_WM_UNIT_TYPE" val="i"/>
</p:tagLst>
</file>

<file path=ppt/tags/tag522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3*i*1"/>
  <p:tag name="KSO_WM_UNIT_INDEX" val="1"/>
  <p:tag name="KSO_WM_UNIT_LAYERLEVEL" val="1"/>
  <p:tag name="KSO_WM_UNIT_SUBTYPE" val="h"/>
  <p:tag name="KSO_WM_UNIT_TYPE" val="i"/>
</p:tagLst>
</file>

<file path=ppt/tags/tag523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524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525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526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527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528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529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i*3"/>
  <p:tag name="KSO_WM_UNIT_INDEX" val="3"/>
  <p:tag name="KSO_WM_UNIT_LAYERLEVEL" val="1"/>
  <p:tag name="KSO_WM_UNIT_TYPE" val="i"/>
</p:tagLst>
</file>

<file path=ppt/tags/tag530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531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i*5"/>
  <p:tag name="KSO_WM_UNIT_INDEX" val="5"/>
  <p:tag name="KSO_WM_UNIT_LAYERLEVEL" val="1"/>
  <p:tag name="KSO_WM_UNIT_TYPE" val="i"/>
</p:tagLst>
</file>

<file path=ppt/tags/tag532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4*i*1"/>
  <p:tag name="KSO_WM_UNIT_INDEX" val="1"/>
  <p:tag name="KSO_WM_UNIT_LAYERLEVEL" val="1"/>
  <p:tag name="KSO_WM_UNIT_SUBTYPE" val="h"/>
  <p:tag name="KSO_WM_UNIT_TYPE" val="i"/>
</p:tagLst>
</file>

<file path=ppt/tags/tag533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i*1"/>
  <p:tag name="KSO_WM_UNIT_INDEX" val="1"/>
  <p:tag name="KSO_WM_UNIT_LAYERLEVEL" val="1"/>
  <p:tag name="KSO_WM_UNIT_TYPE" val="i"/>
</p:tagLst>
</file>

<file path=ppt/tags/tag534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i*2"/>
  <p:tag name="KSO_WM_UNIT_INDEX" val="2"/>
  <p:tag name="KSO_WM_UNIT_LAYERLEVEL" val="1"/>
  <p:tag name="KSO_WM_UNIT_TYPE" val="i"/>
</p:tagLst>
</file>

<file path=ppt/tags/tag535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i*3"/>
  <p:tag name="KSO_WM_UNIT_INDEX" val="3"/>
  <p:tag name="KSO_WM_UNIT_LAYERLEVEL" val="1"/>
  <p:tag name="KSO_WM_UNIT_TYPE" val="i"/>
</p:tagLst>
</file>

<file path=ppt/tags/tag536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537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538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539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540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541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542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5*i*1"/>
  <p:tag name="KSO_WM_UNIT_INDEX" val="1"/>
  <p:tag name="KSO_WM_UNIT_LAYERLEVEL" val="1"/>
  <p:tag name="KSO_WM_UNIT_SUBTYPE" val="h"/>
  <p:tag name="KSO_WM_UNIT_TYPE" val="i"/>
</p:tagLst>
</file>

<file path=ppt/tags/tag543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i*1"/>
  <p:tag name="KSO_WM_UNIT_INDEX" val="1"/>
  <p:tag name="KSO_WM_UNIT_LAYERLEVEL" val="1"/>
  <p:tag name="KSO_WM_UNIT_TYPE" val="i"/>
</p:tagLst>
</file>

<file path=ppt/tags/tag544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i*2"/>
  <p:tag name="KSO_WM_UNIT_INDEX" val="2"/>
  <p:tag name="KSO_WM_UNIT_LAYERLEVEL" val="1"/>
  <p:tag name="KSO_WM_UNIT_TYPE" val="i"/>
</p:tagLst>
</file>

<file path=ppt/tags/tag545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i*3"/>
  <p:tag name="KSO_WM_UNIT_INDEX" val="3"/>
  <p:tag name="KSO_WM_UNIT_LAYERLEVEL" val="1"/>
  <p:tag name="KSO_WM_UNIT_TYPE" val="i"/>
</p:tagLst>
</file>

<file path=ppt/tags/tag546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547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548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549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550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551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552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i*1"/>
  <p:tag name="KSO_WM_UNIT_INDEX" val="1"/>
  <p:tag name="KSO_WM_UNIT_LAYERLEVEL" val="1"/>
  <p:tag name="KSO_WM_UNIT_TYPE" val="i"/>
</p:tagLst>
</file>

<file path=ppt/tags/tag553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i*2"/>
  <p:tag name="KSO_WM_UNIT_INDEX" val="2"/>
  <p:tag name="KSO_WM_UNIT_LAYERLEVEL" val="1"/>
  <p:tag name="KSO_WM_UNIT_TYPE" val="i"/>
</p:tagLst>
</file>

<file path=ppt/tags/tag554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i*3"/>
  <p:tag name="KSO_WM_UNIT_INDEX" val="3"/>
  <p:tag name="KSO_WM_UNIT_LAYERLEVEL" val="1"/>
  <p:tag name="KSO_WM_UNIT_TYPE" val="i"/>
</p:tagLst>
</file>

<file path=ppt/tags/tag555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6*i*1"/>
  <p:tag name="KSO_WM_UNIT_INDEX" val="1"/>
  <p:tag name="KSO_WM_UNIT_LAYERLEVEL" val="1"/>
  <p:tag name="KSO_WM_UNIT_SUBTYPE" val="h"/>
  <p:tag name="KSO_WM_UNIT_TYPE" val="i"/>
</p:tagLst>
</file>

<file path=ppt/tags/tag556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557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558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559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560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561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562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i*1"/>
  <p:tag name="KSO_WM_UNIT_INDEX" val="1"/>
  <p:tag name="KSO_WM_UNIT_LAYERLEVEL" val="1"/>
  <p:tag name="KSO_WM_UNIT_TYPE" val="i"/>
</p:tagLst>
</file>

<file path=ppt/tags/tag563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i*2"/>
  <p:tag name="KSO_WM_UNIT_INDEX" val="2"/>
  <p:tag name="KSO_WM_UNIT_LAYERLEVEL" val="1"/>
  <p:tag name="KSO_WM_UNIT_TYPE" val="i"/>
</p:tagLst>
</file>

<file path=ppt/tags/tag564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i*3"/>
  <p:tag name="KSO_WM_UNIT_INDEX" val="3"/>
  <p:tag name="KSO_WM_UNIT_LAYERLEVEL" val="1"/>
  <p:tag name="KSO_WM_UNIT_TYPE" val="i"/>
</p:tagLst>
</file>

<file path=ppt/tags/tag565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7*i*1"/>
  <p:tag name="KSO_WM_UNIT_INDEX" val="1"/>
  <p:tag name="KSO_WM_UNIT_LAYERLEVEL" val="1"/>
  <p:tag name="KSO_WM_UNIT_SUBTYPE" val="h"/>
  <p:tag name="KSO_WM_UNIT_TYPE" val="i"/>
</p:tagLst>
</file>

<file path=ppt/tags/tag566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567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568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569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570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571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572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573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574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8*i*1"/>
  <p:tag name="KSO_WM_UNIT_INDEX" val="1"/>
  <p:tag name="KSO_WM_UNIT_LAYERLEVEL" val="1"/>
  <p:tag name="KSO_WM_UNIT_SUBTYPE" val="h"/>
  <p:tag name="KSO_WM_UNIT_TYPE" val="i"/>
</p:tagLst>
</file>

<file path=ppt/tags/tag575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576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2"/>
  <p:tag name="KSO_WM_UNIT_INDEX" val="2"/>
  <p:tag name="KSO_WM_UNIT_LAYERLEVEL" val="1"/>
  <p:tag name="KSO_WM_UNIT_TYPE" val="i"/>
</p:tagLst>
</file>

<file path=ppt/tags/tag577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3"/>
  <p:tag name="KSO_WM_UNIT_INDEX" val="3"/>
  <p:tag name="KSO_WM_UNIT_LAYERLEVEL" val="1"/>
  <p:tag name="KSO_WM_UNIT_TYPE" val="i"/>
</p:tagLst>
</file>

<file path=ppt/tags/tag578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579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4"/>
  <p:tag name="KSO_WM_UNIT_INDEX" val="4"/>
  <p:tag name="KSO_WM_UNIT_LAYERLEVEL" val="1"/>
  <p:tag name="KSO_WM_UNIT_TYPE" val="i"/>
</p:tagLst>
</file>

<file path=ppt/tags/tag580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5"/>
  <p:tag name="KSO_WM_UNIT_INDEX" val="5"/>
  <p:tag name="KSO_WM_UNIT_LAYERLEVEL" val="1"/>
  <p:tag name="KSO_WM_UNIT_TYPE" val="i"/>
</p:tagLst>
</file>

<file path=ppt/tags/tag581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582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583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584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585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586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2543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87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2543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8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8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9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91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2543"/>
  <p:tag name="KSO_WM_TEMPLATE_MASTER_THUMB_INDEX" val="12"/>
  <p:tag name="KSO_WM_TEMPLATE_MASTER_TYPE" val="1"/>
  <p:tag name="KSO_WM_TEMPLATE_SUBCATEGORY" val="0"/>
  <p:tag name="KSO_WM_TEMPLATE_THUMBS_INDEX" val="1、4、7、8、10、11、12、13、15"/>
  <p:tag name="KSO_WM_UNIT_SHOW_EDIT_AREA_INDICATION" val="0"/>
</p:tagLst>
</file>

<file path=ppt/tags/tag592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593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594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595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y*1"/>
  <p:tag name="KSO_WM_UNIT_INDEX" val="1"/>
  <p:tag name="KSO_WM_UNIT_LAYERLEVEL" val="1"/>
  <p:tag name="KSO_WM_UNIT_TYPE" val="y"/>
</p:tagLst>
</file>

<file path=ppt/tags/tag596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597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598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599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00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01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02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03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04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05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06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07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0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60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61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61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61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61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61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61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61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61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61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61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62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62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62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62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62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62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62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62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62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629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63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63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632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63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63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63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63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63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63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63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64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64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642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64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64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645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64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64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64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64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65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65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65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65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65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65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65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65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65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65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66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66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66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66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66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66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66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667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66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66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670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67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67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67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67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67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67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67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67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67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680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68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68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683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68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68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68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68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68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68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69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69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69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69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69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69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69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69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69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9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70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70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70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70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70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70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70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70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70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70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710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711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712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713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714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715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1"/>
  <p:tag name="KSO_WM_UNIT_INDEX" val="1"/>
  <p:tag name="KSO_WM_UNIT_LAYERLEVEL" val="1"/>
  <p:tag name="KSO_WM_UNIT_TYPE" val="i"/>
</p:tagLst>
</file>

<file path=ppt/tags/tag716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2"/>
  <p:tag name="KSO_WM_UNIT_INDEX" val="2"/>
  <p:tag name="KSO_WM_UNIT_LAYERLEVEL" val="1"/>
  <p:tag name="KSO_WM_UNIT_TYPE" val="i"/>
</p:tagLst>
</file>

<file path=ppt/tags/tag717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718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5"/>
  <p:tag name="KSO_WM_UNIT_INDEX" val="5"/>
  <p:tag name="KSO_WM_UNIT_LAYERLEVEL" val="1"/>
  <p:tag name="KSO_WM_UNIT_TYPE" val="i"/>
</p:tagLst>
</file>

<file path=ppt/tags/tag719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3*i*1"/>
  <p:tag name="KSO_WM_UNIT_INDEX" val="1"/>
  <p:tag name="KSO_WM_UNIT_LAYERLEVEL" val="1"/>
  <p:tag name="KSO_WM_UNIT_SUBTYPE" val="h"/>
  <p:tag name="KSO_WM_UNIT_TYPE" val="i"/>
</p:tagLst>
</file>

<file path=ppt/tags/tag720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721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722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723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724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725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726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i*3"/>
  <p:tag name="KSO_WM_UNIT_INDEX" val="3"/>
  <p:tag name="KSO_WM_UNIT_LAYERLEVEL" val="1"/>
  <p:tag name="KSO_WM_UNIT_TYPE" val="i"/>
</p:tagLst>
</file>

<file path=ppt/tags/tag727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728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i*5"/>
  <p:tag name="KSO_WM_UNIT_INDEX" val="5"/>
  <p:tag name="KSO_WM_UNIT_LAYERLEVEL" val="1"/>
  <p:tag name="KSO_WM_UNIT_TYPE" val="i"/>
</p:tagLst>
</file>

<file path=ppt/tags/tag729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4*i*1"/>
  <p:tag name="KSO_WM_UNIT_INDEX" val="1"/>
  <p:tag name="KSO_WM_UNIT_LAYERLEVEL" val="1"/>
  <p:tag name="KSO_WM_UNIT_SUBTYPE" val="h"/>
  <p:tag name="KSO_WM_UNIT_TYPE" val="i"/>
</p:tagLst>
</file>

<file path=ppt/tags/tag730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i*1"/>
  <p:tag name="KSO_WM_UNIT_INDEX" val="1"/>
  <p:tag name="KSO_WM_UNIT_LAYERLEVEL" val="1"/>
  <p:tag name="KSO_WM_UNIT_TYPE" val="i"/>
</p:tagLst>
</file>

<file path=ppt/tags/tag731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i*2"/>
  <p:tag name="KSO_WM_UNIT_INDEX" val="2"/>
  <p:tag name="KSO_WM_UNIT_LAYERLEVEL" val="1"/>
  <p:tag name="KSO_WM_UNIT_TYPE" val="i"/>
</p:tagLst>
</file>

<file path=ppt/tags/tag732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i*3"/>
  <p:tag name="KSO_WM_UNIT_INDEX" val="3"/>
  <p:tag name="KSO_WM_UNIT_LAYERLEVEL" val="1"/>
  <p:tag name="KSO_WM_UNIT_TYPE" val="i"/>
</p:tagLst>
</file>

<file path=ppt/tags/tag733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734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735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736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737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738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739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5*i*1"/>
  <p:tag name="KSO_WM_UNIT_INDEX" val="1"/>
  <p:tag name="KSO_WM_UNIT_LAYERLEVEL" val="1"/>
  <p:tag name="KSO_WM_UNIT_SUBTYPE" val="h"/>
  <p:tag name="KSO_WM_UNIT_TYPE" val="i"/>
</p:tagLst>
</file>

<file path=ppt/tags/tag740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i*1"/>
  <p:tag name="KSO_WM_UNIT_INDEX" val="1"/>
  <p:tag name="KSO_WM_UNIT_LAYERLEVEL" val="1"/>
  <p:tag name="KSO_WM_UNIT_TYPE" val="i"/>
</p:tagLst>
</file>

<file path=ppt/tags/tag741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i*2"/>
  <p:tag name="KSO_WM_UNIT_INDEX" val="2"/>
  <p:tag name="KSO_WM_UNIT_LAYERLEVEL" val="1"/>
  <p:tag name="KSO_WM_UNIT_TYPE" val="i"/>
</p:tagLst>
</file>

<file path=ppt/tags/tag742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i*3"/>
  <p:tag name="KSO_WM_UNIT_INDEX" val="3"/>
  <p:tag name="KSO_WM_UNIT_LAYERLEVEL" val="1"/>
  <p:tag name="KSO_WM_UNIT_TYPE" val="i"/>
</p:tagLst>
</file>

<file path=ppt/tags/tag743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744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745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746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747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748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749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i*1"/>
  <p:tag name="KSO_WM_UNIT_INDEX" val="1"/>
  <p:tag name="KSO_WM_UNIT_LAYERLEVEL" val="1"/>
  <p:tag name="KSO_WM_UNIT_TYPE" val="i"/>
</p:tagLst>
</file>

<file path=ppt/tags/tag750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i*2"/>
  <p:tag name="KSO_WM_UNIT_INDEX" val="2"/>
  <p:tag name="KSO_WM_UNIT_LAYERLEVEL" val="1"/>
  <p:tag name="KSO_WM_UNIT_TYPE" val="i"/>
</p:tagLst>
</file>

<file path=ppt/tags/tag751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i*3"/>
  <p:tag name="KSO_WM_UNIT_INDEX" val="3"/>
  <p:tag name="KSO_WM_UNIT_LAYERLEVEL" val="1"/>
  <p:tag name="KSO_WM_UNIT_TYPE" val="i"/>
</p:tagLst>
</file>

<file path=ppt/tags/tag752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6*i*1"/>
  <p:tag name="KSO_WM_UNIT_INDEX" val="1"/>
  <p:tag name="KSO_WM_UNIT_LAYERLEVEL" val="1"/>
  <p:tag name="KSO_WM_UNIT_SUBTYPE" val="h"/>
  <p:tag name="KSO_WM_UNIT_TYPE" val="i"/>
</p:tagLst>
</file>

<file path=ppt/tags/tag753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754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755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756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757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758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759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i*1"/>
  <p:tag name="KSO_WM_UNIT_INDEX" val="1"/>
  <p:tag name="KSO_WM_UNIT_LAYERLEVEL" val="1"/>
  <p:tag name="KSO_WM_UNIT_TYPE" val="i"/>
</p:tagLst>
</file>

<file path=ppt/tags/tag760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i*2"/>
  <p:tag name="KSO_WM_UNIT_INDEX" val="2"/>
  <p:tag name="KSO_WM_UNIT_LAYERLEVEL" val="1"/>
  <p:tag name="KSO_WM_UNIT_TYPE" val="i"/>
</p:tagLst>
</file>

<file path=ppt/tags/tag761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i*3"/>
  <p:tag name="KSO_WM_UNIT_INDEX" val="3"/>
  <p:tag name="KSO_WM_UNIT_LAYERLEVEL" val="1"/>
  <p:tag name="KSO_WM_UNIT_TYPE" val="i"/>
</p:tagLst>
</file>

<file path=ppt/tags/tag762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7*i*1"/>
  <p:tag name="KSO_WM_UNIT_INDEX" val="1"/>
  <p:tag name="KSO_WM_UNIT_LAYERLEVEL" val="1"/>
  <p:tag name="KSO_WM_UNIT_SUBTYPE" val="h"/>
  <p:tag name="KSO_WM_UNIT_TYPE" val="i"/>
</p:tagLst>
</file>

<file path=ppt/tags/tag763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764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765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766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767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768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769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770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771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8*i*1"/>
  <p:tag name="KSO_WM_UNIT_INDEX" val="1"/>
  <p:tag name="KSO_WM_UNIT_LAYERLEVEL" val="1"/>
  <p:tag name="KSO_WM_UNIT_SUBTYPE" val="h"/>
  <p:tag name="KSO_WM_UNIT_TYPE" val="i"/>
</p:tagLst>
</file>

<file path=ppt/tags/tag772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773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2"/>
  <p:tag name="KSO_WM_UNIT_INDEX" val="2"/>
  <p:tag name="KSO_WM_UNIT_LAYERLEVEL" val="1"/>
  <p:tag name="KSO_WM_UNIT_TYPE" val="i"/>
</p:tagLst>
</file>

<file path=ppt/tags/tag774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3"/>
  <p:tag name="KSO_WM_UNIT_INDEX" val="3"/>
  <p:tag name="KSO_WM_UNIT_LAYERLEVEL" val="1"/>
  <p:tag name="KSO_WM_UNIT_TYPE" val="i"/>
</p:tagLst>
</file>

<file path=ppt/tags/tag775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776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4"/>
  <p:tag name="KSO_WM_UNIT_INDEX" val="4"/>
  <p:tag name="KSO_WM_UNIT_LAYERLEVEL" val="1"/>
  <p:tag name="KSO_WM_UNIT_TYPE" val="i"/>
</p:tagLst>
</file>

<file path=ppt/tags/tag777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5"/>
  <p:tag name="KSO_WM_UNIT_INDEX" val="5"/>
  <p:tag name="KSO_WM_UNIT_LAYERLEVEL" val="1"/>
  <p:tag name="KSO_WM_UNIT_TYPE" val="i"/>
</p:tagLst>
</file>

<file path=ppt/tags/tag778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779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780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781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782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783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2543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784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2543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78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78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78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788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2543"/>
  <p:tag name="KSO_WM_TEMPLATE_MASTER_THUMB_INDEX" val="12"/>
  <p:tag name="KSO_WM_TEMPLATE_MASTER_TYPE" val="1"/>
  <p:tag name="KSO_WM_TEMPLATE_SUBCATEGORY" val="0"/>
  <p:tag name="KSO_WM_TEMPLATE_THUMBS_INDEX" val="1、4、7、8、10、11、12、13、15"/>
  <p:tag name="KSO_WM_UNIT_SHOW_EDIT_AREA_INDICATION" val="0"/>
</p:tagLst>
</file>

<file path=ppt/tags/tag789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790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791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792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y*1"/>
  <p:tag name="KSO_WM_UNIT_INDEX" val="1"/>
  <p:tag name="KSO_WM_UNIT_LAYERLEVEL" val="1"/>
  <p:tag name="KSO_WM_UNIT_TYPE" val="y"/>
</p:tagLst>
</file>

<file path=ppt/tags/tag793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794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795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796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797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798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799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800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801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802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803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804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80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0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0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0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0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1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1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1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1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81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81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81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81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81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81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82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82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82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82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82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82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826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82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82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829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83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83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83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83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83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83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83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83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83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839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84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84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842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84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84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84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84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84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84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84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85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85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85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85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85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85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85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85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85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85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86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86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86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86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864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86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86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867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86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86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87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87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87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87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87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87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87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877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87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87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880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88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88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88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88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88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88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88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88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88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89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89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89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89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89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89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89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89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89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89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90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90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90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90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90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90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90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907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908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909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910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911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912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1"/>
  <p:tag name="KSO_WM_UNIT_INDEX" val="1"/>
  <p:tag name="KSO_WM_UNIT_LAYERLEVEL" val="1"/>
  <p:tag name="KSO_WM_UNIT_TYPE" val="i"/>
</p:tagLst>
</file>

<file path=ppt/tags/tag913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2"/>
  <p:tag name="KSO_WM_UNIT_INDEX" val="2"/>
  <p:tag name="KSO_WM_UNIT_LAYERLEVEL" val="1"/>
  <p:tag name="KSO_WM_UNIT_TYPE" val="i"/>
</p:tagLst>
</file>

<file path=ppt/tags/tag914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915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5"/>
  <p:tag name="KSO_WM_UNIT_INDEX" val="5"/>
  <p:tag name="KSO_WM_UNIT_LAYERLEVEL" val="1"/>
  <p:tag name="KSO_WM_UNIT_TYPE" val="i"/>
</p:tagLst>
</file>

<file path=ppt/tags/tag916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3*i*1"/>
  <p:tag name="KSO_WM_UNIT_INDEX" val="1"/>
  <p:tag name="KSO_WM_UNIT_LAYERLEVEL" val="1"/>
  <p:tag name="KSO_WM_UNIT_SUBTYPE" val="h"/>
  <p:tag name="KSO_WM_UNIT_TYPE" val="i"/>
</p:tagLst>
</file>

<file path=ppt/tags/tag917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918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919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920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921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922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923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i*3"/>
  <p:tag name="KSO_WM_UNIT_INDEX" val="3"/>
  <p:tag name="KSO_WM_UNIT_LAYERLEVEL" val="1"/>
  <p:tag name="KSO_WM_UNIT_TYPE" val="i"/>
</p:tagLst>
</file>

<file path=ppt/tags/tag924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925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i*5"/>
  <p:tag name="KSO_WM_UNIT_INDEX" val="5"/>
  <p:tag name="KSO_WM_UNIT_LAYERLEVEL" val="1"/>
  <p:tag name="KSO_WM_UNIT_TYPE" val="i"/>
</p:tagLst>
</file>

<file path=ppt/tags/tag926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4*i*1"/>
  <p:tag name="KSO_WM_UNIT_INDEX" val="1"/>
  <p:tag name="KSO_WM_UNIT_LAYERLEVEL" val="1"/>
  <p:tag name="KSO_WM_UNIT_SUBTYPE" val="h"/>
  <p:tag name="KSO_WM_UNIT_TYPE" val="i"/>
</p:tagLst>
</file>

<file path=ppt/tags/tag927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i*1"/>
  <p:tag name="KSO_WM_UNIT_INDEX" val="1"/>
  <p:tag name="KSO_WM_UNIT_LAYERLEVEL" val="1"/>
  <p:tag name="KSO_WM_UNIT_TYPE" val="i"/>
</p:tagLst>
</file>

<file path=ppt/tags/tag928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i*2"/>
  <p:tag name="KSO_WM_UNIT_INDEX" val="2"/>
  <p:tag name="KSO_WM_UNIT_LAYERLEVEL" val="1"/>
  <p:tag name="KSO_WM_UNIT_TYPE" val="i"/>
</p:tagLst>
</file>

<file path=ppt/tags/tag929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i*3"/>
  <p:tag name="KSO_WM_UNIT_INDEX" val="3"/>
  <p:tag name="KSO_WM_UNIT_LAYERLEVEL" val="1"/>
  <p:tag name="KSO_WM_UNIT_TYPE" val="i"/>
</p:tagLst>
</file>

<file path=ppt/tags/tag930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931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932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933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934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935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936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5*i*1"/>
  <p:tag name="KSO_WM_UNIT_INDEX" val="1"/>
  <p:tag name="KSO_WM_UNIT_LAYERLEVEL" val="1"/>
  <p:tag name="KSO_WM_UNIT_SUBTYPE" val="h"/>
  <p:tag name="KSO_WM_UNIT_TYPE" val="i"/>
</p:tagLst>
</file>

<file path=ppt/tags/tag937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i*1"/>
  <p:tag name="KSO_WM_UNIT_INDEX" val="1"/>
  <p:tag name="KSO_WM_UNIT_LAYERLEVEL" val="1"/>
  <p:tag name="KSO_WM_UNIT_TYPE" val="i"/>
</p:tagLst>
</file>

<file path=ppt/tags/tag938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i*2"/>
  <p:tag name="KSO_WM_UNIT_INDEX" val="2"/>
  <p:tag name="KSO_WM_UNIT_LAYERLEVEL" val="1"/>
  <p:tag name="KSO_WM_UNIT_TYPE" val="i"/>
</p:tagLst>
</file>

<file path=ppt/tags/tag939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i*3"/>
  <p:tag name="KSO_WM_UNIT_INDEX" val="3"/>
  <p:tag name="KSO_WM_UNIT_LAYERLEVEL" val="1"/>
  <p:tag name="KSO_WM_UNIT_TYPE" val="i"/>
</p:tagLst>
</file>

<file path=ppt/tags/tag940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941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942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943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944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945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946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i*1"/>
  <p:tag name="KSO_WM_UNIT_INDEX" val="1"/>
  <p:tag name="KSO_WM_UNIT_LAYERLEVEL" val="1"/>
  <p:tag name="KSO_WM_UNIT_TYPE" val="i"/>
</p:tagLst>
</file>

<file path=ppt/tags/tag947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i*2"/>
  <p:tag name="KSO_WM_UNIT_INDEX" val="2"/>
  <p:tag name="KSO_WM_UNIT_LAYERLEVEL" val="1"/>
  <p:tag name="KSO_WM_UNIT_TYPE" val="i"/>
</p:tagLst>
</file>

<file path=ppt/tags/tag948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i*3"/>
  <p:tag name="KSO_WM_UNIT_INDEX" val="3"/>
  <p:tag name="KSO_WM_UNIT_LAYERLEVEL" val="1"/>
  <p:tag name="KSO_WM_UNIT_TYPE" val="i"/>
</p:tagLst>
</file>

<file path=ppt/tags/tag949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6*i*1"/>
  <p:tag name="KSO_WM_UNIT_INDEX" val="1"/>
  <p:tag name="KSO_WM_UNIT_LAYERLEVEL" val="1"/>
  <p:tag name="KSO_WM_UNIT_SUBTYPE" val="h"/>
  <p:tag name="KSO_WM_UNIT_TYPE" val="i"/>
</p:tagLst>
</file>

<file path=ppt/tags/tag950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951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952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953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954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955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956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i*1"/>
  <p:tag name="KSO_WM_UNIT_INDEX" val="1"/>
  <p:tag name="KSO_WM_UNIT_LAYERLEVEL" val="1"/>
  <p:tag name="KSO_WM_UNIT_TYPE" val="i"/>
</p:tagLst>
</file>

<file path=ppt/tags/tag957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i*2"/>
  <p:tag name="KSO_WM_UNIT_INDEX" val="2"/>
  <p:tag name="KSO_WM_UNIT_LAYERLEVEL" val="1"/>
  <p:tag name="KSO_WM_UNIT_TYPE" val="i"/>
</p:tagLst>
</file>

<file path=ppt/tags/tag958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i*3"/>
  <p:tag name="KSO_WM_UNIT_INDEX" val="3"/>
  <p:tag name="KSO_WM_UNIT_LAYERLEVEL" val="1"/>
  <p:tag name="KSO_WM_UNIT_TYPE" val="i"/>
</p:tagLst>
</file>

<file path=ppt/tags/tag959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7*i*1"/>
  <p:tag name="KSO_WM_UNIT_INDEX" val="1"/>
  <p:tag name="KSO_WM_UNIT_LAYERLEVEL" val="1"/>
  <p:tag name="KSO_WM_UNIT_SUBTYPE" val="h"/>
  <p:tag name="KSO_WM_UNIT_TYPE" val="i"/>
</p:tagLst>
</file>

<file path=ppt/tags/tag960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961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962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963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964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965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966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967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968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8*i*1"/>
  <p:tag name="KSO_WM_UNIT_INDEX" val="1"/>
  <p:tag name="KSO_WM_UNIT_LAYERLEVEL" val="1"/>
  <p:tag name="KSO_WM_UNIT_SUBTYPE" val="h"/>
  <p:tag name="KSO_WM_UNIT_TYPE" val="i"/>
</p:tagLst>
</file>

<file path=ppt/tags/tag969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970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2"/>
  <p:tag name="KSO_WM_UNIT_INDEX" val="2"/>
  <p:tag name="KSO_WM_UNIT_LAYERLEVEL" val="1"/>
  <p:tag name="KSO_WM_UNIT_TYPE" val="i"/>
</p:tagLst>
</file>

<file path=ppt/tags/tag971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3"/>
  <p:tag name="KSO_WM_UNIT_INDEX" val="3"/>
  <p:tag name="KSO_WM_UNIT_LAYERLEVEL" val="1"/>
  <p:tag name="KSO_WM_UNIT_TYPE" val="i"/>
</p:tagLst>
</file>

<file path=ppt/tags/tag972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973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4"/>
  <p:tag name="KSO_WM_UNIT_INDEX" val="4"/>
  <p:tag name="KSO_WM_UNIT_LAYERLEVEL" val="1"/>
  <p:tag name="KSO_WM_UNIT_TYPE" val="i"/>
</p:tagLst>
</file>

<file path=ppt/tags/tag974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5"/>
  <p:tag name="KSO_WM_UNIT_INDEX" val="5"/>
  <p:tag name="KSO_WM_UNIT_LAYERLEVEL" val="1"/>
  <p:tag name="KSO_WM_UNIT_TYPE" val="i"/>
</p:tagLst>
</file>

<file path=ppt/tags/tag975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976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977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978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979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980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2543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981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2543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98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98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98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985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2543"/>
  <p:tag name="KSO_WM_TEMPLATE_MASTER_THUMB_INDEX" val="12"/>
  <p:tag name="KSO_WM_TEMPLATE_MASTER_TYPE" val="1"/>
  <p:tag name="KSO_WM_TEMPLATE_SUBCATEGORY" val="0"/>
  <p:tag name="KSO_WM_TEMPLATE_THUMBS_INDEX" val="1、4、7、8、10、11、12、13、15"/>
  <p:tag name="KSO_WM_UNIT_SHOW_EDIT_AREA_INDICATION" val="0"/>
</p:tagLst>
</file>

<file path=ppt/tags/tag986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2543"/>
  <p:tag name="KSO_WM_UNIT_COMPATIBLE" val="0"/>
  <p:tag name="KSO_WM_UNIT_DIAGRAM_ISNUMVISUAL" val="0"/>
  <p:tag name="KSO_WM_UNIT_DIAGRAM_ISREFERUNIT" val="0"/>
  <p:tag name="KSO_WM_UNIT_HIGHLIGHT" val="0"/>
  <p:tag name="KSO_WM_UNIT_ID" val="custom20202543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简约工作汇报模板"/>
  <p:tag name="KSO_WM_UNIT_TYPE" val="a"/>
  <p:tag name="KSO_WM_UNIT_VALUE" val="12"/>
</p:tagLst>
</file>

<file path=ppt/tags/tag987.xml><?xml version="1.0" encoding="utf-8"?>
<p:tagLst xmlns:p="http://schemas.openxmlformats.org/presentationml/2006/main">
  <p:tag name="KSO_WM_BEAUTIFY_FLAG" val=""/>
</p:tagLst>
</file>

<file path=ppt/tags/tag988.xml><?xml version="1.0" encoding="utf-8"?>
<p:tagLst xmlns:p="http://schemas.openxmlformats.org/presentationml/2006/main">
  <p:tag name="KSO_WM_BEAUTIFY_FLAG" val="#wm#"/>
  <p:tag name="KSO_WM_SLIDE_ID" val="custom20202543_1"/>
  <p:tag name="KSO_WM_SLIDE_INDEX" val="1"/>
  <p:tag name="KSO_WM_SLIDE_ITEM_CNT" val="0"/>
  <p:tag name="KSO_WM_SLIDE_LAYOUT" val="a_b"/>
  <p:tag name="KSO_WM_SLIDE_LAYOUT_CNT" val="1_3"/>
  <p:tag name="KSO_WM_SLIDE_SUBTYPE" val="pureTxt"/>
  <p:tag name="KSO_WM_SLIDE_TYPE" val="title"/>
  <p:tag name="KSO_WM_TAG_VERSION" val="1.0"/>
  <p:tag name="KSO_WM_TEMPLATE_CATEGORY" val="custom"/>
  <p:tag name="KSO_WM_TEMPLATE_COLOR_TYPE" val="1"/>
  <p:tag name="KSO_WM_TEMPLATE_INDEX" val="20202543"/>
  <p:tag name="KSO_WM_TEMPLATE_MASTER_THUMB_INDEX" val="12"/>
  <p:tag name="KSO_WM_TEMPLATE_MASTER_TYPE" val="1"/>
  <p:tag name="KSO_WM_TEMPLATE_SUBCATEGORY" val="0"/>
  <p:tag name="KSO_WM_TEMPLATE_THUMBS_INDEX" val="1、4、7、8、10、11、12、13、15"/>
</p:tagLst>
</file>

<file path=ppt/tags/tag989.xml><?xml version="1.0" encoding="utf-8"?>
<p:tagLst xmlns:p="http://schemas.openxmlformats.org/presentationml/2006/main">
  <p:tag name="KSO_WM_UNIT_FILL_FORE_SCHEMECOLOR_INDEX" val="7"/>
  <p:tag name="KSO_WM_UNIT_FILL_FORE_SCHEMECOLOR_INDEX_BRIGHTNESS" val="0.8"/>
  <p:tag name="KSO_WM_UNIT_FILL_TYPE" val="1"/>
  <p:tag name="KSO_WM_UNIT_LINE_FILL_TYPE" val="2"/>
  <p:tag name="KSO_WM_UNIT_LINE_FORE_SCHEMECOLOR_INDEX" val="7"/>
  <p:tag name="KSO_WM_UNIT_LINE_FORE_SCHEMECOLOR_INDEX_BRIGHTNESS" val="0.8"/>
</p:tagLst>
</file>

<file path=ppt/tags/tag990.xml><?xml version="1.0" encoding="utf-8"?>
<p:tagLst xmlns:p="http://schemas.openxmlformats.org/presentationml/2006/main">
  <p:tag name="KSO_WM_UNIT_PLACING_PICTURE_USER_VIEWPORT" val="{&quot;height&quot;:6259,&quot;width&quot;:8495}"/>
</p:tagLst>
</file>

<file path=ppt/tags/tag991.xml><?xml version="1.0" encoding="utf-8"?>
<p:tagLst xmlns:p="http://schemas.openxmlformats.org/presentationml/2006/main">
  <p:tag name="KSO_WM_UNIT_PLACING_PICTURE_USER_VIEWPORT" val="{&quot;height&quot;:6259,&quot;width&quot;:8494}"/>
</p:tagLst>
</file>

<file path=ppt/tags/tag992.xml><?xml version="1.0" encoding="utf-8"?>
<p:tagLst xmlns:p="http://schemas.openxmlformats.org/presentationml/2006/main">
  <p:tag name="KSO_WM_BEAUTIFY_FLAG" val="#wm#"/>
  <p:tag name="KSO_WM_DIAGRAM_GROUP_CODE" val="l1-1"/>
  <p:tag name="KSO_WM_TAG_VERSION" val="1.0"/>
  <p:tag name="KSO_WM_TEMPLATE_CATEGORY" val="custom"/>
  <p:tag name="KSO_WM_TEMPLATE_INDEX" val="20202543"/>
  <p:tag name="KSO_WM_UNIT_COMPATIBLE" val="0"/>
  <p:tag name="KSO_WM_UNIT_DIAGRAM_ISNUMVISUAL" val="0"/>
  <p:tag name="KSO_WM_UNIT_DIAGRAM_ISREFERUNIT" val="0"/>
  <p:tag name="KSO_WM_UNIT_HIGHLIGHT" val="0"/>
  <p:tag name="KSO_WM_UNIT_ID" val="custom20202543_2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CONTENTS"/>
  <p:tag name="KSO_WM_UNIT_TEXT_FILL_FORE_SCHEMECOLOR_INDEX" val="13"/>
  <p:tag name="KSO_WM_UNIT_TEXT_FILL_TYPE" val="1"/>
  <p:tag name="KSO_WM_UNIT_TYPE" val="b"/>
  <p:tag name="KSO_WM_UNIT_USESOURCEFORMAT_APPLY" val="1"/>
  <p:tag name="KSO_WM_UNIT_VALUE" val="7"/>
</p:tagLst>
</file>

<file path=ppt/tags/tag993.xml><?xml version="1.0" encoding="utf-8"?>
<p:tagLst xmlns:p="http://schemas.openxmlformats.org/presentationml/2006/main">
  <p:tag name="KSO_WM_BEAUTIFY_FLAG" val="#wm#"/>
  <p:tag name="KSO_WM_DIAGRAM_GROUP_CODE" val="l1-1"/>
  <p:tag name="KSO_WM_TAG_VERSION" val="1.0"/>
  <p:tag name="KSO_WM_TEMPLATE_CATEGORY" val="custom"/>
  <p:tag name="KSO_WM_TEMPLATE_INDEX" val="20202543"/>
  <p:tag name="KSO_WM_UNIT_COMPATIBLE" val="0"/>
  <p:tag name="KSO_WM_UNIT_DIAGRAM_ISNUMVISUAL" val="0"/>
  <p:tag name="KSO_WM_UNIT_DIAGRAM_ISREFERUNIT" val="0"/>
  <p:tag name="KSO_WM_UNIT_HIGHLIGHT" val="0"/>
  <p:tag name="KSO_WM_UNIT_ID" val="custom20202543_2*a*1"/>
  <p:tag name="KSO_WM_UNIT_INDEX" val="1"/>
  <p:tag name="KSO_WM_UNIT_ISCONTENTSTITLE" val="1"/>
  <p:tag name="KSO_WM_UNIT_ISNUMDGMTITLE" val="0"/>
  <p:tag name="KSO_WM_UNIT_LAYERLEVEL" val="1"/>
  <p:tag name="KSO_WM_UNIT_NOCLEAR" val="0"/>
  <p:tag name="KSO_WM_UNIT_PRESET_TEXT" val="目录"/>
  <p:tag name="KSO_WM_UNIT_TEXT_FILL_FORE_SCHEMECOLOR_INDEX" val="13"/>
  <p:tag name="KSO_WM_UNIT_TEXT_FILL_TYPE" val="1"/>
  <p:tag name="KSO_WM_UNIT_TYPE" val="a"/>
  <p:tag name="KSO_WM_UNIT_USESOURCEFORMAT_APPLY" val="1"/>
  <p:tag name="KSO_WM_UNIT_VALUE" val="2"/>
</p:tagLst>
</file>

<file path=ppt/tags/tag994.xml><?xml version="1.0" encoding="utf-8"?>
<p:tagLst xmlns:p="http://schemas.openxmlformats.org/presentationml/2006/main">
  <p:tag name="KSO_WM_BEAUTIFY_FLAG" val="#wm#"/>
  <p:tag name="KSO_WM_DIAGRAM_GROUP_CODE" val="l1-1"/>
  <p:tag name="KSO_WM_SLIDE_DIAGTYPE" val="l"/>
  <p:tag name="KSO_WM_SLIDE_ID" val="custom20202543_2"/>
  <p:tag name="KSO_WM_SLIDE_INDEX" val="2"/>
  <p:tag name="KSO_WM_SLIDE_ITEM_CNT" val="2"/>
  <p:tag name="KSO_WM_SLIDE_LAYOUT" val="a_b_l"/>
  <p:tag name="KSO_WM_SLIDE_LAYOUT_CNT" val="1_1_1"/>
  <p:tag name="KSO_WM_SLIDE_SUBTYPE" val="diag"/>
  <p:tag name="KSO_WM_SLIDE_TYPE" val="contents"/>
  <p:tag name="KSO_WM_TAG_VERSION" val="1.0"/>
  <p:tag name="KSO_WM_TEMPLATE_CATEGORY" val="custom"/>
  <p:tag name="KSO_WM_TEMPLATE_COLOR_TYPE" val="1"/>
  <p:tag name="KSO_WM_TEMPLATE_INDEX" val="20202543"/>
  <p:tag name="KSO_WM_TEMPLATE_MASTER_TYPE" val="1"/>
  <p:tag name="KSO_WM_TEMPLATE_SUBCATEGORY" val="0"/>
</p:tagLst>
</file>

<file path=ppt/tags/tag995.xml><?xml version="1.0" encoding="utf-8"?>
<p:tagLst xmlns:p="http://schemas.openxmlformats.org/presentationml/2006/main">
  <p:tag name="KSO_WM_UNIT_PLACING_PICTURE_USER_VIEWPORT" val="{&quot;height&quot;:1165,&quot;width&quot;:2555}"/>
</p:tagLst>
</file>

<file path=ppt/tags/tag996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2543"/>
  <p:tag name="KSO_WM_UNIT_COMPATIBLE" val="0"/>
  <p:tag name="KSO_WM_UNIT_DIAGRAM_ISNUMVISUAL" val="0"/>
  <p:tag name="KSO_WM_UNIT_DIAGRAM_ISREFERUNIT" val="0"/>
  <p:tag name="KSO_WM_UNIT_HIGHLIGHT" val="0"/>
  <p:tag name="KSO_WM_UNIT_ID" val="custom20202543_7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文本"/>
  <p:tag name="KSO_WM_UNIT_TEXT_FILL_FORE_SCHEMECOLOR_INDEX" val="13"/>
  <p:tag name="KSO_WM_UNIT_TEXT_FILL_FORE_SCHEMECOLOR_INDEX_BRIGHTNESS" val="0.15"/>
  <p:tag name="KSO_WM_UNIT_TEXT_FILL_TYPE" val="1"/>
  <p:tag name="KSO_WM_UNIT_TYPE" val="b"/>
  <p:tag name="KSO_WM_UNIT_VALUE" val="21"/>
</p:tagLst>
</file>

<file path=ppt/tags/tag997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2543"/>
  <p:tag name="KSO_WM_UNIT_COMPATIBLE" val="0"/>
  <p:tag name="KSO_WM_UNIT_DIAGRAM_ISNUMVISUAL" val="0"/>
  <p:tag name="KSO_WM_UNIT_DIAGRAM_ISREFERUNIT" val="0"/>
  <p:tag name="KSO_WM_UNIT_HIGHLIGHT" val="0"/>
  <p:tag name="KSO_WM_UNIT_ID" val="custom20202543_7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YPE" val="a"/>
  <p:tag name="KSO_WM_UNIT_VALUE" val="10"/>
</p:tagLst>
</file>

<file path=ppt/tags/tag998.xml><?xml version="1.0" encoding="utf-8"?>
<p:tagLst xmlns:p="http://schemas.openxmlformats.org/presentationml/2006/main">
  <p:tag name="KSO_WM_BEAUTIFY_FLAG" val="#wm#"/>
  <p:tag name="KSO_WM_COMBINE_RELATE_SLIDE_ID" val="background20176415_1"/>
  <p:tag name="KSO_WM_SLIDE_ID" val="custom20202543_7"/>
  <p:tag name="KSO_WM_SLIDE_INDEX" val="7"/>
  <p:tag name="KSO_WM_SLIDE_ITEM_CNT" val="0"/>
  <p:tag name="KSO_WM_SLIDE_LAYOUT" val="a_b_e"/>
  <p:tag name="KSO_WM_SLIDE_LAYOUT_CNT" val="1_1_1"/>
  <p:tag name="KSO_WM_SLIDE_SUBTYPE" val="pureTxt"/>
  <p:tag name="KSO_WM_SLIDE_TYPE" val="sectionTitle"/>
  <p:tag name="KSO_WM_TAG_VERSION" val="1.0"/>
  <p:tag name="KSO_WM_TEMPLATE_CATEGORY" val="custom"/>
  <p:tag name="KSO_WM_TEMPLATE_COLOR_TYPE" val="1"/>
  <p:tag name="KSO_WM_TEMPLATE_INDEX" val="20202543"/>
  <p:tag name="KSO_WM_TEMPLATE_MASTER_TYPE" val="1"/>
  <p:tag name="KSO_WM_TEMPLATE_SUBCATEGORY" val="0"/>
  <p:tag name="KSO_WM_TEMPLATE_THUMBS_INDEX" val="1、4、5、11、12、18、19、25、26、30、35、"/>
</p:tagLst>
</file>

<file path=ppt/tags/tag999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TYPE" val="i"/>
  <p:tag name="WM_BEAUTIFY_SHAPE_IDENTITY" val="{14beb35b-15b7-41b3-bd04-4866db5a85b5}"/>
</p:tagLst>
</file>

<file path=ppt/tags/tag1000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1"/>
  <p:tag name="KSO_WM_UNIT_INDEX" val="1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001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2"/>
  <p:tag name="KSO_WM_UNIT_INDEX" val="2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002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.15"/>
  <p:tag name="KSO_WM_UNIT_TEXT_FILL_TYPE" val="1"/>
  <p:tag name="KSO_WM_UNIT_TYPE" val="i"/>
  <p:tag name="WM_BEAUTIFY_SHAPE_IDENTITY" val="{e89be9ac-ed7d-427b-b99c-2eccc4f175ec}"/>
</p:tagLst>
</file>

<file path=ppt/tags/tag1003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5"/>
  <p:tag name="KSO_WM_UNIT_INDEX" val="5"/>
  <p:tag name="KSO_WM_UNIT_LAYERLEVEL" val="1"/>
  <p:tag name="KSO_WM_UNIT_TYPE" val="i"/>
  <p:tag name="WM_BEAUTIFY_SHAPE_IDENTITY" val="{c28cf81d-fdf1-465b-bf28-3a86e9b19c99}"/>
</p:tagLst>
</file>

<file path=ppt/tags/tag1004.xml><?xml version="1.0" encoding="utf-8"?>
<p:tagLst xmlns:p="http://schemas.openxmlformats.org/presentationml/2006/main">
  <p:tag name="KSO_WM_UNIT_LINE_FILL_TYPE" val="2"/>
  <p:tag name="KSO_WM_UNIT_LINE_FORE_SCHEMECOLOR_INDEX" val="5"/>
  <p:tag name="KSO_WM_UNIT_LINE_FORE_SCHEMECOLOR_INDEX_BRIGHTNESS" val="0"/>
</p:tagLst>
</file>

<file path=ppt/tags/tag1005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06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07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SLIDE_ID" val="custom470_27"/>
  <p:tag name="KSO_WM_SLIDE_INDEX" val="27"/>
  <p:tag name="KSO_WM_SLIDE_ITEM_CNT" val="2"/>
  <p:tag name="KSO_WM_SLIDE_LAYOUT" val="a_f_d"/>
  <p:tag name="KSO_WM_SLIDE_LAYOUT_CNT" val="1_1_1"/>
  <p:tag name="KSO_WM_SLIDE_POSITION" val="50*135"/>
  <p:tag name="KSO_WM_SLIDE_SIZE" val="620*366"/>
  <p:tag name="KSO_WM_SLIDE_TYPE" val="text"/>
  <p:tag name="KSO_WM_TAG_VERSION" val="1.0"/>
  <p:tag name="KSO_WM_TEMPLATE_CATEGORY" val="custom"/>
  <p:tag name="KSO_WM_TEMPLATE_INDEX" val="470"/>
</p:tagLst>
</file>

<file path=ppt/tags/tag1008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TYPE" val="i"/>
  <p:tag name="WM_BEAUTIFY_SHAPE_IDENTITY" val="{c7ada229-d4eb-4cf1-8ffd-459bf5478313}"/>
</p:tagLst>
</file>

<file path=ppt/tags/tag1009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1"/>
  <p:tag name="KSO_WM_UNIT_INDEX" val="1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010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2"/>
  <p:tag name="KSO_WM_UNIT_INDEX" val="2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011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12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13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14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15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16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17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18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19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20.xml><?xml version="1.0" encoding="utf-8"?>
<p:tagLst xmlns:p="http://schemas.openxmlformats.org/presentationml/2006/main">
  <p:tag name="KSO_WM_UNIT_TEXT_FILL_FORE_SCHEMECOLOR_INDEX" val="7"/>
  <p:tag name="KSO_WM_UNIT_TEXT_FILL_FORE_SCHEMECOLOR_INDEX_BRIGHTNESS" val="0"/>
  <p:tag name="KSO_WM_UNIT_TEXT_FILL_TYPE" val="1"/>
</p:tagLst>
</file>

<file path=ppt/tags/tag1021.xml><?xml version="1.0" encoding="utf-8"?>
<p:tagLst xmlns:p="http://schemas.openxmlformats.org/presentationml/2006/main">
  <p:tag name="KSO_WM_UNIT_TEXT_FILL_FORE_SCHEMECOLOR_INDEX" val="7"/>
  <p:tag name="KSO_WM_UNIT_TEXT_FILL_FORE_SCHEMECOLOR_INDEX_BRIGHTNESS" val="0"/>
  <p:tag name="KSO_WM_UNIT_TEXT_FILL_TYPE" val="1"/>
</p:tagLst>
</file>

<file path=ppt/tags/tag1022.xml><?xml version="1.0" encoding="utf-8"?>
<p:tagLst xmlns:p="http://schemas.openxmlformats.org/presentationml/2006/main">
  <p:tag name="KSO_WM_UNIT_TEXT_FILL_FORE_SCHEMECOLOR_INDEX" val="7"/>
  <p:tag name="KSO_WM_UNIT_TEXT_FILL_FORE_SCHEMECOLOR_INDEX_BRIGHTNESS" val="0"/>
  <p:tag name="KSO_WM_UNIT_TEXT_FILL_TYPE" val="1"/>
</p:tagLst>
</file>

<file path=ppt/tags/tag1023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24.xml><?xml version="1.0" encoding="utf-8"?>
<p:tagLst xmlns:p="http://schemas.openxmlformats.org/presentationml/2006/main">
  <p:tag name="KSO_WM_UNIT_TEXT_FILL_FORE_SCHEMECOLOR_INDEX" val="14"/>
  <p:tag name="KSO_WM_UNIT_TEXT_FILL_FORE_SCHEMECOLOR_INDEX_BRIGHTNESS" val="0"/>
  <p:tag name="KSO_WM_UNIT_TEXT_FILL_TYPE" val="1"/>
</p:tagLst>
</file>

<file path=ppt/tags/tag1025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26.xml><?xml version="1.0" encoding="utf-8"?>
<p:tagLst xmlns:p="http://schemas.openxmlformats.org/presentationml/2006/main">
  <p:tag name="KSO_WM_UNIT_FILL_FORE_SCHEMECOLOR_INDEX" val="14"/>
  <p:tag name="KSO_WM_UNIT_FILL_FORE_SCHEMECOLOR_INDEX_BRIGHTNESS" val="-0.25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027.xml><?xml version="1.0" encoding="utf-8"?>
<p:tagLst xmlns:p="http://schemas.openxmlformats.org/presentationml/2006/main">
  <p:tag name="KSO_WM_UNIT_TEXT_FILL_FORE_SCHEMECOLOR_INDEX" val="2"/>
  <p:tag name="KSO_WM_UNIT_TEXT_FILL_FORE_SCHEMECOLOR_INDEX_BRIGHTNESS" val="0"/>
  <p:tag name="KSO_WM_UNIT_TEXT_FILL_TYPE" val="1"/>
</p:tagLst>
</file>

<file path=ppt/tags/tag1028.xml><?xml version="1.0" encoding="utf-8"?>
<p:tagLst xmlns:p="http://schemas.openxmlformats.org/presentationml/2006/main">
  <p:tag name="KSO_WM_UNIT_TEXT_FILL_FORE_SCHEMECOLOR_INDEX" val="2"/>
  <p:tag name="KSO_WM_UNIT_TEXT_FILL_FORE_SCHEMECOLOR_INDEX_BRIGHTNESS" val="0"/>
  <p:tag name="KSO_WM_UNIT_TEXT_FILL_TYPE" val="1"/>
</p:tagLst>
</file>

<file path=ppt/tags/tag1029.xml><?xml version="1.0" encoding="utf-8"?>
<p:tagLst xmlns:p="http://schemas.openxmlformats.org/presentationml/2006/main">
  <p:tag name="KSO_WM_UNIT_FILL_FORE_SCHEMECOLOR_INDEX" val="14"/>
  <p:tag name="KSO_WM_UNIT_FILL_FORE_SCHEMECOLOR_INDEX_BRIGHTNESS" val="-0.25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030.xml><?xml version="1.0" encoding="utf-8"?>
<p:tagLst xmlns:p="http://schemas.openxmlformats.org/presentationml/2006/main">
  <p:tag name="KSO_WM_UNIT_TEXT_FILL_FORE_SCHEMECOLOR_INDEX" val="2"/>
  <p:tag name="KSO_WM_UNIT_TEXT_FILL_FORE_SCHEMECOLOR_INDEX_BRIGHTNESS" val="0"/>
  <p:tag name="KSO_WM_UNIT_TEXT_FILL_TYPE" val="1"/>
</p:tagLst>
</file>

<file path=ppt/tags/tag1031.xml><?xml version="1.0" encoding="utf-8"?>
<p:tagLst xmlns:p="http://schemas.openxmlformats.org/presentationml/2006/main">
  <p:tag name="KSO_WM_UNIT_TEXT_FILL_FORE_SCHEMECOLOR_INDEX" val="2"/>
  <p:tag name="KSO_WM_UNIT_TEXT_FILL_FORE_SCHEMECOLOR_INDEX_BRIGHTNESS" val="0"/>
  <p:tag name="KSO_WM_UNIT_TEXT_FILL_TYPE" val="1"/>
</p:tagLst>
</file>

<file path=ppt/tags/tag1032.xml><?xml version="1.0" encoding="utf-8"?>
<p:tagLst xmlns:p="http://schemas.openxmlformats.org/presentationml/2006/main">
  <p:tag name="KSO_WM_UNIT_LINE_FILL_TYPE" val="2"/>
  <p:tag name="KSO_WM_UNIT_LINE_FORE_SCHEMECOLOR_INDEX" val="13"/>
  <p:tag name="KSO_WM_UNIT_LINE_FORE_SCHEMECOLOR_INDEX_BRIGHTNESS" val="0"/>
</p:tagLst>
</file>

<file path=ppt/tags/tag1033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34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EMPLATE_CATEGORY" val="custom"/>
  <p:tag name="KSO_WM_TEMPLATE_INDEX" val="470"/>
</p:tagLst>
</file>

<file path=ppt/tags/tag1035.xml><?xml version="1.0" encoding="utf-8"?>
<p:tagLst xmlns:p="http://schemas.openxmlformats.org/presentationml/2006/main">
  <p:tag name="KSO_WM_UNIT_TABLE_BEAUTIFY" val="smartTable{21ff1be0-cab7-4095-870f-b42011d3f1d8}"/>
  <p:tag name="TABLE_ENDDRAG_ORIGIN_RECT" val="583*263"/>
  <p:tag name="TABLE_ENDDRAG_RECT" val="94*275*583*263"/>
</p:tagLst>
</file>

<file path=ppt/tags/tag1036.xml><?xml version="1.0" encoding="utf-8"?>
<p:tagLst xmlns:p="http://schemas.openxmlformats.org/presentationml/2006/main">
  <p:tag name="KSO_WM_UNIT_TEXT_FILL_FORE_SCHEMECOLOR_INDEX" val="14"/>
  <p:tag name="KSO_WM_UNIT_TEXT_FILL_FORE_SCHEMECOLOR_INDEX_BRIGHTNESS" val="-0.5"/>
  <p:tag name="KSO_WM_UNIT_TEXT_FILL_TYPE" val="1"/>
</p:tagLst>
</file>

<file path=ppt/tags/tag1037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TYPE" val="i"/>
  <p:tag name="WM_BEAUTIFY_SHAPE_IDENTITY" val="{c7ada229-d4eb-4cf1-8ffd-459bf5478313}"/>
</p:tagLst>
</file>

<file path=ppt/tags/tag1038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1"/>
  <p:tag name="KSO_WM_UNIT_INDEX" val="1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039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2"/>
  <p:tag name="KSO_WM_UNIT_INDEX" val="2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040.xml><?xml version="1.0" encoding="utf-8"?>
<p:tagLst xmlns:p="http://schemas.openxmlformats.org/presentationml/2006/main">
  <p:tag name="KSO_WM_BEAUTIFY_FLAG" val="#wm#"/>
  <p:tag name="KSO_WM_TEMPLATE_CATEGORY" val="custom"/>
  <p:tag name="KSO_WM_TEMPLATE_INDEX" val="470"/>
</p:tagLst>
</file>

<file path=ppt/tags/tag1041.xml><?xml version="1.0" encoding="utf-8"?>
<p:tagLst xmlns:p="http://schemas.openxmlformats.org/presentationml/2006/main">
  <p:tag name="KSO_WM_UNIT_LINE_FILL_TYPE" val="2"/>
  <p:tag name="KSO_WM_UNIT_LINE_FORE_SCHEMECOLOR_INDEX" val="13"/>
  <p:tag name="KSO_WM_UNIT_LINE_FORE_SCHEMECOLOR_INDEX_BRIGHTNESS" val="0"/>
</p:tagLst>
</file>

<file path=ppt/tags/tag1042.xml><?xml version="1.0" encoding="utf-8"?>
<p:tagLst xmlns:p="http://schemas.openxmlformats.org/presentationml/2006/main">
  <p:tag name="KSO_WM_UNIT_LINE_FILL_TYPE" val="2"/>
  <p:tag name="KSO_WM_UNIT_LINE_FORE_SCHEMECOLOR_INDEX" val="13"/>
  <p:tag name="KSO_WM_UNIT_LINE_FORE_SCHEMECOLOR_INDEX_BRIGHTNESS" val="-0.5"/>
</p:tagLst>
</file>

<file path=ppt/tags/tag1043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TYPE" val="i"/>
  <p:tag name="WM_BEAUTIFY_SHAPE_IDENTITY" val="{c7ada229-d4eb-4cf1-8ffd-459bf5478313}"/>
</p:tagLst>
</file>

<file path=ppt/tags/tag1044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1"/>
  <p:tag name="KSO_WM_UNIT_INDEX" val="1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045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2"/>
  <p:tag name="KSO_WM_UNIT_INDEX" val="2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046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TYPE" val="i"/>
  <p:tag name="WM_BEAUTIFY_SHAPE_IDENTITY" val="{c7ada229-d4eb-4cf1-8ffd-459bf5478313}"/>
</p:tagLst>
</file>

<file path=ppt/tags/tag1047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1"/>
  <p:tag name="KSO_WM_UNIT_INDEX" val="1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048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2"/>
  <p:tag name="KSO_WM_UNIT_INDEX" val="2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049.xml><?xml version="1.0" encoding="utf-8"?>
<p:tagLst xmlns:p="http://schemas.openxmlformats.org/presentationml/2006/main">
  <p:tag name="KSO_WM_BEAUTIFY_FLAG" val="#wm#"/>
  <p:tag name="KSO_WM_TEMPLATE_CATEGORY" val="custom"/>
  <p:tag name="KSO_WM_TEMPLATE_INDEX" val="470"/>
</p:tagLst>
</file>

<file path=ppt/tags/tag1050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TYPE" val="i"/>
  <p:tag name="WM_BEAUTIFY_SHAPE_IDENTITY" val="{8fd8a13c-042b-4506-b072-4592b19c1ef1}"/>
</p:tagLst>
</file>

<file path=ppt/tags/tag1051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1"/>
  <p:tag name="KSO_WM_UNIT_INDEX" val="1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052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2"/>
  <p:tag name="KSO_WM_UNIT_INDEX" val="2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053.xml><?xml version="1.0" encoding="utf-8"?>
<p:tagLst xmlns:p="http://schemas.openxmlformats.org/presentationml/2006/main">
  <p:tag name="KSO_WM_UNIT_TEXT_FILL_FORE_SCHEMECOLOR_INDEX" val="7"/>
  <p:tag name="KSO_WM_UNIT_TEXT_FILL_FORE_SCHEMECOLOR_INDEX_BRIGHTNESS" val="0"/>
  <p:tag name="KSO_WM_UNIT_TEXT_FILL_TYPE" val="1"/>
</p:tagLst>
</file>

<file path=ppt/tags/tag1054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55.xml><?xml version="1.0" encoding="utf-8"?>
<p:tagLst xmlns:p="http://schemas.openxmlformats.org/presentationml/2006/main">
  <p:tag name="KSO_WM_UNIT_TEXT_FILL_FORE_SCHEMECOLOR_INDEX" val="7"/>
  <p:tag name="KSO_WM_UNIT_TEXT_FILL_FORE_SCHEMECOLOR_INDEX_BRIGHTNESS" val="0"/>
  <p:tag name="KSO_WM_UNIT_TEXT_FILL_TYPE" val="1"/>
</p:tagLst>
</file>

<file path=ppt/tags/tag1056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57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58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  <p:tag name="KSO_WM_UNIT_LINE_FILL_TYPE" val="2"/>
  <p:tag name="KSO_WM_UNIT_LINE_FORE_SCHEMECOLOR_INDEX" val="7"/>
  <p:tag name="KSO_WM_UNIT_LINE_FORE_SCHEMECOLOR_INDEX_BRIGHTNESS" val="0.8"/>
</p:tagLst>
</file>

<file path=ppt/tags/tag1059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60.xml><?xml version="1.0" encoding="utf-8"?>
<p:tagLst xmlns:p="http://schemas.openxmlformats.org/presentationml/2006/main">
  <p:tag name="KSO_WM_UNIT_FILL_FORE_SCHEMECOLOR_INDEX" val="5"/>
  <p:tag name="KSO_WM_UNIT_FILL_FORE_SCHEMECOLOR_INDEX_BRIGHTNESS" val="0"/>
  <p:tag name="KSO_WM_UNIT_FILL_TYPE" val="1"/>
</p:tagLst>
</file>

<file path=ppt/tags/tag1061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EMPLATE_CATEGORY" val="custom"/>
  <p:tag name="KSO_WM_TEMPLATE_INDEX" val="470"/>
</p:tagLst>
</file>

<file path=ppt/tags/tag1062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TYPE" val="i"/>
  <p:tag name="WM_BEAUTIFY_SHAPE_IDENTITY" val="{8fd8a13c-042b-4506-b072-4592b19c1ef1}"/>
</p:tagLst>
</file>

<file path=ppt/tags/tag1063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1"/>
  <p:tag name="KSO_WM_UNIT_INDEX" val="1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064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2"/>
  <p:tag name="KSO_WM_UNIT_INDEX" val="2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065.xml><?xml version="1.0" encoding="utf-8"?>
<p:tagLst xmlns:p="http://schemas.openxmlformats.org/presentationml/2006/main">
  <p:tag name="KSO_WM_UNIT_TEXT_FILL_FORE_SCHEMECOLOR_INDEX" val="7"/>
  <p:tag name="KSO_WM_UNIT_TEXT_FILL_FORE_SCHEMECOLOR_INDEX_BRIGHTNESS" val="0"/>
  <p:tag name="KSO_WM_UNIT_TEXT_FILL_TYPE" val="1"/>
</p:tagLst>
</file>

<file path=ppt/tags/tag1066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67.xml><?xml version="1.0" encoding="utf-8"?>
<p:tagLst xmlns:p="http://schemas.openxmlformats.org/presentationml/2006/main">
  <p:tag name="KSO_WM_UNIT_TEXT_FILL_FORE_SCHEMECOLOR_INDEX" val="7"/>
  <p:tag name="KSO_WM_UNIT_TEXT_FILL_FORE_SCHEMECOLOR_INDEX_BRIGHTNESS" val="0"/>
  <p:tag name="KSO_WM_UNIT_TEXT_FILL_TYPE" val="1"/>
</p:tagLst>
</file>

<file path=ppt/tags/tag1068.xml><?xml version="1.0" encoding="utf-8"?>
<p:tagLst xmlns:p="http://schemas.openxmlformats.org/presentationml/2006/main">
  <p:tag name="KSO_WM_UNIT_FILL_FORE_SCHEMECOLOR_INDEX" val="5"/>
  <p:tag name="KSO_WM_UNIT_FILL_FORE_SCHEMECOLOR_INDEX_BRIGHTNESS" val="0"/>
  <p:tag name="KSO_WM_UNIT_FILL_TYPE" val="1"/>
</p:tagLst>
</file>

<file path=ppt/tags/tag1069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70.xml><?xml version="1.0" encoding="utf-8"?>
<p:tagLst xmlns:p="http://schemas.openxmlformats.org/presentationml/2006/main">
  <p:tag name="KSO_WM_UNIT_TEXT_FILL_FORE_SCHEMECOLOR_INDEX" val="15"/>
  <p:tag name="KSO_WM_UNIT_TEXT_FILL_FORE_SCHEMECOLOR_INDEX_BRIGHTNESS" val="-0.25"/>
  <p:tag name="KSO_WM_UNIT_TEXT_FILL_TYPE" val="1"/>
</p:tagLst>
</file>

<file path=ppt/tags/tag1071.xml><?xml version="1.0" encoding="utf-8"?>
<p:tagLst xmlns:p="http://schemas.openxmlformats.org/presentationml/2006/main">
  <p:tag name="KSO_WM_UNIT_TEXT_FILL_FORE_SCHEMECOLOR_INDEX" val="15"/>
  <p:tag name="KSO_WM_UNIT_TEXT_FILL_FORE_SCHEMECOLOR_INDEX_BRIGHTNESS" val="-0.25"/>
  <p:tag name="KSO_WM_UNIT_TEXT_FILL_TYPE" val="1"/>
</p:tagLst>
</file>

<file path=ppt/tags/tag1072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EMPLATE_CATEGORY" val="custom"/>
  <p:tag name="KSO_WM_TEMPLATE_INDEX" val="470"/>
</p:tagLst>
</file>

<file path=ppt/tags/tag1073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TYPE" val="i"/>
  <p:tag name="WM_BEAUTIFY_SHAPE_IDENTITY" val="{8fd8a13c-042b-4506-b072-4592b19c1ef1}"/>
</p:tagLst>
</file>

<file path=ppt/tags/tag1074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1"/>
  <p:tag name="KSO_WM_UNIT_INDEX" val="1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075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2"/>
  <p:tag name="KSO_WM_UNIT_INDEX" val="2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076.xml><?xml version="1.0" encoding="utf-8"?>
<p:tagLst xmlns:p="http://schemas.openxmlformats.org/presentationml/2006/main">
  <p:tag name="KSO_WM_UNIT_TEXT_FILL_FORE_SCHEMECOLOR_INDEX" val="7"/>
  <p:tag name="KSO_WM_UNIT_TEXT_FILL_FORE_SCHEMECOLOR_INDEX_BRIGHTNESS" val="0"/>
  <p:tag name="KSO_WM_UNIT_TEXT_FILL_TYPE" val="1"/>
</p:tagLst>
</file>

<file path=ppt/tags/tag1077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78.xml><?xml version="1.0" encoding="utf-8"?>
<p:tagLst xmlns:p="http://schemas.openxmlformats.org/presentationml/2006/main">
  <p:tag name="KSO_WM_UNIT_TEXT_FILL_FORE_SCHEMECOLOR_INDEX" val="7"/>
  <p:tag name="KSO_WM_UNIT_TEXT_FILL_FORE_SCHEMECOLOR_INDEX_BRIGHTNESS" val="0"/>
  <p:tag name="KSO_WM_UNIT_TEXT_FILL_TYPE" val="1"/>
</p:tagLst>
</file>

<file path=ppt/tags/tag1079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080.xml><?xml version="1.0" encoding="utf-8"?>
<p:tagLst xmlns:p="http://schemas.openxmlformats.org/presentationml/2006/main">
  <p:tag name="KSO_WM_UNIT_TEXT_FILL_FORE_SCHEMECOLOR_INDEX" val="7"/>
  <p:tag name="KSO_WM_UNIT_TEXT_FILL_FORE_SCHEMECOLOR_INDEX_BRIGHTNESS" val="0"/>
  <p:tag name="KSO_WM_UNIT_TEXT_FILL_TYPE" val="1"/>
</p:tagLst>
</file>

<file path=ppt/tags/tag1081.xml><?xml version="1.0" encoding="utf-8"?>
<p:tagLst xmlns:p="http://schemas.openxmlformats.org/presentationml/2006/main">
  <p:tag name="KSO_WM_UNIT_TEXT_FILL_FORE_SCHEMECOLOR_INDEX" val="7"/>
  <p:tag name="KSO_WM_UNIT_TEXT_FILL_FORE_SCHEMECOLOR_INDEX_BRIGHTNESS" val="0"/>
  <p:tag name="KSO_WM_UNIT_TEXT_FILL_TYPE" val="1"/>
</p:tagLst>
</file>

<file path=ppt/tags/tag1082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EMPLATE_CATEGORY" val="custom"/>
  <p:tag name="KSO_WM_TEMPLATE_INDEX" val="470"/>
</p:tagLst>
</file>

<file path=ppt/tags/tag1083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TYPE" val="i"/>
  <p:tag name="WM_BEAUTIFY_SHAPE_IDENTITY" val="{1edd60af-83a6-413d-b2f7-3603cfa2d45c}"/>
</p:tagLst>
</file>

<file path=ppt/tags/tag1084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1"/>
  <p:tag name="KSO_WM_UNIT_INDEX" val="1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085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2"/>
  <p:tag name="KSO_WM_UNIT_INDEX" val="2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086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.15"/>
  <p:tag name="KSO_WM_UNIT_TEXT_FILL_TYPE" val="1"/>
  <p:tag name="KSO_WM_UNIT_TYPE" val="i"/>
  <p:tag name="WM_BEAUTIFY_SHAPE_IDENTITY" val="{f62b5b50-cad2-4702-9fe0-2d5c126bab88}"/>
</p:tagLst>
</file>

<file path=ppt/tags/tag1087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5"/>
  <p:tag name="KSO_WM_UNIT_INDEX" val="5"/>
  <p:tag name="KSO_WM_UNIT_LAYERLEVEL" val="1"/>
  <p:tag name="KSO_WM_UNIT_TYPE" val="i"/>
  <p:tag name="WM_BEAUTIFY_SHAPE_IDENTITY" val="{141cb005-bbec-44dc-b00f-3c540922cb39}"/>
</p:tagLst>
</file>

<file path=ppt/tags/tag1088.xml><?xml version="1.0" encoding="utf-8"?>
<p:tagLst xmlns:p="http://schemas.openxmlformats.org/presentationml/2006/main">
  <p:tag name="KSO_WM_UNIT_LINE_FILL_TYPE" val="2"/>
  <p:tag name="KSO_WM_UNIT_LINE_FORE_SCHEMECOLOR_INDEX" val="5"/>
  <p:tag name="KSO_WM_UNIT_LINE_FORE_SCHEMECOLOR_INDEX_BRIGHTNESS" val="0"/>
</p:tagLst>
</file>

<file path=ppt/tags/tag1089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EMPLATE_CATEGORY" val="custom"/>
  <p:tag name="KSO_WM_TEMPLATE_INDEX" val="470"/>
</p:tagLst>
</file>

<file path=ppt/tags/tag1090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TYPE" val="i"/>
  <p:tag name="WM_BEAUTIFY_SHAPE_IDENTITY" val="{ecac525b-796f-42f4-81e9-12b6c4dc8eab}"/>
</p:tagLst>
</file>

<file path=ppt/tags/tag1091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1"/>
  <p:tag name="KSO_WM_UNIT_INDEX" val="1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092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2"/>
  <p:tag name="KSO_WM_UNIT_INDEX" val="2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093.xml><?xml version="1.0" encoding="utf-8"?>
<p:tagLst xmlns:p="http://schemas.openxmlformats.org/presentationml/2006/main">
  <p:tag name="KSO_WM_UNIT_LINE_FILL_TYPE" val="2"/>
  <p:tag name="KSO_WM_UNIT_LINE_FORE_SCHEMECOLOR_INDEX" val="5"/>
  <p:tag name="KSO_WM_UNIT_LINE_FORE_SCHEMECOLOR_INDEX_BRIGHTNESS" val="0"/>
</p:tagLst>
</file>

<file path=ppt/tags/tag1094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.15"/>
  <p:tag name="KSO_WM_UNIT_TEXT_FILL_TYPE" val="1"/>
  <p:tag name="KSO_WM_UNIT_TYPE" val="i"/>
  <p:tag name="WM_BEAUTIFY_SHAPE_IDENTITY" val="{b50cc25f-986d-4a25-ac33-4e25d45f721a}"/>
</p:tagLst>
</file>

<file path=ppt/tags/tag1095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5"/>
  <p:tag name="KSO_WM_UNIT_INDEX" val="5"/>
  <p:tag name="KSO_WM_UNIT_LAYERLEVEL" val="1"/>
  <p:tag name="KSO_WM_UNIT_TYPE" val="i"/>
  <p:tag name="WM_BEAUTIFY_SHAPE_IDENTITY" val="{79447878-d757-4eca-b66a-b2f04fb20e89}"/>
</p:tagLst>
</file>

<file path=ppt/tags/tag1096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EMPLATE_CATEGORY" val="custom"/>
  <p:tag name="KSO_WM_TEMPLATE_INDEX" val="470"/>
</p:tagLst>
</file>

<file path=ppt/tags/tag1097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TYPE" val="i"/>
  <p:tag name="WM_BEAUTIFY_SHAPE_IDENTITY" val="{25357e5e-7ead-4ab3-971e-cb0f710be5e9}"/>
</p:tagLst>
</file>

<file path=ppt/tags/tag1098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1"/>
  <p:tag name="KSO_WM_UNIT_INDEX" val="1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099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2"/>
  <p:tag name="KSO_WM_UNIT_INDEX" val="2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100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.15"/>
  <p:tag name="KSO_WM_UNIT_TEXT_FILL_TYPE" val="1"/>
  <p:tag name="KSO_WM_UNIT_TYPE" val="i"/>
  <p:tag name="WM_BEAUTIFY_SHAPE_IDENTITY" val="{2faae0bf-c353-4472-ba59-8d94af97f734}"/>
</p:tagLst>
</file>

<file path=ppt/tags/tag1101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5"/>
  <p:tag name="KSO_WM_UNIT_INDEX" val="5"/>
  <p:tag name="KSO_WM_UNIT_LAYERLEVEL" val="1"/>
  <p:tag name="KSO_WM_UNIT_TYPE" val="i"/>
  <p:tag name="WM_BEAUTIFY_SHAPE_IDENTITY" val="{e20d560b-8ef4-4ab0-b046-3ed875058d3c}"/>
</p:tagLst>
</file>

<file path=ppt/tags/tag1102.xml><?xml version="1.0" encoding="utf-8"?>
<p:tagLst xmlns:p="http://schemas.openxmlformats.org/presentationml/2006/main">
  <p:tag name="KSO_WM_UNIT_LINE_FILL_TYPE" val="2"/>
  <p:tag name="KSO_WM_UNIT_LINE_FORE_SCHEMECOLOR_INDEX" val="5"/>
  <p:tag name="KSO_WM_UNIT_LINE_FORE_SCHEMECOLOR_INDEX_BRIGHTNESS" val="0"/>
</p:tagLst>
</file>

<file path=ppt/tags/tag1103.xml><?xml version="1.0" encoding="utf-8"?>
<p:tagLst xmlns:p="http://schemas.openxmlformats.org/presentationml/2006/main">
  <p:tag name="KSO_WM_UNIT_PLACING_PICTURE_USER_VIEWPORT" val="{&quot;height&quot;:4248,&quot;width&quot;:9708}"/>
</p:tagLst>
</file>

<file path=ppt/tags/tag1104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EMPLATE_CATEGORY" val="custom"/>
  <p:tag name="KSO_WM_TEMPLATE_INDEX" val="470"/>
</p:tagLst>
</file>

<file path=ppt/tags/tag1105.xml><?xml version="1.0" encoding="utf-8"?>
<p:tagLst xmlns:p="http://schemas.openxmlformats.org/presentationml/2006/main">
  <p:tag name="KSO_WM_UNIT_LINE_FILL_TYPE" val="2"/>
  <p:tag name="KSO_WM_UNIT_LINE_FORE_SCHEMECOLOR_INDEX" val="5"/>
  <p:tag name="KSO_WM_UNIT_LINE_FORE_SCHEMECOLOR_INDEX_BRIGHTNESS" val="0"/>
</p:tagLst>
</file>

<file path=ppt/tags/tag1106.xml><?xml version="1.0" encoding="utf-8"?>
<p:tagLst xmlns:p="http://schemas.openxmlformats.org/presentationml/2006/main">
  <p:tag name="KSO_WM_BEAUTIFY_FLAG" val="#wm#"/>
  <p:tag name="KSO_WM_TEMPLATE_CATEGORY" val="custom"/>
  <p:tag name="KSO_WM_TEMPLATE_INDEX" val="470"/>
</p:tagLst>
</file>

<file path=ppt/tags/tag1107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TYPE" val="i"/>
  <p:tag name="WM_BEAUTIFY_SHAPE_IDENTITY" val="{8fd8a13c-042b-4506-b072-4592b19c1ef1}"/>
</p:tagLst>
</file>

<file path=ppt/tags/tag1108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1"/>
  <p:tag name="KSO_WM_UNIT_INDEX" val="1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109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2"/>
  <p:tag name="KSO_WM_UNIT_INDEX" val="2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110.xml><?xml version="1.0" encoding="utf-8"?>
<p:tagLst xmlns:p="http://schemas.openxmlformats.org/presentationml/2006/main">
  <p:tag name="KSO_WM_UNIT_TEXT_FILL_FORE_SCHEMECOLOR_INDEX" val="7"/>
  <p:tag name="KSO_WM_UNIT_TEXT_FILL_FORE_SCHEMECOLOR_INDEX_BRIGHTNESS" val="0"/>
  <p:tag name="KSO_WM_UNIT_TEXT_FILL_TYPE" val="1"/>
</p:tagLst>
</file>

<file path=ppt/tags/tag1111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112.xml><?xml version="1.0" encoding="utf-8"?>
<p:tagLst xmlns:p="http://schemas.openxmlformats.org/presentationml/2006/main">
  <p:tag name="KSO_WM_UNIT_TEXT_FILL_FORE_SCHEMECOLOR_INDEX" val="7"/>
  <p:tag name="KSO_WM_UNIT_TEXT_FILL_FORE_SCHEMECOLOR_INDEX_BRIGHTNESS" val="0"/>
  <p:tag name="KSO_WM_UNIT_TEXT_FILL_TYPE" val="1"/>
</p:tagLst>
</file>

<file path=ppt/tags/tag1113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114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115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116.xml><?xml version="1.0" encoding="utf-8"?>
<p:tagLst xmlns:p="http://schemas.openxmlformats.org/presentationml/2006/main">
  <p:tag name="KSO_WM_UNIT_TEXT_FILL_FORE_SCHEMECOLOR_INDEX" val="7"/>
  <p:tag name="KSO_WM_UNIT_TEXT_FILL_FORE_SCHEMECOLOR_INDEX_BRIGHTNESS" val="0"/>
  <p:tag name="KSO_WM_UNIT_TEXT_FILL_TYPE" val="1"/>
</p:tagLst>
</file>

<file path=ppt/tags/tag1117.xml><?xml version="1.0" encoding="utf-8"?>
<p:tagLst xmlns:p="http://schemas.openxmlformats.org/presentationml/2006/main">
  <p:tag name="KSO_WM_UNIT_TEXT_FILL_FORE_SCHEMECOLOR_INDEX" val="7"/>
  <p:tag name="KSO_WM_UNIT_TEXT_FILL_FORE_SCHEMECOLOR_INDEX_BRIGHTNESS" val="0"/>
  <p:tag name="KSO_WM_UNIT_TEXT_FILL_TYPE" val="1"/>
</p:tagLst>
</file>

<file path=ppt/tags/tag1118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19.xml><?xml version="1.0" encoding="utf-8"?>
<p:tagLst xmlns:p="http://schemas.openxmlformats.org/presentationml/2006/main">
  <p:tag name="KSO_WM_UNIT_TEXT_FILL_FORE_SCHEMECOLOR_INDEX" val="7"/>
  <p:tag name="KSO_WM_UNIT_TEXT_FILL_FORE_SCHEMECOLOR_INDEX_BRIGHTNESS" val="0"/>
  <p:tag name="KSO_WM_UNIT_TEXT_FILL_TYPE" val="1"/>
</p:tagLst>
</file>

<file path=ppt/tags/tag1120.xml><?xml version="1.0" encoding="utf-8"?>
<p:tagLst xmlns:p="http://schemas.openxmlformats.org/presentationml/2006/main">
  <p:tag name="KSO_WM_UNIT_TEXT_FILL_FORE_SCHEMECOLOR_INDEX" val="13"/>
  <p:tag name="KSO_WM_UNIT_TEXT_FILL_FORE_SCHEMECOLOR_INDEX_BRIGHTNESS" val="0"/>
  <p:tag name="KSO_WM_UNIT_TEXT_FILL_TYPE" val="1"/>
</p:tagLst>
</file>

<file path=ppt/tags/tag1121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EMPLATE_CATEGORY" val="custom"/>
  <p:tag name="KSO_WM_TEMPLATE_INDEX" val="470"/>
</p:tagLst>
</file>

<file path=ppt/tags/tag1122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TYPE" val="i"/>
  <p:tag name="WM_BEAUTIFY_SHAPE_IDENTITY" val="{9d17fa57-a48c-49fb-95d3-7aa594cefb82}"/>
</p:tagLst>
</file>

<file path=ppt/tags/tag1123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1"/>
  <p:tag name="KSO_WM_UNIT_INDEX" val="1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124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2"/>
  <p:tag name="KSO_WM_UNIT_INDEX" val="2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125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.15"/>
  <p:tag name="KSO_WM_UNIT_TEXT_FILL_TYPE" val="1"/>
  <p:tag name="KSO_WM_UNIT_TYPE" val="i"/>
  <p:tag name="WM_BEAUTIFY_SHAPE_IDENTITY" val="{7e4e8eeb-cd4c-446b-b086-acc1b46e77f0}"/>
</p:tagLst>
</file>

<file path=ppt/tags/tag1126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5"/>
  <p:tag name="KSO_WM_UNIT_INDEX" val="5"/>
  <p:tag name="KSO_WM_UNIT_LAYERLEVEL" val="1"/>
  <p:tag name="KSO_WM_UNIT_TYPE" val="i"/>
  <p:tag name="WM_BEAUTIFY_SHAPE_IDENTITY" val="{e8eae9f0-b998-42a6-924c-905a8342d1eb}"/>
</p:tagLst>
</file>

<file path=ppt/tags/tag1127.xml><?xml version="1.0" encoding="utf-8"?>
<p:tagLst xmlns:p="http://schemas.openxmlformats.org/presentationml/2006/main">
  <p:tag name="KSO_WM_UNIT_LINE_FILL_TYPE" val="2"/>
  <p:tag name="KSO_WM_UNIT_LINE_FORE_SCHEMECOLOR_INDEX" val="5"/>
  <p:tag name="KSO_WM_UNIT_LINE_FORE_SCHEMECOLOR_INDEX_BRIGHTNESS" val="0"/>
</p:tagLst>
</file>

<file path=ppt/tags/tag1128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29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30.xml><?xml version="1.0" encoding="utf-8"?>
<p:tagLst xmlns:p="http://schemas.openxmlformats.org/presentationml/2006/main">
  <p:tag name="KSO_WM_UNIT_FILL_FORE_SCHEMECOLOR_INDEX_1" val="5"/>
  <p:tag name="KSO_WM_UNIT_FILL_FORE_SCHEMECOLOR_INDEX_1_BRIGHTNESS" val="0.02"/>
  <p:tag name="KSO_WM_UNIT_FILL_FORE_SCHEMECOLOR_INDEX_1_POS" val="0"/>
  <p:tag name="KSO_WM_UNIT_FILL_FORE_SCHEMECOLOR_INDEX_1_TRANS" val="0"/>
  <p:tag name="KSO_WM_UNIT_FILL_FORE_SCHEMECOLOR_INDEX_2" val="5"/>
  <p:tag name="KSO_WM_UNIT_FILL_FORE_SCHEMECOLOR_INDEX_2_BRIGHTNESS" val="0"/>
  <p:tag name="KSO_WM_UNIT_FILL_FORE_SCHEMECOLOR_INDEX_2_POS" val="0.5"/>
  <p:tag name="KSO_WM_UNIT_FILL_FORE_SCHEMECOLOR_INDEX_2_TRANS" val="0"/>
  <p:tag name="KSO_WM_UNIT_FILL_FORE_SCHEMECOLOR_INDEX_3" val="5"/>
  <p:tag name="KSO_WM_UNIT_FILL_FORE_SCHEMECOLOR_INDEX_3_BRIGHTNESS" val="-0.01"/>
  <p:tag name="KSO_WM_UNIT_FILL_FORE_SCHEMECOLOR_INDEX_3_POS" val="1"/>
  <p:tag name="KSO_WM_UNIT_FILL_FORE_SCHEMECOLOR_INDEX_3_TRANS" val="0"/>
  <p:tag name="KSO_WM_UNIT_FILL_GRADIENT_ANGLE" val="90"/>
  <p:tag name="KSO_WM_UNIT_FILL_GRADIENT_DIRECTION" val="1"/>
  <p:tag name="KSO_WM_UNIT_FILL_GRADIENT_TYPE" val="0"/>
  <p:tag name="KSO_WM_UNIT_FILL_TYPE" val="3"/>
  <p:tag name="KSO_WM_UNIT_TEXT_FILL_FORE_SCHEMECOLOR_INDEX" val="2"/>
  <p:tag name="KSO_WM_UNIT_TEXT_FILL_FORE_SCHEMECOLOR_INDEX_BRIGHTNESS" val="0"/>
  <p:tag name="KSO_WM_UNIT_TEXT_FILL_TYPE" val="1"/>
</p:tagLst>
</file>

<file path=ppt/tags/tag1131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32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EMPLATE_CATEGORY" val="custom"/>
  <p:tag name="KSO_WM_TEMPLATE_INDEX" val="470"/>
</p:tagLst>
</file>

<file path=ppt/tags/tag1133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TYPE" val="i"/>
  <p:tag name="WM_BEAUTIFY_SHAPE_IDENTITY" val="{6dbb5cd9-b8d3-410c-89fc-5faf4e0d446e}"/>
</p:tagLst>
</file>

<file path=ppt/tags/tag1134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1"/>
  <p:tag name="KSO_WM_UNIT_INDEX" val="1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135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2"/>
  <p:tag name="KSO_WM_UNIT_INDEX" val="2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136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.15"/>
  <p:tag name="KSO_WM_UNIT_TEXT_FILL_TYPE" val="1"/>
  <p:tag name="KSO_WM_UNIT_TYPE" val="i"/>
  <p:tag name="WM_BEAUTIFY_SHAPE_IDENTITY" val="{56278748-e8de-48c2-a1a6-172832176548}"/>
</p:tagLst>
</file>

<file path=ppt/tags/tag1137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5"/>
  <p:tag name="KSO_WM_UNIT_INDEX" val="5"/>
  <p:tag name="KSO_WM_UNIT_LAYERLEVEL" val="1"/>
  <p:tag name="KSO_WM_UNIT_TYPE" val="i"/>
  <p:tag name="WM_BEAUTIFY_SHAPE_IDENTITY" val="{6e007732-1aeb-41e1-9747-6175d93406a8}"/>
</p:tagLst>
</file>

<file path=ppt/tags/tag1138.xml><?xml version="1.0" encoding="utf-8"?>
<p:tagLst xmlns:p="http://schemas.openxmlformats.org/presentationml/2006/main">
  <p:tag name="KSO_WM_UNIT_LINE_FILL_TYPE" val="2"/>
  <p:tag name="KSO_WM_UNIT_LINE_FORE_SCHEMECOLOR_INDEX" val="5"/>
  <p:tag name="KSO_WM_UNIT_LINE_FORE_SCHEMECOLOR_INDEX_BRIGHTNESS" val="0"/>
</p:tagLst>
</file>

<file path=ppt/tags/tag1139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40.xml><?xml version="1.0" encoding="utf-8"?>
<p:tagLst xmlns:p="http://schemas.openxmlformats.org/presentationml/2006/main">
  <p:tag name="KSO_WM_UNIT_TEXT_FILL_FORE_SCHEMECOLOR_INDEX" val="2"/>
  <p:tag name="KSO_WM_UNIT_TEXT_FILL_FORE_SCHEMECOLOR_INDEX_BRIGHTNESS" val="0"/>
  <p:tag name="KSO_WM_UNIT_TEXT_FILL_TYPE" val="1"/>
</p:tagLst>
</file>

<file path=ppt/tags/tag1141.xml><?xml version="1.0" encoding="utf-8"?>
<p:tagLst xmlns:p="http://schemas.openxmlformats.org/presentationml/2006/main">
  <p:tag name="KSO_WM_UNIT_TEXT_FILL_FORE_SCHEMECOLOR_INDEX" val="2"/>
  <p:tag name="KSO_WM_UNIT_TEXT_FILL_FORE_SCHEMECOLOR_INDEX_BRIGHTNESS" val="0"/>
  <p:tag name="KSO_WM_UNIT_TEXT_FILL_TYPE" val="1"/>
</p:tagLst>
</file>

<file path=ppt/tags/tag1142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EMPLATE_CATEGORY" val="custom"/>
  <p:tag name="KSO_WM_TEMPLATE_INDEX" val="470"/>
</p:tagLst>
</file>

<file path=ppt/tags/tag1143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TYPE" val="i"/>
  <p:tag name="WM_BEAUTIFY_SHAPE_IDENTITY" val="{6dbb5cd9-b8d3-410c-89fc-5faf4e0d446e}"/>
</p:tagLst>
</file>

<file path=ppt/tags/tag1144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1"/>
  <p:tag name="KSO_WM_UNIT_INDEX" val="1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145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2"/>
  <p:tag name="KSO_WM_UNIT_INDEX" val="2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146.xml><?xml version="1.0" encoding="utf-8"?>
<p:tagLst xmlns:p="http://schemas.openxmlformats.org/presentationml/2006/main">
  <p:tag name="KSO_WM_UNIT_LINE_FILL_TYPE" val="2"/>
  <p:tag name="KSO_WM_UNIT_LINE_FORE_SCHEMECOLOR_INDEX" val="5"/>
  <p:tag name="KSO_WM_UNIT_LINE_FORE_SCHEMECOLOR_INDEX_BRIGHTNESS" val="0"/>
</p:tagLst>
</file>

<file path=ppt/tags/tag1147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48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49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50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51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52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53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54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55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56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57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58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59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EMPLATE_CATEGORY" val="custom"/>
  <p:tag name="KSO_WM_TEMPLATE_INDEX" val="470"/>
</p:tagLst>
</file>

<file path=ppt/tags/tag1160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TYPE" val="i"/>
  <p:tag name="WM_BEAUTIFY_SHAPE_IDENTITY" val="{6dbb5cd9-b8d3-410c-89fc-5faf4e0d446e}"/>
</p:tagLst>
</file>

<file path=ppt/tags/tag1161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1"/>
  <p:tag name="KSO_WM_UNIT_INDEX" val="1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162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2"/>
  <p:tag name="KSO_WM_UNIT_INDEX" val="2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163.xml><?xml version="1.0" encoding="utf-8"?>
<p:tagLst xmlns:p="http://schemas.openxmlformats.org/presentationml/2006/main">
  <p:tag name="KSO_WM_UNIT_LINE_FILL_TYPE" val="2"/>
  <p:tag name="KSO_WM_UNIT_LINE_FORE_SCHEMECOLOR_INDEX" val="5"/>
  <p:tag name="KSO_WM_UNIT_LINE_FORE_SCHEMECOLOR_INDEX_BRIGHTNESS" val="0"/>
</p:tagLst>
</file>

<file path=ppt/tags/tag1164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65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66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67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68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69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70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71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72.xml><?xml version="1.0" encoding="utf-8"?>
<p:tagLst xmlns:p="http://schemas.openxmlformats.org/presentationml/2006/main">
  <p:tag name="KSO_WM_UNIT_FILL_FORE_SCHEMECOLOR_INDEX" val="5"/>
  <p:tag name="KSO_WM_UNIT_FILL_FORE_SCHEMECOLOR_INDEX_BRIGHTNESS" val="0.8"/>
  <p:tag name="KSO_WM_UNIT_FILL_TYPE" val="1"/>
</p:tagLst>
</file>

<file path=ppt/tags/tag1173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EMPLATE_CATEGORY" val="custom"/>
  <p:tag name="KSO_WM_TEMPLATE_INDEX" val="470"/>
</p:tagLst>
</file>

<file path=ppt/tags/tag1174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TYPE" val="i"/>
  <p:tag name="WM_BEAUTIFY_SHAPE_IDENTITY" val="{609d36d1-4ddb-45f0-bb80-b8d5436a35c3}"/>
</p:tagLst>
</file>

<file path=ppt/tags/tag1175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1"/>
  <p:tag name="KSO_WM_UNIT_INDEX" val="1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176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2"/>
  <p:tag name="KSO_WM_UNIT_INDEX" val="2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177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LINE_FILL_TYPE" val="2"/>
  <p:tag name="KSO_WM_UNIT_LINE_FORE_SCHEMECOLOR_INDEX" val="5"/>
  <p:tag name="KSO_WM_UNIT_LINE_FORE_SCHEMECOLOR_INDEX_BRIGHTNESS" val="0"/>
  <p:tag name="KSO_WM_UNIT_TEXT_FILL_FORE_SCHEMECOLOR_INDEX" val="13"/>
  <p:tag name="KSO_WM_UNIT_TEXT_FILL_FORE_SCHEMECOLOR_INDEX_BRIGHTNESS" val="0.15"/>
  <p:tag name="KSO_WM_UNIT_TEXT_FILL_TYPE" val="1"/>
  <p:tag name="KSO_WM_UNIT_TYPE" val="i"/>
  <p:tag name="WM_BEAUTIFY_SHAPE_IDENTITY" val="{f66388b8-aaab-43db-b4fa-d5cff606dd50}"/>
</p:tagLst>
</file>

<file path=ppt/tags/tag1178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5"/>
  <p:tag name="KSO_WM_UNIT_INDEX" val="5"/>
  <p:tag name="KSO_WM_UNIT_LAYERLEVEL" val="1"/>
  <p:tag name="KSO_WM_UNIT_TYPE" val="i"/>
  <p:tag name="WM_BEAUTIFY_SHAPE_IDENTITY" val="{6ae1eb85-7063-49a6-b65f-b252a7960833}"/>
</p:tagLst>
</file>

<file path=ppt/tags/tag1179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470"/>
  <p:tag name="KSO_WM_UNIT_ID" val="custom470_8*i*0"/>
  <p:tag name="KSO_WM_UNIT_INDEX" val="0"/>
  <p:tag name="KSO_WM_UNIT_TYPE" val="i"/>
</p:tagLst>
</file>

<file path=ppt/tags/tag1180.xml><?xml version="1.0" encoding="utf-8"?>
<p:tagLst xmlns:p="http://schemas.openxmlformats.org/presentationml/2006/main">
  <p:tag name="KSO_WM_BEAUTIFY_FLAG" val="#wm#"/>
  <p:tag name="KSO_WM_DIAGRAM_GROUP_CODE" val="l1-1"/>
  <p:tag name="KSO_WM_TAG_VERSION" val="1.0"/>
  <p:tag name="KSO_WM_TEMPLATE_CATEGORY" val="custom"/>
  <p:tag name="KSO_WM_TEMPLATE_INDEX" val="470"/>
  <p:tag name="KSO_WM_UNIT_CLEAR" val="1"/>
  <p:tag name="KSO_WM_UNIT_FILL_FORE_SCHEMECOLOR_INDEX" val="5"/>
  <p:tag name="KSO_WM_UNIT_FILL_TYPE" val="1"/>
  <p:tag name="KSO_WM_UNIT_ID" val="custom470_8*l_i*1_1"/>
  <p:tag name="KSO_WM_UNIT_INDEX" val="1_1"/>
  <p:tag name="KSO_WM_UNIT_LAYERLEVEL" val="1_1"/>
  <p:tag name="KSO_WM_UNIT_TEXT_FILL_FORE_SCHEMECOLOR_INDEX" val="14"/>
  <p:tag name="KSO_WM_UNIT_TEXT_FILL_TYPE" val="1"/>
  <p:tag name="KSO_WM_UNIT_TYPE" val="l_i"/>
  <p:tag name="KSO_WM_UNIT_USESOURCEFORMAT_APPLY" val="1"/>
</p:tagLst>
</file>

<file path=ppt/tags/tag1181.xml><?xml version="1.0" encoding="utf-8"?>
<p:tagLst xmlns:p="http://schemas.openxmlformats.org/presentationml/2006/main">
  <p:tag name="KSO_WM_BEAUTIFY_FLAG" val="#wm#"/>
  <p:tag name="KSO_WM_DIAGRAM_GROUP_CODE" val="l1-1"/>
  <p:tag name="KSO_WM_TAG_VERSION" val="1.0"/>
  <p:tag name="KSO_WM_TEMPLATE_CATEGORY" val="custom"/>
  <p:tag name="KSO_WM_TEMPLATE_INDEX" val="470"/>
  <p:tag name="KSO_WM_UNIT_CLEAR" val="1"/>
  <p:tag name="KSO_WM_UNIT_ID" val="custom470_8*l_i*1_2"/>
  <p:tag name="KSO_WM_UNIT_INDEX" val="1_2"/>
  <p:tag name="KSO_WM_UNIT_LAYERLEVEL" val="1_1"/>
  <p:tag name="KSO_WM_UNIT_LINE_FILL_TYPE" val="2"/>
  <p:tag name="KSO_WM_UNIT_LINE_FORE_SCHEMECOLOR_INDEX" val="5"/>
  <p:tag name="KSO_WM_UNIT_TYPE" val="l_i"/>
  <p:tag name="KSO_WM_UNIT_USESOURCEFORMAT_APPLY" val="1"/>
</p:tagLst>
</file>

<file path=ppt/tags/tag1182.xml><?xml version="1.0" encoding="utf-8"?>
<p:tagLst xmlns:p="http://schemas.openxmlformats.org/presentationml/2006/main">
  <p:tag name="KSO_WM_BEAUTIFY_FLAG" val="#wm#"/>
  <p:tag name="KSO_WM_DIAGRAM_GROUP_CODE" val="l1-1"/>
  <p:tag name="KSO_WM_TAG_VERSION" val="1.0"/>
  <p:tag name="KSO_WM_TEMPLATE_CATEGORY" val="custom"/>
  <p:tag name="KSO_WM_TEMPLATE_INDEX" val="470"/>
  <p:tag name="KSO_WM_UNIT_CLEAR" val="1"/>
  <p:tag name="KSO_WM_UNIT_COMPATIBLE" val="0"/>
  <p:tag name="KSO_WM_UNIT_HIGHLIGHT" val="0"/>
  <p:tag name="KSO_WM_UNIT_ID" val="custom470_8*l_h_f*1_1_1"/>
  <p:tag name="KSO_WM_UNIT_INDEX" val="1_1_1"/>
  <p:tag name="KSO_WM_UNIT_LAYERLEVEL" val="1_1_1"/>
  <p:tag name="KSO_WM_UNIT_PRESET_TEXT_INDEX" val="3"/>
  <p:tag name="KSO_WM_UNIT_PRESET_TEXT_LEN" val="17"/>
  <p:tag name="KSO_WM_UNIT_TEXT_FILL_FORE_SCHEMECOLOR_INDEX" val="5"/>
  <p:tag name="KSO_WM_UNIT_TEXT_FILL_TYPE" val="1"/>
  <p:tag name="KSO_WM_UNIT_TYPE" val="l_h_f"/>
  <p:tag name="KSO_WM_UNIT_USESOURCEFORMAT_APPLY" val="1"/>
  <p:tag name="KSO_WM_UNIT_VALUE" val="14"/>
</p:tagLst>
</file>

<file path=ppt/tags/tag1183.xml><?xml version="1.0" encoding="utf-8"?>
<p:tagLst xmlns:p="http://schemas.openxmlformats.org/presentationml/2006/main">
  <p:tag name="KSO_WM_BEAUTIFY_FLAG" val="#wm#"/>
  <p:tag name="KSO_WM_DIAGRAM_GROUP_CODE" val="l1-1"/>
  <p:tag name="KSO_WM_TAG_VERSION" val="1.0"/>
  <p:tag name="KSO_WM_TEMPLATE_CATEGORY" val="custom"/>
  <p:tag name="KSO_WM_TEMPLATE_INDEX" val="470"/>
  <p:tag name="KSO_WM_UNIT_CLEAR" val="1"/>
  <p:tag name="KSO_WM_UNIT_FILL_FORE_SCHEMECOLOR_INDEX" val="5"/>
  <p:tag name="KSO_WM_UNIT_FILL_TYPE" val="1"/>
  <p:tag name="KSO_WM_UNIT_ID" val="custom470_8*l_i*1_3"/>
  <p:tag name="KSO_WM_UNIT_INDEX" val="1_3"/>
  <p:tag name="KSO_WM_UNIT_LAYERLEVEL" val="1_1"/>
  <p:tag name="KSO_WM_UNIT_TEXT_FILL_FORE_SCHEMECOLOR_INDEX" val="14"/>
  <p:tag name="KSO_WM_UNIT_TEXT_FILL_TYPE" val="1"/>
  <p:tag name="KSO_WM_UNIT_TYPE" val="l_i"/>
  <p:tag name="KSO_WM_UNIT_USESOURCEFORMAT_APPLY" val="1"/>
</p:tagLst>
</file>

<file path=ppt/tags/tag1184.xml><?xml version="1.0" encoding="utf-8"?>
<p:tagLst xmlns:p="http://schemas.openxmlformats.org/presentationml/2006/main">
  <p:tag name="KSO_WM_BEAUTIFY_FLAG" val="#wm#"/>
  <p:tag name="KSO_WM_DIAGRAM_GROUP_CODE" val="l1-1"/>
  <p:tag name="KSO_WM_TAG_VERSION" val="1.0"/>
  <p:tag name="KSO_WM_TEMPLATE_CATEGORY" val="custom"/>
  <p:tag name="KSO_WM_TEMPLATE_INDEX" val="470"/>
  <p:tag name="KSO_WM_UNIT_CLEAR" val="1"/>
  <p:tag name="KSO_WM_UNIT_ID" val="custom470_8*l_i*1_4"/>
  <p:tag name="KSO_WM_UNIT_INDEX" val="1_4"/>
  <p:tag name="KSO_WM_UNIT_LAYERLEVEL" val="1_1"/>
  <p:tag name="KSO_WM_UNIT_LINE_FILL_TYPE" val="2"/>
  <p:tag name="KSO_WM_UNIT_LINE_FORE_SCHEMECOLOR_INDEX" val="5"/>
  <p:tag name="KSO_WM_UNIT_TYPE" val="l_i"/>
  <p:tag name="KSO_WM_UNIT_USESOURCEFORMAT_APPLY" val="1"/>
</p:tagLst>
</file>

<file path=ppt/tags/tag1185.xml><?xml version="1.0" encoding="utf-8"?>
<p:tagLst xmlns:p="http://schemas.openxmlformats.org/presentationml/2006/main">
  <p:tag name="KSO_WM_BEAUTIFY_FLAG" val="#wm#"/>
  <p:tag name="KSO_WM_DIAGRAM_GROUP_CODE" val="l1-1"/>
  <p:tag name="KSO_WM_TAG_VERSION" val="1.0"/>
  <p:tag name="KSO_WM_TEMPLATE_CATEGORY" val="custom"/>
  <p:tag name="KSO_WM_TEMPLATE_INDEX" val="470"/>
  <p:tag name="KSO_WM_UNIT_CLEAR" val="1"/>
  <p:tag name="KSO_WM_UNIT_COMPATIBLE" val="0"/>
  <p:tag name="KSO_WM_UNIT_HIGHLIGHT" val="0"/>
  <p:tag name="KSO_WM_UNIT_ID" val="custom470_8*l_h_f*1_2_1"/>
  <p:tag name="KSO_WM_UNIT_INDEX" val="1_2_1"/>
  <p:tag name="KSO_WM_UNIT_LAYERLEVEL" val="1_1_1"/>
  <p:tag name="KSO_WM_UNIT_PRESET_TEXT_INDEX" val="3"/>
  <p:tag name="KSO_WM_UNIT_PRESET_TEXT_LEN" val="17"/>
  <p:tag name="KSO_WM_UNIT_TEXT_FILL_FORE_SCHEMECOLOR_INDEX" val="5"/>
  <p:tag name="KSO_WM_UNIT_TEXT_FILL_TYPE" val="1"/>
  <p:tag name="KSO_WM_UNIT_TYPE" val="l_h_f"/>
  <p:tag name="KSO_WM_UNIT_USESOURCEFORMAT_APPLY" val="1"/>
  <p:tag name="KSO_WM_UNIT_VALUE" val="14"/>
</p:tagLst>
</file>

<file path=ppt/tags/tag1186.xml><?xml version="1.0" encoding="utf-8"?>
<p:tagLst xmlns:p="http://schemas.openxmlformats.org/presentationml/2006/main">
  <p:tag name="KSO_WM_BEAUTIFY_FLAG" val="#wm#"/>
  <p:tag name="KSO_WM_DIAGRAM_GROUP_CODE" val="l1-1"/>
  <p:tag name="KSO_WM_TAG_VERSION" val="1.0"/>
  <p:tag name="KSO_WM_TEMPLATE_CATEGORY" val="custom"/>
  <p:tag name="KSO_WM_TEMPLATE_INDEX" val="470"/>
  <p:tag name="KSO_WM_UNIT_CLEAR" val="1"/>
  <p:tag name="KSO_WM_UNIT_FILL_FORE_SCHEMECOLOR_INDEX" val="5"/>
  <p:tag name="KSO_WM_UNIT_FILL_TYPE" val="1"/>
  <p:tag name="KSO_WM_UNIT_ID" val="custom470_8*l_i*1_5"/>
  <p:tag name="KSO_WM_UNIT_INDEX" val="1_5"/>
  <p:tag name="KSO_WM_UNIT_LAYERLEVEL" val="1_1"/>
  <p:tag name="KSO_WM_UNIT_TEXT_FILL_FORE_SCHEMECOLOR_INDEX" val="14"/>
  <p:tag name="KSO_WM_UNIT_TEXT_FILL_TYPE" val="1"/>
  <p:tag name="KSO_WM_UNIT_TYPE" val="l_i"/>
  <p:tag name="KSO_WM_UNIT_USESOURCEFORMAT_APPLY" val="1"/>
</p:tagLst>
</file>

<file path=ppt/tags/tag1187.xml><?xml version="1.0" encoding="utf-8"?>
<p:tagLst xmlns:p="http://schemas.openxmlformats.org/presentationml/2006/main">
  <p:tag name="KSO_WM_BEAUTIFY_FLAG" val="#wm#"/>
  <p:tag name="KSO_WM_DIAGRAM_GROUP_CODE" val="l1-1"/>
  <p:tag name="KSO_WM_TAG_VERSION" val="1.0"/>
  <p:tag name="KSO_WM_TEMPLATE_CATEGORY" val="custom"/>
  <p:tag name="KSO_WM_TEMPLATE_INDEX" val="470"/>
  <p:tag name="KSO_WM_UNIT_CLEAR" val="1"/>
  <p:tag name="KSO_WM_UNIT_ID" val="custom470_8*l_i*1_6"/>
  <p:tag name="KSO_WM_UNIT_INDEX" val="1_6"/>
  <p:tag name="KSO_WM_UNIT_LAYERLEVEL" val="1_1"/>
  <p:tag name="KSO_WM_UNIT_LINE_FILL_TYPE" val="2"/>
  <p:tag name="KSO_WM_UNIT_LINE_FORE_SCHEMECOLOR_INDEX" val="5"/>
  <p:tag name="KSO_WM_UNIT_TYPE" val="l_i"/>
  <p:tag name="KSO_WM_UNIT_USESOURCEFORMAT_APPLY" val="1"/>
</p:tagLst>
</file>

<file path=ppt/tags/tag1188.xml><?xml version="1.0" encoding="utf-8"?>
<p:tagLst xmlns:p="http://schemas.openxmlformats.org/presentationml/2006/main">
  <p:tag name="KSO_WM_BEAUTIFY_FLAG" val="#wm#"/>
  <p:tag name="KSO_WM_DIAGRAM_GROUP_CODE" val="l1-1"/>
  <p:tag name="KSO_WM_TAG_VERSION" val="1.0"/>
  <p:tag name="KSO_WM_TEMPLATE_CATEGORY" val="custom"/>
  <p:tag name="KSO_WM_TEMPLATE_INDEX" val="470"/>
  <p:tag name="KSO_WM_UNIT_CLEAR" val="1"/>
  <p:tag name="KSO_WM_UNIT_COMPATIBLE" val="0"/>
  <p:tag name="KSO_WM_UNIT_HIGHLIGHT" val="0"/>
  <p:tag name="KSO_WM_UNIT_ID" val="custom470_8*l_h_f*1_3_1"/>
  <p:tag name="KSO_WM_UNIT_INDEX" val="1_3_1"/>
  <p:tag name="KSO_WM_UNIT_LAYERLEVEL" val="1_1_1"/>
  <p:tag name="KSO_WM_UNIT_PRESET_TEXT_INDEX" val="3"/>
  <p:tag name="KSO_WM_UNIT_PRESET_TEXT_LEN" val="17"/>
  <p:tag name="KSO_WM_UNIT_TEXT_FILL_FORE_SCHEMECOLOR_INDEX" val="5"/>
  <p:tag name="KSO_WM_UNIT_TEXT_FILL_TYPE" val="1"/>
  <p:tag name="KSO_WM_UNIT_TYPE" val="l_h_f"/>
  <p:tag name="KSO_WM_UNIT_USESOURCEFORMAT_APPLY" val="1"/>
  <p:tag name="KSO_WM_UNIT_VALUE" val="14"/>
</p:tagLst>
</file>

<file path=ppt/tags/tag1189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470"/>
  <p:tag name="KSO_WM_UNIT_CLEAR" val="1"/>
  <p:tag name="KSO_WM_UNIT_COMPATIBLE" val="0"/>
  <p:tag name="KSO_WM_UNIT_HIGHLIGHT" val="0"/>
  <p:tag name="KSO_WM_UNIT_ID" val="custom470_8*a*1"/>
  <p:tag name="KSO_WM_UNIT_INDEX" val="1"/>
  <p:tag name="KSO_WM_UNIT_ISCONTENTSTITLE" val="1"/>
  <p:tag name="KSO_WM_UNIT_LAYERLEVEL" val="1"/>
  <p:tag name="KSO_WM_UNIT_PRESET_TEXT" val="Content"/>
  <p:tag name="KSO_WM_UNIT_TYPE" val="a"/>
  <p:tag name="KSO_WM_UNIT_VALUE" val="5"/>
</p:tagLst>
</file>

<file path=ppt/tags/tag1190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470"/>
  <p:tag name="KSO_WM_UNIT_CLEAR" val="1"/>
  <p:tag name="KSO_WM_UNIT_COMPATIBLE" val="0"/>
  <p:tag name="KSO_WM_UNIT_HIGHLIGHT" val="0"/>
  <p:tag name="KSO_WM_UNIT_ID" val="custom470_8*a*1"/>
  <p:tag name="KSO_WM_UNIT_INDEX" val="1"/>
  <p:tag name="KSO_WM_UNIT_ISCONTENTSTITLE" val="1"/>
  <p:tag name="KSO_WM_UNIT_LAYERLEVEL" val="1"/>
  <p:tag name="KSO_WM_UNIT_PRESET_TEXT" val="Content"/>
  <p:tag name="KSO_WM_UNIT_TYPE" val="a"/>
  <p:tag name="KSO_WM_UNIT_VALUE" val="5"/>
</p:tagLst>
</file>

<file path=ppt/tags/tag1191.xml><?xml version="1.0" encoding="utf-8"?>
<p:tagLst xmlns:p="http://schemas.openxmlformats.org/presentationml/2006/main">
  <p:tag name="KSO_WM_BEAUTIFY_FLAG" val="#wm#"/>
  <p:tag name="KSO_WM_DIAGRAM_GROUP_CODE" val="l1-1"/>
  <p:tag name="KSO_WM_TAG_VERSION" val="1.0"/>
  <p:tag name="KSO_WM_TEMPLATE_CATEGORY" val="custom"/>
  <p:tag name="KSO_WM_TEMPLATE_INDEX" val="470"/>
  <p:tag name="KSO_WM_UNIT_CLEAR" val="1"/>
  <p:tag name="KSO_WM_UNIT_COMPATIBLE" val="0"/>
  <p:tag name="KSO_WM_UNIT_HIGHLIGHT" val="0"/>
  <p:tag name="KSO_WM_UNIT_ID" val="custom470_8*l_h_f*1_1_1"/>
  <p:tag name="KSO_WM_UNIT_INDEX" val="1_1_1"/>
  <p:tag name="KSO_WM_UNIT_LAYERLEVEL" val="1_1_1"/>
  <p:tag name="KSO_WM_UNIT_PRESET_TEXT_INDEX" val="3"/>
  <p:tag name="KSO_WM_UNIT_PRESET_TEXT_LEN" val="17"/>
  <p:tag name="KSO_WM_UNIT_TEXT_FILL_FORE_SCHEMECOLOR_INDEX" val="5"/>
  <p:tag name="KSO_WM_UNIT_TEXT_FILL_TYPE" val="1"/>
  <p:tag name="KSO_WM_UNIT_TYPE" val="l_h_f"/>
  <p:tag name="KSO_WM_UNIT_USESOURCEFORMAT_APPLY" val="1"/>
  <p:tag name="KSO_WM_UNIT_VALUE" val="14"/>
</p:tagLst>
</file>

<file path=ppt/tags/tag1192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TYPE" val="i"/>
  <p:tag name="WM_BEAUTIFY_SHAPE_IDENTITY" val="{609d36d1-4ddb-45f0-bb80-b8d5436a35c3}"/>
</p:tagLst>
</file>

<file path=ppt/tags/tag1193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1"/>
  <p:tag name="KSO_WM_UNIT_INDEX" val="1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194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2"/>
  <p:tag name="KSO_WM_UNIT_INDEX" val="2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195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  <p:tag name="KSO_WM_UNIT_TYPE" val="i"/>
  <p:tag name="WM_BEAUTIFY_SHAPE_IDENTITY" val="{609d36d1-4ddb-45f0-bb80-b8d5436a35c3}"/>
</p:tagLst>
</file>

<file path=ppt/tags/tag1196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1"/>
  <p:tag name="KSO_WM_UNIT_INDEX" val="1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197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"/>
  <p:tag name="KSO_WM_UNIT_FILL_TYPE" val="1"/>
  <p:tag name="KSO_WM_UNIT_HIGHLIGHT" val="0"/>
  <p:tag name="KSO_WM_UNIT_ID" val="_12*i*2"/>
  <p:tag name="KSO_WM_UNIT_INDEX" val="2"/>
  <p:tag name="KSO_WM_UNIT_LAYERLEVEL" val="1"/>
  <p:tag name="KSO_WM_UNIT_TEXT_FILL_FORE_SCHEMECOLOR_INDEX" val="13"/>
  <p:tag name="KSO_WM_UNIT_TEXT_FILL_FORE_SCHEMECOLOR_INDEX_BRIGHTNESS" val="0.15"/>
  <p:tag name="KSO_WM_UNIT_TEXT_FILL_TYPE" val="1"/>
  <p:tag name="KSO_WM_UNIT_TYPE" val="i"/>
</p:tagLst>
</file>

<file path=ppt/tags/tag1198.xml><?xml version="1.0" encoding="utf-8"?>
<p:tagLst xmlns:p="http://schemas.openxmlformats.org/presentationml/2006/main">
  <p:tag name="KSO_WM_BEAUTIFY_FLAG" val="#wm#"/>
  <p:tag name="KSO_WM_DIAGRAM_GROUP_CODE" val="l1-1"/>
  <p:tag name="KSO_WM_SLIDE_BACKGROUND_TYPE" val="general"/>
  <p:tag name="KSO_WM_SLIDE_BK_DARK_LIGHT" val="2"/>
  <p:tag name="KSO_WM_SLIDE_ID" val="custom470_8"/>
  <p:tag name="KSO_WM_SLIDE_INDEX" val="8"/>
  <p:tag name="KSO_WM_SLIDE_ITEM_CNT" val="3"/>
  <p:tag name="KSO_WM_SLIDE_LAYOUT" val="a_l"/>
  <p:tag name="KSO_WM_SLIDE_LAYOUT_CNT" val="1_1"/>
  <p:tag name="KSO_WM_SLIDE_TYPE" val="contents"/>
  <p:tag name="KSO_WM_TAG_VERSION" val="1.0"/>
  <p:tag name="KSO_WM_TEMPLATE_CATEGORY" val="custom"/>
  <p:tag name="KSO_WM_TEMPLATE_INDEX" val="470"/>
</p:tagLst>
</file>

<file path=ppt/tags/tag1199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470"/>
  <p:tag name="KSO_WM_UNIT_CLEAR" val="1"/>
  <p:tag name="KSO_WM_UNIT_COMPATIBLE" val="0"/>
  <p:tag name="KSO_WM_UNIT_HIGHLIGHT" val="0"/>
  <p:tag name="KSO_WM_UNIT_ID" val="custom470_8*a*1"/>
  <p:tag name="KSO_WM_UNIT_INDEX" val="1"/>
  <p:tag name="KSO_WM_UNIT_ISCONTENTSTITLE" val="1"/>
  <p:tag name="KSO_WM_UNIT_LAYERLEVEL" val="1"/>
  <p:tag name="KSO_WM_UNIT_PRESET_TEXT" val="Content"/>
  <p:tag name="KSO_WM_UNIT_TYPE" val="a"/>
  <p:tag name="KSO_WM_UNIT_VALUE" val="5"/>
</p:tagLst>
</file>

<file path=ppt/tags/tag1200.xml><?xml version="1.0" encoding="utf-8"?>
<p:tagLst xmlns:p="http://schemas.openxmlformats.org/presentationml/2006/main">
  <p:tag name="KSO_WM_BEAUTIFY_FLAG" val="#wm#"/>
  <p:tag name="KSO_WM_TEMPLATE_CATEGORY" val="custom"/>
  <p:tag name="KSO_WM_TEMPLATE_INDEX" val="470"/>
</p:tagLst>
</file>

<file path=ppt/tags/tag1201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2543"/>
  <p:tag name="KSO_WM_UNIT_COMPATIBLE" val="0"/>
  <p:tag name="KSO_WM_UNIT_DIAGRAM_ISNUMVISUAL" val="0"/>
  <p:tag name="KSO_WM_UNIT_DIAGRAM_ISREFERUNIT" val="0"/>
  <p:tag name="KSO_WM_UNIT_HIGHLIGHT" val="0"/>
  <p:tag name="KSO_WM_UNIT_ID" val="custom20202543_7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添加标题"/>
  <p:tag name="KSO_WM_UNIT_TYPE" val="a"/>
  <p:tag name="KSO_WM_UNIT_VALUE" val="10"/>
</p:tagLst>
</file>

<file path=ppt/tags/tag1202.xml><?xml version="1.0" encoding="utf-8"?>
<p:tagLst xmlns:p="http://schemas.openxmlformats.org/presentationml/2006/main">
  <p:tag name="KSO_WM_BEAUTIFY_FLAG" val="#wm#"/>
  <p:tag name="KSO_WM_SLIDE_ID" val="custom20202543_7"/>
  <p:tag name="KSO_WM_SLIDE_INDEX" val="7"/>
  <p:tag name="KSO_WM_SLIDE_ITEM_CNT" val="0"/>
  <p:tag name="KSO_WM_SLIDE_LAYOUT" val="a_b_e"/>
  <p:tag name="KSO_WM_SLIDE_LAYOUT_CNT" val="1_1_1"/>
  <p:tag name="KSO_WM_SLIDE_SUBTYPE" val="pureTxt"/>
  <p:tag name="KSO_WM_SLIDE_TYPE" val="sectionTitle"/>
  <p:tag name="KSO_WM_TAG_VERSION" val="1.0"/>
  <p:tag name="KSO_WM_TEMPLATE_CATEGORY" val="custom"/>
  <p:tag name="KSO_WM_TEMPLATE_COLOR_TYPE" val="1"/>
  <p:tag name="KSO_WM_TEMPLATE_INDEX" val="20202543"/>
  <p:tag name="KSO_WM_TEMPLATE_MASTER_TYPE" val="1"/>
  <p:tag name="KSO_WM_TEMPLATE_SUBCATEGORY" val="0"/>
</p:tagLst>
</file>

<file path=ppt/tags/tag1203.xml><?xml version="1.0" encoding="utf-8"?>
<p:tagLst xmlns:p="http://schemas.openxmlformats.org/presentationml/2006/main">
  <p:tag name="AS_OS" val="Unix 3.10 unknown"/>
  <p:tag name="AS_RELEASE_DATE" val="2020.11.30"/>
  <p:tag name="AS_TITLE" val="Aspose.Slides for Java"/>
  <p:tag name="AS_VERSION" val="20.11"/>
  <p:tag name="COMMONDATA" val="eyJoZGlkIjoiNTMxMzIzY2ZmYTJlMDViNWZlNzkwZDk5ODJjYWJjMzgifQ=="/>
  <p:tag name="commondata" val="eyJoZGlkIjoiMDBjYjA5NWI2NTcxMjEwMDg2NWEwNjE3MjllZTk2Zjk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Arial"/>
      </a:majorFont>
      <a:minorFont>
        <a:latin typeface="Arial"/>
        <a:ea typeface="宋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FFD865"/>
      </a:accent1>
      <a:accent2>
        <a:srgbClr val="DBE782"/>
      </a:accent2>
      <a:accent3>
        <a:srgbClr val="C2E3A3"/>
      </a:accent3>
      <a:accent4>
        <a:srgbClr val="A3E8C2"/>
      </a:accent4>
      <a:accent5>
        <a:srgbClr val="84ECE0"/>
      </a:accent5>
      <a:accent6>
        <a:srgbClr val="65F2FF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主题​​">
  <a:themeElements>
    <a:clrScheme name="自定义 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FFD865"/>
      </a:accent1>
      <a:accent2>
        <a:srgbClr val="DBE782"/>
      </a:accent2>
      <a:accent3>
        <a:srgbClr val="C2E3A3"/>
      </a:accent3>
      <a:accent4>
        <a:srgbClr val="A3E8C2"/>
      </a:accent4>
      <a:accent5>
        <a:srgbClr val="84ECE0"/>
      </a:accent5>
      <a:accent6>
        <a:srgbClr val="65F2FF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​​">
  <a:themeElements>
    <a:clrScheme name="自定义 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FFD865"/>
      </a:accent1>
      <a:accent2>
        <a:srgbClr val="DBE782"/>
      </a:accent2>
      <a:accent3>
        <a:srgbClr val="C2E3A3"/>
      </a:accent3>
      <a:accent4>
        <a:srgbClr val="A3E8C2"/>
      </a:accent4>
      <a:accent5>
        <a:srgbClr val="84ECE0"/>
      </a:accent5>
      <a:accent6>
        <a:srgbClr val="65F2FF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主题​​">
  <a:themeElements>
    <a:clrScheme name="自定义 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FFD865"/>
      </a:accent1>
      <a:accent2>
        <a:srgbClr val="DBE782"/>
      </a:accent2>
      <a:accent3>
        <a:srgbClr val="C2E3A3"/>
      </a:accent3>
      <a:accent4>
        <a:srgbClr val="A3E8C2"/>
      </a:accent4>
      <a:accent5>
        <a:srgbClr val="84ECE0"/>
      </a:accent5>
      <a:accent6>
        <a:srgbClr val="65F2FF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主题​​">
  <a:themeElements>
    <a:clrScheme name="自定义 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FFD865"/>
      </a:accent1>
      <a:accent2>
        <a:srgbClr val="DBE782"/>
      </a:accent2>
      <a:accent3>
        <a:srgbClr val="C2E3A3"/>
      </a:accent3>
      <a:accent4>
        <a:srgbClr val="A3E8C2"/>
      </a:accent4>
      <a:accent5>
        <a:srgbClr val="84ECE0"/>
      </a:accent5>
      <a:accent6>
        <a:srgbClr val="65F2FF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3305</Words>
  <Application>WPS 演示</Application>
  <PresentationFormat/>
  <Paragraphs>464</Paragraphs>
  <Slides>22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40</vt:i4>
      </vt:variant>
      <vt:variant>
        <vt:lpstr>幻灯片标题</vt:lpstr>
      </vt:variant>
      <vt:variant>
        <vt:i4>22</vt:i4>
      </vt:variant>
    </vt:vector>
  </HeadingPairs>
  <TitlesOfParts>
    <vt:vector size="83" baseType="lpstr">
      <vt:lpstr>Arial</vt:lpstr>
      <vt:lpstr>宋体</vt:lpstr>
      <vt:lpstr>Wingdings</vt:lpstr>
      <vt:lpstr>微软雅黑</vt:lpstr>
      <vt:lpstr>汉仪旗黑-85S</vt:lpstr>
      <vt:lpstr>黑体</vt:lpstr>
      <vt:lpstr>Viner Hand ITC</vt:lpstr>
      <vt:lpstr>Times New Roman</vt:lpstr>
      <vt:lpstr>Wingdings</vt:lpstr>
      <vt:lpstr>Calibri</vt:lpstr>
      <vt:lpstr>Agency FB</vt:lpstr>
      <vt:lpstr>Trebuchet MS</vt:lpstr>
      <vt:lpstr>Arial Unicode MS</vt:lpstr>
      <vt:lpstr>Mongolian Baiti</vt:lpstr>
      <vt:lpstr>Calibri</vt:lpstr>
      <vt:lpstr>默认设计模板</vt:lpstr>
      <vt:lpstr>2_Office 主题​​</vt:lpstr>
      <vt:lpstr>4_Office 主题​​</vt:lpstr>
      <vt:lpstr>3_Office 主题​​</vt:lpstr>
      <vt:lpstr>1_Office 主题​​</vt:lpstr>
      <vt:lpstr>5_Office 主题​​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集合与常用逻辑用语</vt:lpstr>
      <vt:lpstr>PowerPoint 演示文稿</vt:lpstr>
      <vt:lpstr>第一章 集合与常用逻辑用语</vt:lpstr>
      <vt:lpstr>集合论作为数学中最富创造性的伟大成果之一，是在19世纪末由德国的康托尔(1845－1918)创立起来的。但是，它萌发、孕育的历史却源远流长，至少可以追溯到两千多年前。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好学数学 数学好学 学好数学</vt:lpstr>
    </vt:vector>
  </TitlesOfParts>
  <Company>邦达数学</Company>
  <LinksUpToDate>false</LinksUpToDate>
  <SharedDoc>false</SharedDoc>
  <HyperlinksChanged>false</HyperlinksChanged>
  <AppVersion>14.0000</AppVersion>
  <Manager>邦达数学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邦达数学</dc:title>
  <dc:creator>邦达数学</dc:creator>
  <cp:keywords>邦达数学</cp:keywords>
  <dc:description>邦达数学</dc:description>
  <dc:subject>邦达数学</dc:subject>
  <cp:category>邦达数学</cp:category>
  <cp:lastModifiedBy>林建彬²º¹⁸</cp:lastModifiedBy>
  <cp:revision>4</cp:revision>
  <cp:lastPrinted>2022-07-29T14:28:00Z</cp:lastPrinted>
  <dcterms:created xsi:type="dcterms:W3CDTF">2022-07-29T14:28:00Z</dcterms:created>
  <dcterms:modified xsi:type="dcterms:W3CDTF">2025-02-24T12:28:48Z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866814210AAC42D99733F1A127C6E37C_12</vt:lpwstr>
  </property>
  <property fmtid="{D5CDD505-2E9C-101B-9397-08002B2CF9AE}" pid="3" name="KSOProductBuildVer">
    <vt:lpwstr>2052-12.1.0.20305</vt:lpwstr>
  </property>
</Properties>
</file>